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12.jpg" ContentType="image/jpeg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6" r:id="rId4"/>
    <p:sldId id="261" r:id="rId5"/>
    <p:sldId id="262" r:id="rId6"/>
    <p:sldId id="264" r:id="rId7"/>
    <p:sldId id="265" r:id="rId8"/>
    <p:sldId id="260" r:id="rId9"/>
    <p:sldId id="263" r:id="rId10"/>
    <p:sldId id="269" r:id="rId11"/>
    <p:sldId id="272" r:id="rId12"/>
    <p:sldId id="268" r:id="rId13"/>
    <p:sldId id="267" r:id="rId14"/>
    <p:sldId id="270" r:id="rId15"/>
    <p:sldId id="266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6CC6FC-6980-41AC-9B77-E43A15D4EE86}" type="datetimeFigureOut">
              <a:rPr lang="en-IN" smtClean="0"/>
              <a:t>10-02-2025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74FDE-4A07-4683-98DA-C5973E300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5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="https://www.freepik.com/free-photos-vectors/medical"&gt;Medical vector created by </a:t>
            </a:r>
            <a:r>
              <a:rPr lang="en-US" dirty="0" err="1"/>
              <a:t>freepik</a:t>
            </a:r>
            <a:r>
              <a:rPr lang="en-US" dirty="0"/>
              <a:t> - www.freepik.com&lt;/a&gt;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1C747-AD77-4966-A48E-A5832C3CDA8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679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="https://www.freepik.com/free-photos-vectors/people"&gt;People vector created by </a:t>
            </a:r>
            <a:r>
              <a:rPr lang="en-US" dirty="0" err="1"/>
              <a:t>pch.vector</a:t>
            </a:r>
            <a:r>
              <a:rPr lang="en-US" dirty="0"/>
              <a:t> - www.freepik.com&lt;/a&gt;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1C747-AD77-4966-A48E-A5832C3CDA8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406E0-A0A3-DFA1-B81A-63A8D2E2D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D3F5A6-001D-E66E-E488-ED39405562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AE8473-4339-0E81-D5AA-85ED51447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="https://www.freepik.com/free-photos-vectors/people"&gt;People vector created by </a:t>
            </a:r>
            <a:r>
              <a:rPr lang="en-US" dirty="0" err="1"/>
              <a:t>pch.vector</a:t>
            </a:r>
            <a:r>
              <a:rPr lang="en-US" dirty="0"/>
              <a:t> - www.freepik.com&lt;/a&gt;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DC2E9-2100-49F1-5FE5-EA4084442E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1C747-AD77-4966-A48E-A5832C3CDA8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14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4FDFF-903B-4F3F-B79A-6478186713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043BD2-6CE2-4AC6-B21D-E39CEBA4E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7552B-97F6-4DBD-A9B2-93DCB1F46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1B2EB-7CAC-424C-ABDA-DCF292A9D7BB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BAF14-6515-4A39-AD30-897061402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4D31A-65C8-4940-B4B3-6062EFEE4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0F986-B0C8-43E9-B824-730F73A1C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715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284F1-600B-4413-A213-1B56D7FBA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14F80-6DA0-4D04-9A62-F088327C0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F6389-9131-40F2-9135-3AA0B52EE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1B2EB-7CAC-424C-ABDA-DCF292A9D7BB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646F2-7468-4AE6-9A07-EBD46F408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218EA-2C5D-41BD-8AE1-5E40BCB4F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0F986-B0C8-43E9-B824-730F73A1C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578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21F60-07AC-490D-8301-E65635C08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C401A-0FA5-4563-8ED2-24C59F855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19E32-2322-4632-BE60-ED3835B5A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1B2EB-7CAC-424C-ABDA-DCF292A9D7BB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9F62D-3A60-4426-BE21-C647873C7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24B77-77DC-40BB-8A5A-FE9579FD1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0F986-B0C8-43E9-B824-730F73A1C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296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BE7D9-2D27-4B73-98F9-7AE60A55B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079DF-D961-4AA5-AF89-4E46E69B1B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CF9A37-88A8-407B-BB20-2014674250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7AE86-B6AD-45AA-A28A-137E94E55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1B2EB-7CAC-424C-ABDA-DCF292A9D7BB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0FFEF-7300-4A58-8815-5BA1B750D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B9ECF-657F-429D-87BB-285A47428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0F986-B0C8-43E9-B824-730F73A1C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381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F9F6E-3D06-4DEA-A9F1-9446BD0E3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B56EC-37EA-4131-81C4-70772E27D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B4E75-9FC4-48AA-BEC2-C00F86EB4B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0F1573-C70B-4C88-87B0-0C07589E5B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F8B8DC-3379-4FE9-A8E1-4858D2415B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854687-924A-4265-B78A-F9F243108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1B2EB-7CAC-424C-ABDA-DCF292A9D7BB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F3A562-3E6C-40FE-921F-5C881B9CD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0277CD-AA9B-4C21-B155-6ACABF06E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0F986-B0C8-43E9-B824-730F73A1C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040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9D3F9-01BE-44F4-9597-804B61944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E9E2CE-EBD8-403A-A031-F9B012D5D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1B2EB-7CAC-424C-ABDA-DCF292A9D7BB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8FC531-F997-48D4-9F07-14FEB56CC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8962E9-72FB-4849-BB00-7151AAE64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0F986-B0C8-43E9-B824-730F73A1C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362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6DB952-5C5C-4FC8-B841-E77773351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1B2EB-7CAC-424C-ABDA-DCF292A9D7BB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17EDD3-D984-4AB1-99E2-5D56A6978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17C6E-7072-497D-A15A-63D7FE7D1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0F986-B0C8-43E9-B824-730F73A1C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741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4EC52-A658-43F3-9565-C64C5CF01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1B069-1CBD-45D5-8274-D8F6514C6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656E51-9C76-4052-8563-45477E433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61E7D-D708-4246-9112-1CD5EA820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1B2EB-7CAC-424C-ABDA-DCF292A9D7BB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CEDD5-43AB-4603-A115-0200D8345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91486-7AFC-4755-96F6-77B9495BC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0F986-B0C8-43E9-B824-730F73A1C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090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19D73-ABA8-449C-A87A-E5C7DA0FD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A8CB48-9B65-460F-872C-3FCBD8CB10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72B797-19BE-4C2F-92DB-A4E1A6DA5F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DA4C7B-A2AE-4DF7-A03E-5BDE97FCD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1B2EB-7CAC-424C-ABDA-DCF292A9D7BB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1AB3F7-E03A-44CE-9ABA-391BF8DC1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3C7FF-9B89-494F-826E-B0F04E3FC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0F986-B0C8-43E9-B824-730F73A1C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69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EEDBD-5C82-4B4F-8E40-0C9B52123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D0E30E-3C8D-46AD-A83F-0631DFD35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518D2-8223-4C9C-B899-536CE8D89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1B2EB-7CAC-424C-ABDA-DCF292A9D7BB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AD90B-76BE-4A16-83A5-5166C3FBF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EB882-27DF-4365-A91A-8A8E7533B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0F986-B0C8-43E9-B824-730F73A1C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107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42B9BE-08D0-41A0-98D0-726B86577A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51717E-6488-47B9-94EE-A7257CF240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4BDEA-7E1C-4F0F-AC8C-5247832DC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1B2EB-7CAC-424C-ABDA-DCF292A9D7BB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9CB37-E5D8-4B2C-81E5-E1BD09310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BF90D-3223-40E8-9F19-43300AC45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0F986-B0C8-43E9-B824-730F73A1C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52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704AD-252C-41B8-AC9D-029EFB2E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1200" y="6356350"/>
            <a:ext cx="2743200" cy="365125"/>
          </a:xfrm>
        </p:spPr>
        <p:txBody>
          <a:bodyPr/>
          <a:lstStyle/>
          <a:p>
            <a:fld id="{A737032A-86DB-49D5-89B7-163130DF0F91}" type="datetime1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62F38-56B6-4D46-ABA1-B5F3D2D6A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74B8D6B-4E8C-47D9-BA17-DF8B26B1B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288131"/>
            <a:ext cx="10769600" cy="883444"/>
          </a:xfrm>
        </p:spPr>
        <p:txBody>
          <a:bodyPr>
            <a:normAutofit/>
          </a:bodyPr>
          <a:lstStyle>
            <a:lvl1pPr algn="ctr">
              <a:defRPr sz="3600" b="1"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C82505E-CEF4-4AA9-928F-980CEC9A9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472179"/>
            <a:ext cx="10769600" cy="4623821"/>
          </a:xfrm>
        </p:spPr>
        <p:txBody>
          <a:bodyPr>
            <a:normAutofit/>
          </a:bodyPr>
          <a:lstStyle>
            <a:lvl1pPr>
              <a:defRPr sz="24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000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1800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600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60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23D2AA2-899F-4922-8471-FA9C14E05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3438" y="6512747"/>
            <a:ext cx="365125" cy="274324"/>
          </a:xfrm>
        </p:spPr>
        <p:txBody>
          <a:bodyPr/>
          <a:lstStyle>
            <a:lvl1pPr algn="ctr">
              <a:defRPr sz="1000" b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2D66BC7C-76D0-4186-9E2D-E8B1A36CCED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BE58DC47-5E96-4DE4-9B74-617BE65DDF3B}"/>
              </a:ext>
            </a:extLst>
          </p:cNvPr>
          <p:cNvSpPr/>
          <p:nvPr userDrawn="1"/>
        </p:nvSpPr>
        <p:spPr>
          <a:xfrm>
            <a:off x="5817538" y="6807200"/>
            <a:ext cx="556925" cy="5079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8B3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3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E577A-09CC-4717-B8E7-4AB0274DE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EEC7F-FD32-4901-BD9D-ACC71A06E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A553A-50D0-47FA-8523-5CE3E5EC2A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1B2EB-7CAC-424C-ABDA-DCF292A9D7BB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B3A7C-849D-4A4D-A3B9-D954612410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EDA0B-DB2D-4ADE-AAFC-88EFEB935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E0F986-B0C8-43E9-B824-730F73A1C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374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ebp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F0F5AEC-C8B5-4182-A75A-C7F848C0E4F8}"/>
              </a:ext>
            </a:extLst>
          </p:cNvPr>
          <p:cNvSpPr/>
          <p:nvPr/>
        </p:nvSpPr>
        <p:spPr>
          <a:xfrm>
            <a:off x="4944533" y="-11289"/>
            <a:ext cx="7258756" cy="6886222"/>
          </a:xfrm>
          <a:custGeom>
            <a:avLst/>
            <a:gdLst>
              <a:gd name="connsiteX0" fmla="*/ 7258756 w 7258756"/>
              <a:gd name="connsiteY0" fmla="*/ 0 h 6886222"/>
              <a:gd name="connsiteX1" fmla="*/ 7247467 w 7258756"/>
              <a:gd name="connsiteY1" fmla="*/ 6874933 h 6886222"/>
              <a:gd name="connsiteX2" fmla="*/ 0 w 7258756"/>
              <a:gd name="connsiteY2" fmla="*/ 6886222 h 6886222"/>
              <a:gd name="connsiteX3" fmla="*/ 7258756 w 7258756"/>
              <a:gd name="connsiteY3" fmla="*/ 0 h 6886222"/>
              <a:gd name="connsiteX0" fmla="*/ 7258756 w 7258756"/>
              <a:gd name="connsiteY0" fmla="*/ 0 h 6886222"/>
              <a:gd name="connsiteX1" fmla="*/ 7247467 w 7258756"/>
              <a:gd name="connsiteY1" fmla="*/ 6874933 h 6886222"/>
              <a:gd name="connsiteX2" fmla="*/ 0 w 7258756"/>
              <a:gd name="connsiteY2" fmla="*/ 6886222 h 6886222"/>
              <a:gd name="connsiteX3" fmla="*/ 7258756 w 7258756"/>
              <a:gd name="connsiteY3" fmla="*/ 0 h 6886222"/>
              <a:gd name="connsiteX0" fmla="*/ 7258756 w 7258756"/>
              <a:gd name="connsiteY0" fmla="*/ 0 h 6886222"/>
              <a:gd name="connsiteX1" fmla="*/ 7247467 w 7258756"/>
              <a:gd name="connsiteY1" fmla="*/ 6874933 h 6886222"/>
              <a:gd name="connsiteX2" fmla="*/ 0 w 7258756"/>
              <a:gd name="connsiteY2" fmla="*/ 6886222 h 6886222"/>
              <a:gd name="connsiteX3" fmla="*/ 7258756 w 7258756"/>
              <a:gd name="connsiteY3" fmla="*/ 0 h 6886222"/>
              <a:gd name="connsiteX0" fmla="*/ 7258756 w 7258756"/>
              <a:gd name="connsiteY0" fmla="*/ 0 h 6886222"/>
              <a:gd name="connsiteX1" fmla="*/ 7247467 w 7258756"/>
              <a:gd name="connsiteY1" fmla="*/ 6874933 h 6886222"/>
              <a:gd name="connsiteX2" fmla="*/ 0 w 7258756"/>
              <a:gd name="connsiteY2" fmla="*/ 6886222 h 6886222"/>
              <a:gd name="connsiteX3" fmla="*/ 7258756 w 7258756"/>
              <a:gd name="connsiteY3" fmla="*/ 0 h 6886222"/>
              <a:gd name="connsiteX0" fmla="*/ 7258756 w 7258756"/>
              <a:gd name="connsiteY0" fmla="*/ 0 h 6886222"/>
              <a:gd name="connsiteX1" fmla="*/ 7247467 w 7258756"/>
              <a:gd name="connsiteY1" fmla="*/ 6874933 h 6886222"/>
              <a:gd name="connsiteX2" fmla="*/ 0 w 7258756"/>
              <a:gd name="connsiteY2" fmla="*/ 6886222 h 6886222"/>
              <a:gd name="connsiteX3" fmla="*/ 7258756 w 7258756"/>
              <a:gd name="connsiteY3" fmla="*/ 0 h 6886222"/>
              <a:gd name="connsiteX0" fmla="*/ 7258756 w 7258756"/>
              <a:gd name="connsiteY0" fmla="*/ 0 h 6886222"/>
              <a:gd name="connsiteX1" fmla="*/ 7247467 w 7258756"/>
              <a:gd name="connsiteY1" fmla="*/ 6874933 h 6886222"/>
              <a:gd name="connsiteX2" fmla="*/ 0 w 7258756"/>
              <a:gd name="connsiteY2" fmla="*/ 6886222 h 6886222"/>
              <a:gd name="connsiteX3" fmla="*/ 7258756 w 7258756"/>
              <a:gd name="connsiteY3" fmla="*/ 0 h 6886222"/>
              <a:gd name="connsiteX0" fmla="*/ 7258756 w 7258756"/>
              <a:gd name="connsiteY0" fmla="*/ 0 h 6886222"/>
              <a:gd name="connsiteX1" fmla="*/ 7247467 w 7258756"/>
              <a:gd name="connsiteY1" fmla="*/ 6874933 h 6886222"/>
              <a:gd name="connsiteX2" fmla="*/ 0 w 7258756"/>
              <a:gd name="connsiteY2" fmla="*/ 6886222 h 6886222"/>
              <a:gd name="connsiteX3" fmla="*/ 7258756 w 7258756"/>
              <a:gd name="connsiteY3" fmla="*/ 0 h 6886222"/>
              <a:gd name="connsiteX0" fmla="*/ 7258756 w 7258756"/>
              <a:gd name="connsiteY0" fmla="*/ 0 h 6886222"/>
              <a:gd name="connsiteX1" fmla="*/ 7247467 w 7258756"/>
              <a:gd name="connsiteY1" fmla="*/ 6874933 h 6886222"/>
              <a:gd name="connsiteX2" fmla="*/ 0 w 7258756"/>
              <a:gd name="connsiteY2" fmla="*/ 6886222 h 6886222"/>
              <a:gd name="connsiteX3" fmla="*/ 7258756 w 7258756"/>
              <a:gd name="connsiteY3" fmla="*/ 0 h 6886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8756" h="6886222">
                <a:moveTo>
                  <a:pt x="7258756" y="0"/>
                </a:moveTo>
                <a:lnTo>
                  <a:pt x="7247467" y="6874933"/>
                </a:lnTo>
                <a:lnTo>
                  <a:pt x="0" y="6886222"/>
                </a:lnTo>
                <a:cubicBezTo>
                  <a:pt x="5467585" y="5094399"/>
                  <a:pt x="-3244655" y="1487024"/>
                  <a:pt x="725875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79CEF69-4054-45A6-BB55-2B0F0A2A4001}"/>
              </a:ext>
            </a:extLst>
          </p:cNvPr>
          <p:cNvSpPr/>
          <p:nvPr/>
        </p:nvSpPr>
        <p:spPr>
          <a:xfrm>
            <a:off x="4651514" y="-11289"/>
            <a:ext cx="7540486" cy="6886222"/>
          </a:xfrm>
          <a:custGeom>
            <a:avLst/>
            <a:gdLst>
              <a:gd name="connsiteX0" fmla="*/ 7258756 w 7258756"/>
              <a:gd name="connsiteY0" fmla="*/ 0 h 6886222"/>
              <a:gd name="connsiteX1" fmla="*/ 7258725 w 7258756"/>
              <a:gd name="connsiteY1" fmla="*/ 18753 h 6886222"/>
              <a:gd name="connsiteX2" fmla="*/ 6906251 w 7258756"/>
              <a:gd name="connsiteY2" fmla="*/ 71242 h 6886222"/>
              <a:gd name="connsiteX3" fmla="*/ 371931 w 7258756"/>
              <a:gd name="connsiteY3" fmla="*/ 6800916 h 6886222"/>
              <a:gd name="connsiteX4" fmla="*/ 126464 w 7258756"/>
              <a:gd name="connsiteY4" fmla="*/ 6886025 h 6886222"/>
              <a:gd name="connsiteX5" fmla="*/ 0 w 7258756"/>
              <a:gd name="connsiteY5" fmla="*/ 6886222 h 6886222"/>
              <a:gd name="connsiteX6" fmla="*/ 7258756 w 7258756"/>
              <a:gd name="connsiteY6" fmla="*/ 0 h 6886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58756" h="6886222">
                <a:moveTo>
                  <a:pt x="7258756" y="0"/>
                </a:moveTo>
                <a:lnTo>
                  <a:pt x="7258725" y="18753"/>
                </a:lnTo>
                <a:lnTo>
                  <a:pt x="6906251" y="71242"/>
                </a:lnTo>
                <a:cubicBezTo>
                  <a:pt x="-2695103" y="1575056"/>
                  <a:pt x="5247280" y="5011055"/>
                  <a:pt x="371931" y="6800916"/>
                </a:cubicBezTo>
                <a:lnTo>
                  <a:pt x="126464" y="6886025"/>
                </a:lnTo>
                <a:lnTo>
                  <a:pt x="0" y="6886222"/>
                </a:lnTo>
                <a:cubicBezTo>
                  <a:pt x="5467585" y="5094399"/>
                  <a:pt x="-3244655" y="1487024"/>
                  <a:pt x="7258756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Telemedicine Marketing: Manage Listings for Virtual Care | Binary Fountain">
            <a:extLst>
              <a:ext uri="{FF2B5EF4-FFF2-40B4-BE49-F238E27FC236}">
                <a16:creationId xmlns:a16="http://schemas.microsoft.com/office/drawing/2014/main" id="{03F504BF-EED8-4134-AAE2-EB2930229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5688" y="1013351"/>
            <a:ext cx="4957462" cy="5557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9F4B19-8108-E001-7995-99E183D62F0F}"/>
              </a:ext>
            </a:extLst>
          </p:cNvPr>
          <p:cNvSpPr txBox="1"/>
          <p:nvPr/>
        </p:nvSpPr>
        <p:spPr>
          <a:xfrm>
            <a:off x="-22526" y="824218"/>
            <a:ext cx="7019364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1005" marR="457834" algn="ctr">
              <a:lnSpc>
                <a:spcPts val="1880"/>
              </a:lnSpc>
              <a:spcBef>
                <a:spcPts val="195"/>
              </a:spcBef>
              <a:spcAft>
                <a:spcPts val="400"/>
              </a:spcAft>
            </a:pPr>
            <a:r>
              <a:rPr lang="en-US" sz="2400" b="1" spc="-10" dirty="0">
                <a:latin typeface="Cambria"/>
                <a:cs typeface="Cambria"/>
              </a:rPr>
              <a:t>PROJECT</a:t>
            </a:r>
            <a:r>
              <a:rPr lang="en-US" sz="2400" b="1" spc="-65" dirty="0">
                <a:latin typeface="Cambria"/>
                <a:cs typeface="Cambria"/>
              </a:rPr>
              <a:t> </a:t>
            </a:r>
            <a:r>
              <a:rPr lang="en-US" sz="2400" b="1" spc="-10" dirty="0">
                <a:latin typeface="Cambria"/>
                <a:cs typeface="Cambria"/>
              </a:rPr>
              <a:t>REPORT </a:t>
            </a:r>
          </a:p>
          <a:p>
            <a:pPr marL="421005" marR="457834" algn="ctr">
              <a:lnSpc>
                <a:spcPts val="1880"/>
              </a:lnSpc>
              <a:spcBef>
                <a:spcPts val="195"/>
              </a:spcBef>
              <a:spcAft>
                <a:spcPts val="400"/>
              </a:spcAft>
            </a:pPr>
            <a:r>
              <a:rPr lang="en-US" sz="2400" b="1" spc="-25" dirty="0">
                <a:latin typeface="Cambria"/>
                <a:cs typeface="Cambria"/>
              </a:rPr>
              <a:t>ON</a:t>
            </a:r>
          </a:p>
          <a:p>
            <a:pPr algn="ctr">
              <a:lnSpc>
                <a:spcPts val="1814"/>
              </a:lnSpc>
              <a:spcAft>
                <a:spcPts val="400"/>
              </a:spcAft>
            </a:pPr>
            <a:r>
              <a:rPr lang="en-US" sz="2400" b="1" spc="-10" dirty="0">
                <a:latin typeface="Cambria"/>
                <a:cs typeface="Cambria"/>
              </a:rPr>
              <a:t>TELEMEDICINE</a:t>
            </a:r>
            <a:r>
              <a:rPr lang="en-US" sz="2400" b="1" spc="-20" dirty="0">
                <a:latin typeface="Cambria"/>
                <a:cs typeface="Cambria"/>
              </a:rPr>
              <a:t> </a:t>
            </a:r>
            <a:r>
              <a:rPr lang="en-US" sz="2400" b="1" spc="-10" dirty="0">
                <a:latin typeface="Cambria"/>
                <a:cs typeface="Cambria"/>
              </a:rPr>
              <a:t>PLATFORM</a:t>
            </a:r>
            <a:endParaRPr lang="en-US" sz="2400" dirty="0">
              <a:latin typeface="Cambria"/>
              <a:cs typeface="Cambria"/>
            </a:endParaRPr>
          </a:p>
          <a:p>
            <a:pPr marR="25400" algn="ctr">
              <a:lnSpc>
                <a:spcPct val="100000"/>
              </a:lnSpc>
              <a:spcBef>
                <a:spcPts val="1380"/>
              </a:spcBef>
            </a:pPr>
            <a:r>
              <a:rPr lang="en-US" sz="2400" b="1" dirty="0">
                <a:latin typeface="Cambria"/>
                <a:cs typeface="Cambria"/>
              </a:rPr>
              <a:t>Carried Out </a:t>
            </a:r>
            <a:r>
              <a:rPr lang="en-US" sz="2400" b="1" spc="-25" dirty="0">
                <a:latin typeface="Cambria"/>
                <a:cs typeface="Cambria"/>
              </a:rPr>
              <a:t>at</a:t>
            </a:r>
            <a:endParaRPr lang="en-US" sz="2400" dirty="0">
              <a:latin typeface="Cambria"/>
              <a:cs typeface="Cambria"/>
            </a:endParaRPr>
          </a:p>
        </p:txBody>
      </p:sp>
      <p:pic>
        <p:nvPicPr>
          <p:cNvPr id="6" name="object 2">
            <a:extLst>
              <a:ext uri="{FF2B5EF4-FFF2-40B4-BE49-F238E27FC236}">
                <a16:creationId xmlns:a16="http://schemas.microsoft.com/office/drawing/2014/main" id="{EA487F8B-143A-3B4E-2D5B-9B14E7A5889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78462" y="2654437"/>
            <a:ext cx="1217387" cy="9293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FF7CAB5-3A47-3536-C917-8150C7266770}"/>
              </a:ext>
            </a:extLst>
          </p:cNvPr>
          <p:cNvSpPr/>
          <p:nvPr/>
        </p:nvSpPr>
        <p:spPr>
          <a:xfrm>
            <a:off x="212451" y="4203563"/>
            <a:ext cx="6407588" cy="166199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atin typeface="Cambria"/>
                <a:cs typeface="Cambria"/>
              </a:rPr>
              <a:t>CENTRE</a:t>
            </a:r>
            <a:r>
              <a:rPr lang="en-US" sz="2400" b="1" spc="-50" dirty="0">
                <a:latin typeface="Cambria"/>
                <a:cs typeface="Cambria"/>
              </a:rPr>
              <a:t> </a:t>
            </a:r>
            <a:r>
              <a:rPr lang="en-US" sz="2400" b="1" dirty="0">
                <a:latin typeface="Cambria"/>
                <a:cs typeface="Cambria"/>
              </a:rPr>
              <a:t>FOR</a:t>
            </a:r>
            <a:r>
              <a:rPr lang="en-US" sz="2400" b="1" spc="-50" dirty="0">
                <a:latin typeface="Cambria"/>
                <a:cs typeface="Cambria"/>
              </a:rPr>
              <a:t> </a:t>
            </a:r>
            <a:r>
              <a:rPr lang="en-US" sz="2400" b="1" spc="-10" dirty="0">
                <a:latin typeface="Cambria"/>
                <a:cs typeface="Cambria"/>
              </a:rPr>
              <a:t>DEVELOPMENT</a:t>
            </a:r>
            <a:r>
              <a:rPr lang="en-US" sz="2400" b="1" spc="-50" dirty="0">
                <a:latin typeface="Cambria"/>
                <a:cs typeface="Cambria"/>
              </a:rPr>
              <a:t> </a:t>
            </a:r>
            <a:r>
              <a:rPr lang="en-US" sz="2400" b="1" dirty="0">
                <a:latin typeface="Cambria"/>
                <a:cs typeface="Cambria"/>
              </a:rPr>
              <a:t>OF</a:t>
            </a:r>
            <a:r>
              <a:rPr lang="en-US" sz="2400" b="1" spc="-50" dirty="0">
                <a:latin typeface="Cambria"/>
                <a:cs typeface="Cambria"/>
              </a:rPr>
              <a:t> </a:t>
            </a:r>
            <a:r>
              <a:rPr lang="en-US" sz="2400" b="1" spc="-25" dirty="0">
                <a:latin typeface="Cambria"/>
                <a:cs typeface="Cambria"/>
              </a:rPr>
              <a:t>ADVANCED</a:t>
            </a:r>
            <a:r>
              <a:rPr lang="en-US" sz="2400" b="1" spc="-50" dirty="0">
                <a:latin typeface="Cambria"/>
                <a:cs typeface="Cambria"/>
              </a:rPr>
              <a:t> </a:t>
            </a:r>
          </a:p>
          <a:p>
            <a:pPr algn="ctr"/>
            <a:r>
              <a:rPr lang="en-US" sz="2400" b="1" spc="-10" dirty="0">
                <a:latin typeface="Cambria"/>
                <a:cs typeface="Cambria"/>
              </a:rPr>
              <a:t>COMPUTING ELECTRONIC</a:t>
            </a:r>
            <a:r>
              <a:rPr lang="en-US" sz="2400" b="1" spc="-60" dirty="0">
                <a:latin typeface="Cambria"/>
                <a:cs typeface="Cambria"/>
              </a:rPr>
              <a:t> </a:t>
            </a:r>
            <a:r>
              <a:rPr lang="en-US" sz="2400" b="1" spc="-35" dirty="0">
                <a:latin typeface="Cambria"/>
                <a:cs typeface="Cambria"/>
              </a:rPr>
              <a:t>CITY,</a:t>
            </a:r>
            <a:r>
              <a:rPr lang="en-US" sz="2400" b="1" spc="-50" dirty="0">
                <a:latin typeface="Cambria"/>
                <a:cs typeface="Cambria"/>
              </a:rPr>
              <a:t> </a:t>
            </a:r>
            <a:r>
              <a:rPr lang="en-US" sz="2400" b="1" spc="-10" dirty="0">
                <a:latin typeface="Cambria"/>
                <a:cs typeface="Cambria"/>
              </a:rPr>
              <a:t>BANGALORE.</a:t>
            </a:r>
            <a:endParaRPr lang="en-US" sz="2400" dirty="0">
              <a:latin typeface="Cambria"/>
              <a:cs typeface="Cambria"/>
            </a:endParaRPr>
          </a:p>
          <a:p>
            <a:pPr algn="ctr"/>
            <a:endParaRPr 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74249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B99627-616C-354B-4CD1-0B9B7A95F187}"/>
              </a:ext>
            </a:extLst>
          </p:cNvPr>
          <p:cNvSpPr/>
          <p:nvPr/>
        </p:nvSpPr>
        <p:spPr>
          <a:xfrm>
            <a:off x="-1" y="-11588"/>
            <a:ext cx="6270171" cy="68695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46ACC6-0E99-F8F4-FA6B-3755EF53F679}"/>
              </a:ext>
            </a:extLst>
          </p:cNvPr>
          <p:cNvSpPr/>
          <p:nvPr/>
        </p:nvSpPr>
        <p:spPr>
          <a:xfrm>
            <a:off x="285157" y="300831"/>
            <a:ext cx="5699854" cy="6244750"/>
          </a:xfrm>
          <a:prstGeom prst="rect">
            <a:avLst/>
          </a:prstGeom>
          <a:blipFill dpi="0" rotWithShape="1">
            <a:blip r:embed="rId2"/>
            <a:srcRect/>
            <a:stretch>
              <a:fillRect l="-9000" r="-24000"/>
            </a:stretch>
          </a:blip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D922CDD-4832-F6AA-35DC-479851FA3657}"/>
              </a:ext>
            </a:extLst>
          </p:cNvPr>
          <p:cNvGrpSpPr/>
          <p:nvPr/>
        </p:nvGrpSpPr>
        <p:grpSpPr>
          <a:xfrm>
            <a:off x="6713457" y="1761971"/>
            <a:ext cx="3138985" cy="706770"/>
            <a:chOff x="6891587" y="1584429"/>
            <a:chExt cx="3138985" cy="70677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6220E7E-F0C8-397C-07B3-C4A04464092A}"/>
                </a:ext>
              </a:extLst>
            </p:cNvPr>
            <p:cNvSpPr txBox="1"/>
            <p:nvPr/>
          </p:nvSpPr>
          <p:spPr>
            <a:xfrm>
              <a:off x="6891587" y="1921867"/>
              <a:ext cx="31389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>
                <a:latin typeface="Georgia" panose="02040502050405020303" pitchFamily="18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D806DBA-B3D9-7825-7870-5FD0639330A2}"/>
                </a:ext>
              </a:extLst>
            </p:cNvPr>
            <p:cNvSpPr/>
            <p:nvPr/>
          </p:nvSpPr>
          <p:spPr>
            <a:xfrm>
              <a:off x="7007154" y="1584429"/>
              <a:ext cx="949546" cy="5465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1205BD9-BD8A-70FA-1E97-EE1CFB26FB55}"/>
              </a:ext>
            </a:extLst>
          </p:cNvPr>
          <p:cNvSpPr txBox="1"/>
          <p:nvPr/>
        </p:nvSpPr>
        <p:spPr>
          <a:xfrm>
            <a:off x="6096000" y="811684"/>
            <a:ext cx="6096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/>
              <a:t>Project Title:</a:t>
            </a:r>
          </a:p>
          <a:p>
            <a:pPr algn="ctr"/>
            <a:r>
              <a:rPr lang="en-IN" sz="3600" dirty="0"/>
              <a:t>   Telemedicine Platform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sz="2400" b="1" dirty="0"/>
              <a:t> Submitted By:</a:t>
            </a:r>
            <a:r>
              <a:rPr lang="en-IN" sz="2400" dirty="0"/>
              <a:t> </a:t>
            </a:r>
          </a:p>
          <a:p>
            <a:pPr algn="ctr"/>
            <a:r>
              <a:rPr lang="en-IN" dirty="0"/>
              <a:t>Aditya Pawar, </a:t>
            </a:r>
          </a:p>
          <a:p>
            <a:pPr algn="ctr"/>
            <a:r>
              <a:rPr lang="en-IN" dirty="0"/>
              <a:t>Anurag </a:t>
            </a:r>
            <a:r>
              <a:rPr lang="en-IN" dirty="0" err="1"/>
              <a:t>Savardekar</a:t>
            </a:r>
            <a:r>
              <a:rPr lang="en-IN" dirty="0"/>
              <a:t>, </a:t>
            </a:r>
          </a:p>
          <a:p>
            <a:pPr algn="ctr"/>
            <a:r>
              <a:rPr lang="en-IN" dirty="0" err="1"/>
              <a:t>Vijayalaxmi</a:t>
            </a:r>
            <a:r>
              <a:rPr lang="en-IN" dirty="0"/>
              <a:t> Kore,</a:t>
            </a:r>
          </a:p>
          <a:p>
            <a:pPr algn="ctr"/>
            <a:r>
              <a:rPr lang="en-IN" dirty="0"/>
              <a:t>Omkar S Kumbhar, </a:t>
            </a:r>
          </a:p>
          <a:p>
            <a:pPr algn="ctr"/>
            <a:r>
              <a:rPr lang="en-IN" dirty="0"/>
              <a:t>Rajesh K.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br>
              <a:rPr lang="en-IN" dirty="0"/>
            </a:br>
            <a:r>
              <a:rPr lang="en-IN" sz="2000" b="1" dirty="0"/>
              <a:t>Institution:</a:t>
            </a:r>
            <a:r>
              <a:rPr lang="en-IN" sz="2000" dirty="0"/>
              <a:t> C-DAC, Bangalore</a:t>
            </a:r>
          </a:p>
          <a:p>
            <a:pPr algn="ctr"/>
            <a:br>
              <a:rPr lang="en-IN" sz="2000" dirty="0"/>
            </a:br>
            <a:r>
              <a:rPr lang="en-IN" sz="2000" b="1" dirty="0"/>
              <a:t> Supervisor:</a:t>
            </a:r>
            <a:r>
              <a:rPr lang="en-IN" sz="2000" dirty="0"/>
              <a:t> Mr. </a:t>
            </a:r>
            <a:r>
              <a:rPr lang="en-IN" sz="2000" dirty="0" err="1"/>
              <a:t>Shanmuganathan</a:t>
            </a:r>
            <a:r>
              <a:rPr lang="en-IN" sz="2000" dirty="0"/>
              <a:t> 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8937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F91F251-8619-4854-BACE-BF5528005BDC}"/>
              </a:ext>
            </a:extLst>
          </p:cNvPr>
          <p:cNvSpPr/>
          <p:nvPr/>
        </p:nvSpPr>
        <p:spPr>
          <a:xfrm>
            <a:off x="-25401" y="2628900"/>
            <a:ext cx="6934338" cy="4267200"/>
          </a:xfrm>
          <a:custGeom>
            <a:avLst/>
            <a:gdLst>
              <a:gd name="connsiteX0" fmla="*/ 0 w 6807200"/>
              <a:gd name="connsiteY0" fmla="*/ 0 h 4267200"/>
              <a:gd name="connsiteX1" fmla="*/ 25400 w 6807200"/>
              <a:gd name="connsiteY1" fmla="*/ 4254500 h 4267200"/>
              <a:gd name="connsiteX2" fmla="*/ 6807200 w 6807200"/>
              <a:gd name="connsiteY2" fmla="*/ 4267200 h 4267200"/>
              <a:gd name="connsiteX3" fmla="*/ 0 w 6807200"/>
              <a:gd name="connsiteY3" fmla="*/ 0 h 4267200"/>
              <a:gd name="connsiteX0" fmla="*/ 0 w 6990690"/>
              <a:gd name="connsiteY0" fmla="*/ 0 h 4267200"/>
              <a:gd name="connsiteX1" fmla="*/ 25400 w 6990690"/>
              <a:gd name="connsiteY1" fmla="*/ 4254500 h 4267200"/>
              <a:gd name="connsiteX2" fmla="*/ 6807200 w 6990690"/>
              <a:gd name="connsiteY2" fmla="*/ 4267200 h 4267200"/>
              <a:gd name="connsiteX3" fmla="*/ 0 w 6990690"/>
              <a:gd name="connsiteY3" fmla="*/ 0 h 4267200"/>
              <a:gd name="connsiteX0" fmla="*/ 0 w 6971511"/>
              <a:gd name="connsiteY0" fmla="*/ 0 h 4267200"/>
              <a:gd name="connsiteX1" fmla="*/ 25400 w 6971511"/>
              <a:gd name="connsiteY1" fmla="*/ 4254500 h 4267200"/>
              <a:gd name="connsiteX2" fmla="*/ 6807200 w 6971511"/>
              <a:gd name="connsiteY2" fmla="*/ 4267200 h 4267200"/>
              <a:gd name="connsiteX3" fmla="*/ 0 w 6971511"/>
              <a:gd name="connsiteY3" fmla="*/ 0 h 4267200"/>
              <a:gd name="connsiteX0" fmla="*/ 0 w 6934338"/>
              <a:gd name="connsiteY0" fmla="*/ 0 h 4267200"/>
              <a:gd name="connsiteX1" fmla="*/ 25400 w 6934338"/>
              <a:gd name="connsiteY1" fmla="*/ 4254500 h 4267200"/>
              <a:gd name="connsiteX2" fmla="*/ 6807200 w 6934338"/>
              <a:gd name="connsiteY2" fmla="*/ 4267200 h 4267200"/>
              <a:gd name="connsiteX3" fmla="*/ 0 w 6934338"/>
              <a:gd name="connsiteY3" fmla="*/ 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34338" h="4267200">
                <a:moveTo>
                  <a:pt x="0" y="0"/>
                </a:moveTo>
                <a:lnTo>
                  <a:pt x="25400" y="4254500"/>
                </a:lnTo>
                <a:lnTo>
                  <a:pt x="6807200" y="4267200"/>
                </a:lnTo>
                <a:cubicBezTo>
                  <a:pt x="7916333" y="812800"/>
                  <a:pt x="1443567" y="213360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DCABFCF-2244-4397-A3D5-A73AEF0A0BC6}"/>
              </a:ext>
            </a:extLst>
          </p:cNvPr>
          <p:cNvSpPr/>
          <p:nvPr/>
        </p:nvSpPr>
        <p:spPr>
          <a:xfrm>
            <a:off x="5878285" y="-134756"/>
            <a:ext cx="6313715" cy="2090058"/>
          </a:xfrm>
          <a:custGeom>
            <a:avLst/>
            <a:gdLst>
              <a:gd name="connsiteX0" fmla="*/ 0 w 6328229"/>
              <a:gd name="connsiteY0" fmla="*/ 29028 h 2119086"/>
              <a:gd name="connsiteX1" fmla="*/ 6328229 w 6328229"/>
              <a:gd name="connsiteY1" fmla="*/ 0 h 2119086"/>
              <a:gd name="connsiteX2" fmla="*/ 6284686 w 6328229"/>
              <a:gd name="connsiteY2" fmla="*/ 2119086 h 2119086"/>
              <a:gd name="connsiteX3" fmla="*/ 0 w 6328229"/>
              <a:gd name="connsiteY3" fmla="*/ 29028 h 2119086"/>
              <a:gd name="connsiteX0" fmla="*/ 0 w 6313715"/>
              <a:gd name="connsiteY0" fmla="*/ 0 h 2090058"/>
              <a:gd name="connsiteX1" fmla="*/ 6313715 w 6313715"/>
              <a:gd name="connsiteY1" fmla="*/ 1 h 2090058"/>
              <a:gd name="connsiteX2" fmla="*/ 6284686 w 6313715"/>
              <a:gd name="connsiteY2" fmla="*/ 2090058 h 2090058"/>
              <a:gd name="connsiteX3" fmla="*/ 0 w 6313715"/>
              <a:gd name="connsiteY3" fmla="*/ 0 h 2090058"/>
              <a:gd name="connsiteX0" fmla="*/ 0 w 6313715"/>
              <a:gd name="connsiteY0" fmla="*/ 0 h 2203958"/>
              <a:gd name="connsiteX1" fmla="*/ 6313715 w 6313715"/>
              <a:gd name="connsiteY1" fmla="*/ 1 h 2203958"/>
              <a:gd name="connsiteX2" fmla="*/ 6284686 w 6313715"/>
              <a:gd name="connsiteY2" fmla="*/ 2090058 h 2203958"/>
              <a:gd name="connsiteX3" fmla="*/ 0 w 6313715"/>
              <a:gd name="connsiteY3" fmla="*/ 0 h 2203958"/>
              <a:gd name="connsiteX0" fmla="*/ 0 w 6313715"/>
              <a:gd name="connsiteY0" fmla="*/ 0 h 2191976"/>
              <a:gd name="connsiteX1" fmla="*/ 6313715 w 6313715"/>
              <a:gd name="connsiteY1" fmla="*/ 1 h 2191976"/>
              <a:gd name="connsiteX2" fmla="*/ 6284686 w 6313715"/>
              <a:gd name="connsiteY2" fmla="*/ 2090058 h 2191976"/>
              <a:gd name="connsiteX3" fmla="*/ 0 w 6313715"/>
              <a:gd name="connsiteY3" fmla="*/ 0 h 2191976"/>
              <a:gd name="connsiteX0" fmla="*/ 23032 w 6336747"/>
              <a:gd name="connsiteY0" fmla="*/ 0 h 2145709"/>
              <a:gd name="connsiteX1" fmla="*/ 6336747 w 6336747"/>
              <a:gd name="connsiteY1" fmla="*/ 1 h 2145709"/>
              <a:gd name="connsiteX2" fmla="*/ 6307718 w 6336747"/>
              <a:gd name="connsiteY2" fmla="*/ 2090058 h 2145709"/>
              <a:gd name="connsiteX3" fmla="*/ 4174118 w 6336747"/>
              <a:gd name="connsiteY3" fmla="*/ 1016000 h 2145709"/>
              <a:gd name="connsiteX4" fmla="*/ 23032 w 6336747"/>
              <a:gd name="connsiteY4" fmla="*/ 0 h 2145709"/>
              <a:gd name="connsiteX0" fmla="*/ 23032 w 6336747"/>
              <a:gd name="connsiteY0" fmla="*/ 0 h 2194592"/>
              <a:gd name="connsiteX1" fmla="*/ 6336747 w 6336747"/>
              <a:gd name="connsiteY1" fmla="*/ 1 h 2194592"/>
              <a:gd name="connsiteX2" fmla="*/ 6307718 w 6336747"/>
              <a:gd name="connsiteY2" fmla="*/ 2090058 h 2194592"/>
              <a:gd name="connsiteX3" fmla="*/ 4174118 w 6336747"/>
              <a:gd name="connsiteY3" fmla="*/ 1016000 h 2194592"/>
              <a:gd name="connsiteX4" fmla="*/ 23032 w 6336747"/>
              <a:gd name="connsiteY4" fmla="*/ 0 h 2194592"/>
              <a:gd name="connsiteX0" fmla="*/ 0 w 6313715"/>
              <a:gd name="connsiteY0" fmla="*/ 0 h 2194592"/>
              <a:gd name="connsiteX1" fmla="*/ 6313715 w 6313715"/>
              <a:gd name="connsiteY1" fmla="*/ 1 h 2194592"/>
              <a:gd name="connsiteX2" fmla="*/ 6284686 w 6313715"/>
              <a:gd name="connsiteY2" fmla="*/ 2090058 h 2194592"/>
              <a:gd name="connsiteX3" fmla="*/ 4151086 w 6313715"/>
              <a:gd name="connsiteY3" fmla="*/ 1016000 h 2194592"/>
              <a:gd name="connsiteX4" fmla="*/ 0 w 6313715"/>
              <a:gd name="connsiteY4" fmla="*/ 0 h 2194592"/>
              <a:gd name="connsiteX0" fmla="*/ 0 w 6313715"/>
              <a:gd name="connsiteY0" fmla="*/ 0 h 2194592"/>
              <a:gd name="connsiteX1" fmla="*/ 6313715 w 6313715"/>
              <a:gd name="connsiteY1" fmla="*/ 1 h 2194592"/>
              <a:gd name="connsiteX2" fmla="*/ 6284686 w 6313715"/>
              <a:gd name="connsiteY2" fmla="*/ 2090058 h 2194592"/>
              <a:gd name="connsiteX3" fmla="*/ 4151086 w 6313715"/>
              <a:gd name="connsiteY3" fmla="*/ 1016000 h 2194592"/>
              <a:gd name="connsiteX4" fmla="*/ 0 w 6313715"/>
              <a:gd name="connsiteY4" fmla="*/ 0 h 2194592"/>
              <a:gd name="connsiteX0" fmla="*/ 0 w 6313715"/>
              <a:gd name="connsiteY0" fmla="*/ 0 h 2194592"/>
              <a:gd name="connsiteX1" fmla="*/ 6313715 w 6313715"/>
              <a:gd name="connsiteY1" fmla="*/ 1 h 2194592"/>
              <a:gd name="connsiteX2" fmla="*/ 6284686 w 6313715"/>
              <a:gd name="connsiteY2" fmla="*/ 2090058 h 2194592"/>
              <a:gd name="connsiteX3" fmla="*/ 4151086 w 6313715"/>
              <a:gd name="connsiteY3" fmla="*/ 1016000 h 2194592"/>
              <a:gd name="connsiteX4" fmla="*/ 0 w 6313715"/>
              <a:gd name="connsiteY4" fmla="*/ 0 h 2194592"/>
              <a:gd name="connsiteX0" fmla="*/ 0 w 6313715"/>
              <a:gd name="connsiteY0" fmla="*/ 0 h 2198577"/>
              <a:gd name="connsiteX1" fmla="*/ 6313715 w 6313715"/>
              <a:gd name="connsiteY1" fmla="*/ 1 h 2198577"/>
              <a:gd name="connsiteX2" fmla="*/ 6284686 w 6313715"/>
              <a:gd name="connsiteY2" fmla="*/ 2090058 h 2198577"/>
              <a:gd name="connsiteX3" fmla="*/ 3947886 w 6313715"/>
              <a:gd name="connsiteY3" fmla="*/ 1045029 h 2198577"/>
              <a:gd name="connsiteX4" fmla="*/ 0 w 6313715"/>
              <a:gd name="connsiteY4" fmla="*/ 0 h 2198577"/>
              <a:gd name="connsiteX0" fmla="*/ 0 w 6313715"/>
              <a:gd name="connsiteY0" fmla="*/ 0 h 2208475"/>
              <a:gd name="connsiteX1" fmla="*/ 6313715 w 6313715"/>
              <a:gd name="connsiteY1" fmla="*/ 1 h 2208475"/>
              <a:gd name="connsiteX2" fmla="*/ 6284686 w 6313715"/>
              <a:gd name="connsiteY2" fmla="*/ 2090058 h 2208475"/>
              <a:gd name="connsiteX3" fmla="*/ 3947886 w 6313715"/>
              <a:gd name="connsiteY3" fmla="*/ 1045029 h 2208475"/>
              <a:gd name="connsiteX4" fmla="*/ 0 w 6313715"/>
              <a:gd name="connsiteY4" fmla="*/ 0 h 2208475"/>
              <a:gd name="connsiteX0" fmla="*/ 0 w 6313715"/>
              <a:gd name="connsiteY0" fmla="*/ 0 h 2212774"/>
              <a:gd name="connsiteX1" fmla="*/ 6313715 w 6313715"/>
              <a:gd name="connsiteY1" fmla="*/ 1 h 2212774"/>
              <a:gd name="connsiteX2" fmla="*/ 6284686 w 6313715"/>
              <a:gd name="connsiteY2" fmla="*/ 2090058 h 2212774"/>
              <a:gd name="connsiteX3" fmla="*/ 3947886 w 6313715"/>
              <a:gd name="connsiteY3" fmla="*/ 1045029 h 2212774"/>
              <a:gd name="connsiteX4" fmla="*/ 0 w 6313715"/>
              <a:gd name="connsiteY4" fmla="*/ 0 h 2212774"/>
              <a:gd name="connsiteX0" fmla="*/ 0 w 6313715"/>
              <a:gd name="connsiteY0" fmla="*/ 0 h 2169690"/>
              <a:gd name="connsiteX1" fmla="*/ 6313715 w 6313715"/>
              <a:gd name="connsiteY1" fmla="*/ 1 h 2169690"/>
              <a:gd name="connsiteX2" fmla="*/ 6284686 w 6313715"/>
              <a:gd name="connsiteY2" fmla="*/ 2090058 h 2169690"/>
              <a:gd name="connsiteX3" fmla="*/ 3947886 w 6313715"/>
              <a:gd name="connsiteY3" fmla="*/ 1045029 h 2169690"/>
              <a:gd name="connsiteX4" fmla="*/ 0 w 6313715"/>
              <a:gd name="connsiteY4" fmla="*/ 0 h 2169690"/>
              <a:gd name="connsiteX0" fmla="*/ 0 w 6313715"/>
              <a:gd name="connsiteY0" fmla="*/ 0 h 2110983"/>
              <a:gd name="connsiteX1" fmla="*/ 6313715 w 6313715"/>
              <a:gd name="connsiteY1" fmla="*/ 1 h 2110983"/>
              <a:gd name="connsiteX2" fmla="*/ 6284686 w 6313715"/>
              <a:gd name="connsiteY2" fmla="*/ 2090058 h 2110983"/>
              <a:gd name="connsiteX3" fmla="*/ 3947886 w 6313715"/>
              <a:gd name="connsiteY3" fmla="*/ 1045029 h 2110983"/>
              <a:gd name="connsiteX4" fmla="*/ 0 w 6313715"/>
              <a:gd name="connsiteY4" fmla="*/ 0 h 2110983"/>
              <a:gd name="connsiteX0" fmla="*/ 0 w 6313715"/>
              <a:gd name="connsiteY0" fmla="*/ 0 h 2106391"/>
              <a:gd name="connsiteX1" fmla="*/ 6313715 w 6313715"/>
              <a:gd name="connsiteY1" fmla="*/ 1 h 2106391"/>
              <a:gd name="connsiteX2" fmla="*/ 6284686 w 6313715"/>
              <a:gd name="connsiteY2" fmla="*/ 2090058 h 2106391"/>
              <a:gd name="connsiteX3" fmla="*/ 3947886 w 6313715"/>
              <a:gd name="connsiteY3" fmla="*/ 1045029 h 2106391"/>
              <a:gd name="connsiteX4" fmla="*/ 0 w 6313715"/>
              <a:gd name="connsiteY4" fmla="*/ 0 h 2106391"/>
              <a:gd name="connsiteX0" fmla="*/ 0 w 6313715"/>
              <a:gd name="connsiteY0" fmla="*/ 0 h 2103769"/>
              <a:gd name="connsiteX1" fmla="*/ 6313715 w 6313715"/>
              <a:gd name="connsiteY1" fmla="*/ 1 h 2103769"/>
              <a:gd name="connsiteX2" fmla="*/ 6284686 w 6313715"/>
              <a:gd name="connsiteY2" fmla="*/ 2090058 h 2103769"/>
              <a:gd name="connsiteX3" fmla="*/ 3947886 w 6313715"/>
              <a:gd name="connsiteY3" fmla="*/ 1045029 h 2103769"/>
              <a:gd name="connsiteX4" fmla="*/ 0 w 6313715"/>
              <a:gd name="connsiteY4" fmla="*/ 0 h 2103769"/>
              <a:gd name="connsiteX0" fmla="*/ 0 w 6313715"/>
              <a:gd name="connsiteY0" fmla="*/ 0 h 2103026"/>
              <a:gd name="connsiteX1" fmla="*/ 6313715 w 6313715"/>
              <a:gd name="connsiteY1" fmla="*/ 1 h 2103026"/>
              <a:gd name="connsiteX2" fmla="*/ 6284686 w 6313715"/>
              <a:gd name="connsiteY2" fmla="*/ 2090058 h 2103026"/>
              <a:gd name="connsiteX3" fmla="*/ 3947886 w 6313715"/>
              <a:gd name="connsiteY3" fmla="*/ 1045029 h 2103026"/>
              <a:gd name="connsiteX4" fmla="*/ 0 w 6313715"/>
              <a:gd name="connsiteY4" fmla="*/ 0 h 2103026"/>
              <a:gd name="connsiteX0" fmla="*/ 0 w 6313715"/>
              <a:gd name="connsiteY0" fmla="*/ 0 h 2090058"/>
              <a:gd name="connsiteX1" fmla="*/ 6313715 w 6313715"/>
              <a:gd name="connsiteY1" fmla="*/ 1 h 2090058"/>
              <a:gd name="connsiteX2" fmla="*/ 6284686 w 6313715"/>
              <a:gd name="connsiteY2" fmla="*/ 2090058 h 2090058"/>
              <a:gd name="connsiteX3" fmla="*/ 3947886 w 6313715"/>
              <a:gd name="connsiteY3" fmla="*/ 1045029 h 2090058"/>
              <a:gd name="connsiteX4" fmla="*/ 0 w 6313715"/>
              <a:gd name="connsiteY4" fmla="*/ 0 h 2090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13715" h="2090058">
                <a:moveTo>
                  <a:pt x="0" y="0"/>
                </a:moveTo>
                <a:lnTo>
                  <a:pt x="6313715" y="1"/>
                </a:lnTo>
                <a:lnTo>
                  <a:pt x="6284686" y="2090058"/>
                </a:lnTo>
                <a:cubicBezTo>
                  <a:pt x="5701696" y="2061031"/>
                  <a:pt x="5140476" y="2046514"/>
                  <a:pt x="3947886" y="1045029"/>
                </a:cubicBezTo>
                <a:cubicBezTo>
                  <a:pt x="3248781" y="493486"/>
                  <a:pt x="2639181" y="130628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Telehealth | Omaha | Nebraska Medicine">
            <a:extLst>
              <a:ext uri="{FF2B5EF4-FFF2-40B4-BE49-F238E27FC236}">
                <a16:creationId xmlns:a16="http://schemas.microsoft.com/office/drawing/2014/main" id="{B0A59B22-BA26-4EE1-96DE-6D7C71046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36" y="651444"/>
            <a:ext cx="4252687" cy="5997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06EA9D-5785-FB02-62DD-A51FD9549390}"/>
              </a:ext>
            </a:extLst>
          </p:cNvPr>
          <p:cNvSpPr txBox="1"/>
          <p:nvPr/>
        </p:nvSpPr>
        <p:spPr>
          <a:xfrm>
            <a:off x="4687110" y="990956"/>
            <a:ext cx="6185737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IN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 The healthcare industry faces challenges like long wait times and limited access.</a:t>
            </a:r>
          </a:p>
          <a:p>
            <a:endParaRPr lang="en-IN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 Telemedicine provides digital healthcare solutions for remote services.</a:t>
            </a:r>
          </a:p>
          <a:p>
            <a:endParaRPr lang="en-IN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Ayu-Care</a:t>
            </a:r>
            <a:r>
              <a:rPr lang="en-IN" sz="2400" dirty="0"/>
              <a:t> integrates real-time video consultations, ML-based disease prediction, and chatbot assistance.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74A43E-1952-C3D1-CF50-06E0CF2F514B}"/>
              </a:ext>
            </a:extLst>
          </p:cNvPr>
          <p:cNvSpPr txBox="1"/>
          <p:nvPr/>
        </p:nvSpPr>
        <p:spPr>
          <a:xfrm>
            <a:off x="2729007" y="264858"/>
            <a:ext cx="61184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930650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roup 199">
            <a:extLst>
              <a:ext uri="{FF2B5EF4-FFF2-40B4-BE49-F238E27FC236}">
                <a16:creationId xmlns:a16="http://schemas.microsoft.com/office/drawing/2014/main" id="{5DD831DD-3407-4CB6-A2ED-72CA4C4F1000}"/>
              </a:ext>
            </a:extLst>
          </p:cNvPr>
          <p:cNvGrpSpPr/>
          <p:nvPr/>
        </p:nvGrpSpPr>
        <p:grpSpPr>
          <a:xfrm>
            <a:off x="211080" y="836227"/>
            <a:ext cx="6135932" cy="5751842"/>
            <a:chOff x="486770" y="549357"/>
            <a:chExt cx="6135932" cy="5751842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4D72F40-BC94-49BD-B343-8394796B9CE6}"/>
                </a:ext>
              </a:extLst>
            </p:cNvPr>
            <p:cNvSpPr/>
            <p:nvPr/>
          </p:nvSpPr>
          <p:spPr>
            <a:xfrm>
              <a:off x="4059872" y="5733167"/>
              <a:ext cx="1069434" cy="568032"/>
            </a:xfrm>
            <a:custGeom>
              <a:avLst/>
              <a:gdLst>
                <a:gd name="connsiteX0" fmla="*/ 1067666 w 1069434"/>
                <a:gd name="connsiteY0" fmla="*/ 275171 h 568032"/>
                <a:gd name="connsiteX1" fmla="*/ 533833 w 1069434"/>
                <a:gd name="connsiteY1" fmla="*/ 0 h 568032"/>
                <a:gd name="connsiteX2" fmla="*/ 0 w 1069434"/>
                <a:gd name="connsiteY2" fmla="*/ 275171 h 568032"/>
                <a:gd name="connsiteX3" fmla="*/ 0 w 1069434"/>
                <a:gd name="connsiteY3" fmla="*/ 283623 h 568032"/>
                <a:gd name="connsiteX4" fmla="*/ 534816 w 1069434"/>
                <a:gd name="connsiteY4" fmla="*/ 568032 h 568032"/>
                <a:gd name="connsiteX5" fmla="*/ 1069435 w 1069434"/>
                <a:gd name="connsiteY5" fmla="*/ 283623 h 568032"/>
                <a:gd name="connsiteX6" fmla="*/ 1067666 w 1069434"/>
                <a:gd name="connsiteY6" fmla="*/ 275171 h 568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9434" h="568032">
                  <a:moveTo>
                    <a:pt x="1067666" y="275171"/>
                  </a:moveTo>
                  <a:cubicBezTo>
                    <a:pt x="1059214" y="122058"/>
                    <a:pt x="823746" y="0"/>
                    <a:pt x="533833" y="0"/>
                  </a:cubicBezTo>
                  <a:cubicBezTo>
                    <a:pt x="243920" y="0"/>
                    <a:pt x="8452" y="121862"/>
                    <a:pt x="0" y="275171"/>
                  </a:cubicBezTo>
                  <a:cubicBezTo>
                    <a:pt x="0" y="278120"/>
                    <a:pt x="0" y="280872"/>
                    <a:pt x="0" y="283623"/>
                  </a:cubicBezTo>
                  <a:cubicBezTo>
                    <a:pt x="0" y="440864"/>
                    <a:pt x="239399" y="568032"/>
                    <a:pt x="534816" y="568032"/>
                  </a:cubicBezTo>
                  <a:cubicBezTo>
                    <a:pt x="830232" y="568032"/>
                    <a:pt x="1069435" y="440864"/>
                    <a:pt x="1069435" y="283623"/>
                  </a:cubicBezTo>
                  <a:cubicBezTo>
                    <a:pt x="1068451" y="280675"/>
                    <a:pt x="1067862" y="277923"/>
                    <a:pt x="1067666" y="275171"/>
                  </a:cubicBezTo>
                  <a:close/>
                </a:path>
              </a:pathLst>
            </a:custGeom>
            <a:solidFill>
              <a:srgbClr val="B9B8F1">
                <a:alpha val="50000"/>
              </a:srgbClr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E60F9B0-CC98-4E6B-ADD9-A6A9C105DB53}"/>
                </a:ext>
              </a:extLst>
            </p:cNvPr>
            <p:cNvSpPr/>
            <p:nvPr/>
          </p:nvSpPr>
          <p:spPr>
            <a:xfrm>
              <a:off x="5659405" y="5776604"/>
              <a:ext cx="963297" cy="511622"/>
            </a:xfrm>
            <a:custGeom>
              <a:avLst/>
              <a:gdLst>
                <a:gd name="connsiteX0" fmla="*/ 961724 w 963297"/>
                <a:gd name="connsiteY0" fmla="*/ 248441 h 511622"/>
                <a:gd name="connsiteX1" fmla="*/ 480764 w 963297"/>
                <a:gd name="connsiteY1" fmla="*/ 0 h 511622"/>
                <a:gd name="connsiteX2" fmla="*/ 0 w 963297"/>
                <a:gd name="connsiteY2" fmla="*/ 248441 h 511622"/>
                <a:gd name="connsiteX3" fmla="*/ 0 w 963297"/>
                <a:gd name="connsiteY3" fmla="*/ 256106 h 511622"/>
                <a:gd name="connsiteX4" fmla="*/ 481550 w 963297"/>
                <a:gd name="connsiteY4" fmla="*/ 511622 h 511622"/>
                <a:gd name="connsiteX5" fmla="*/ 963297 w 963297"/>
                <a:gd name="connsiteY5" fmla="*/ 256106 h 511622"/>
                <a:gd name="connsiteX6" fmla="*/ 961724 w 963297"/>
                <a:gd name="connsiteY6" fmla="*/ 248441 h 51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63297" h="511622">
                  <a:moveTo>
                    <a:pt x="961724" y="248441"/>
                  </a:moveTo>
                  <a:cubicBezTo>
                    <a:pt x="954059" y="110855"/>
                    <a:pt x="741980" y="0"/>
                    <a:pt x="480764" y="0"/>
                  </a:cubicBezTo>
                  <a:cubicBezTo>
                    <a:pt x="219547" y="0"/>
                    <a:pt x="7665" y="110658"/>
                    <a:pt x="0" y="248441"/>
                  </a:cubicBezTo>
                  <a:cubicBezTo>
                    <a:pt x="0" y="251192"/>
                    <a:pt x="0" y="253551"/>
                    <a:pt x="0" y="256106"/>
                  </a:cubicBezTo>
                  <a:cubicBezTo>
                    <a:pt x="0" y="397623"/>
                    <a:pt x="216206" y="511622"/>
                    <a:pt x="481550" y="511622"/>
                  </a:cubicBezTo>
                  <a:cubicBezTo>
                    <a:pt x="746894" y="511622"/>
                    <a:pt x="963297" y="396837"/>
                    <a:pt x="963297" y="256106"/>
                  </a:cubicBezTo>
                  <a:cubicBezTo>
                    <a:pt x="962511" y="253551"/>
                    <a:pt x="961921" y="251389"/>
                    <a:pt x="961724" y="248441"/>
                  </a:cubicBezTo>
                  <a:close/>
                </a:path>
              </a:pathLst>
            </a:custGeom>
            <a:solidFill>
              <a:srgbClr val="B9B8F1">
                <a:alpha val="50000"/>
              </a:srgbClr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07EF8CB-6CFB-4358-9821-465629B9D25D}"/>
                </a:ext>
              </a:extLst>
            </p:cNvPr>
            <p:cNvSpPr/>
            <p:nvPr/>
          </p:nvSpPr>
          <p:spPr>
            <a:xfrm>
              <a:off x="1202609" y="4756701"/>
              <a:ext cx="2429371" cy="1402587"/>
            </a:xfrm>
            <a:custGeom>
              <a:avLst/>
              <a:gdLst>
                <a:gd name="connsiteX0" fmla="*/ 197730 w 2429371"/>
                <a:gd name="connsiteY0" fmla="*/ 1402588 h 1402587"/>
                <a:gd name="connsiteX1" fmla="*/ 2429372 w 2429371"/>
                <a:gd name="connsiteY1" fmla="*/ 114196 h 1402587"/>
                <a:gd name="connsiteX2" fmla="*/ 2231641 w 2429371"/>
                <a:gd name="connsiteY2" fmla="*/ 0 h 1402587"/>
                <a:gd name="connsiteX3" fmla="*/ 0 w 2429371"/>
                <a:gd name="connsiteY3" fmla="*/ 1288392 h 1402587"/>
                <a:gd name="connsiteX4" fmla="*/ 197730 w 2429371"/>
                <a:gd name="connsiteY4" fmla="*/ 1402588 h 140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9371" h="1402587">
                  <a:moveTo>
                    <a:pt x="197730" y="1402588"/>
                  </a:moveTo>
                  <a:lnTo>
                    <a:pt x="2429372" y="114196"/>
                  </a:lnTo>
                  <a:lnTo>
                    <a:pt x="2231641" y="0"/>
                  </a:lnTo>
                  <a:lnTo>
                    <a:pt x="0" y="1288392"/>
                  </a:lnTo>
                  <a:lnTo>
                    <a:pt x="197730" y="1402588"/>
                  </a:lnTo>
                  <a:close/>
                </a:path>
              </a:pathLst>
            </a:custGeom>
            <a:solidFill>
              <a:srgbClr val="B9B8F1">
                <a:alpha val="50000"/>
              </a:srgbClr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C7F8D66-2FB0-417E-9F56-E50664935B58}"/>
                </a:ext>
              </a:extLst>
            </p:cNvPr>
            <p:cNvSpPr/>
            <p:nvPr/>
          </p:nvSpPr>
          <p:spPr>
            <a:xfrm>
              <a:off x="4886369" y="4899791"/>
              <a:ext cx="962314" cy="511425"/>
            </a:xfrm>
            <a:custGeom>
              <a:avLst/>
              <a:gdLst>
                <a:gd name="connsiteX0" fmla="*/ 960939 w 962314"/>
                <a:gd name="connsiteY0" fmla="*/ 248244 h 511425"/>
                <a:gd name="connsiteX1" fmla="*/ 480371 w 962314"/>
                <a:gd name="connsiteY1" fmla="*/ 0 h 511425"/>
                <a:gd name="connsiteX2" fmla="*/ 0 w 962314"/>
                <a:gd name="connsiteY2" fmla="*/ 248244 h 511425"/>
                <a:gd name="connsiteX3" fmla="*/ 0 w 962314"/>
                <a:gd name="connsiteY3" fmla="*/ 255909 h 511425"/>
                <a:gd name="connsiteX4" fmla="*/ 480961 w 962314"/>
                <a:gd name="connsiteY4" fmla="*/ 511425 h 511425"/>
                <a:gd name="connsiteX5" fmla="*/ 962315 w 962314"/>
                <a:gd name="connsiteY5" fmla="*/ 255909 h 511425"/>
                <a:gd name="connsiteX6" fmla="*/ 960939 w 962314"/>
                <a:gd name="connsiteY6" fmla="*/ 248244 h 51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62314" h="511425">
                  <a:moveTo>
                    <a:pt x="960939" y="248244"/>
                  </a:moveTo>
                  <a:cubicBezTo>
                    <a:pt x="953273" y="110658"/>
                    <a:pt x="741391" y="0"/>
                    <a:pt x="480371" y="0"/>
                  </a:cubicBezTo>
                  <a:cubicBezTo>
                    <a:pt x="219351" y="0"/>
                    <a:pt x="7666" y="110462"/>
                    <a:pt x="0" y="248244"/>
                  </a:cubicBezTo>
                  <a:cubicBezTo>
                    <a:pt x="0" y="250995"/>
                    <a:pt x="0" y="253354"/>
                    <a:pt x="0" y="255909"/>
                  </a:cubicBezTo>
                  <a:cubicBezTo>
                    <a:pt x="0" y="397426"/>
                    <a:pt x="216206" y="511425"/>
                    <a:pt x="480961" y="511425"/>
                  </a:cubicBezTo>
                  <a:cubicBezTo>
                    <a:pt x="745715" y="511425"/>
                    <a:pt x="962315" y="396837"/>
                    <a:pt x="962315" y="255909"/>
                  </a:cubicBezTo>
                  <a:cubicBezTo>
                    <a:pt x="962118" y="253354"/>
                    <a:pt x="962118" y="250995"/>
                    <a:pt x="960939" y="248244"/>
                  </a:cubicBezTo>
                  <a:close/>
                </a:path>
              </a:pathLst>
            </a:custGeom>
            <a:solidFill>
              <a:srgbClr val="B9B8F1">
                <a:alpha val="50000"/>
              </a:srgbClr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CBE189E-41B5-4E8A-ACA5-6656DB484652}"/>
                </a:ext>
              </a:extLst>
            </p:cNvPr>
            <p:cNvSpPr/>
            <p:nvPr/>
          </p:nvSpPr>
          <p:spPr>
            <a:xfrm>
              <a:off x="1362601" y="846737"/>
              <a:ext cx="2134741" cy="5007308"/>
            </a:xfrm>
            <a:custGeom>
              <a:avLst/>
              <a:gdLst>
                <a:gd name="connsiteX0" fmla="*/ 2134742 w 2134741"/>
                <a:gd name="connsiteY0" fmla="*/ 99824 h 5007308"/>
                <a:gd name="connsiteX1" fmla="*/ 2005018 w 2134741"/>
                <a:gd name="connsiteY1" fmla="*/ 26117 h 5007308"/>
                <a:gd name="connsiteX2" fmla="*/ 2003249 w 2134741"/>
                <a:gd name="connsiteY2" fmla="*/ 26117 h 5007308"/>
                <a:gd name="connsiteX3" fmla="*/ 1998728 w 2134741"/>
                <a:gd name="connsiteY3" fmla="*/ 23562 h 5007308"/>
                <a:gd name="connsiteX4" fmla="*/ 1998728 w 2134741"/>
                <a:gd name="connsiteY4" fmla="*/ 23562 h 5007308"/>
                <a:gd name="connsiteX5" fmla="*/ 1787043 w 2134741"/>
                <a:gd name="connsiteY5" fmla="*/ 32210 h 5007308"/>
                <a:gd name="connsiteX6" fmla="*/ 269668 w 2134741"/>
                <a:gd name="connsiteY6" fmla="*/ 907059 h 5007308"/>
                <a:gd name="connsiteX7" fmla="*/ 0 w 2134741"/>
                <a:gd name="connsiteY7" fmla="*/ 1422022 h 5007308"/>
                <a:gd name="connsiteX8" fmla="*/ 0 w 2134741"/>
                <a:gd name="connsiteY8" fmla="*/ 4752382 h 5007308"/>
                <a:gd name="connsiteX9" fmla="*/ 84124 w 2134741"/>
                <a:gd name="connsiteY9" fmla="*/ 4929278 h 5007308"/>
                <a:gd name="connsiteX10" fmla="*/ 84124 w 2134741"/>
                <a:gd name="connsiteY10" fmla="*/ 4929278 h 5007308"/>
                <a:gd name="connsiteX11" fmla="*/ 84124 w 2134741"/>
                <a:gd name="connsiteY11" fmla="*/ 4929278 h 5007308"/>
                <a:gd name="connsiteX12" fmla="*/ 91200 w 2134741"/>
                <a:gd name="connsiteY12" fmla="*/ 4933209 h 5007308"/>
                <a:gd name="connsiteX13" fmla="*/ 220727 w 2134741"/>
                <a:gd name="connsiteY13" fmla="*/ 5007309 h 5007308"/>
                <a:gd name="connsiteX14" fmla="*/ 330206 w 2134741"/>
                <a:gd name="connsiteY14" fmla="*/ 4921023 h 5007308"/>
                <a:gd name="connsiteX15" fmla="*/ 1841094 w 2134741"/>
                <a:gd name="connsiteY15" fmla="*/ 4048730 h 5007308"/>
                <a:gd name="connsiteX16" fmla="*/ 2110566 w 2134741"/>
                <a:gd name="connsiteY16" fmla="*/ 3533766 h 5007308"/>
                <a:gd name="connsiteX17" fmla="*/ 2110566 w 2134741"/>
                <a:gd name="connsiteY17" fmla="*/ 231709 h 5007308"/>
                <a:gd name="connsiteX18" fmla="*/ 2099166 w 2134741"/>
                <a:gd name="connsiteY18" fmla="*/ 151320 h 5007308"/>
                <a:gd name="connsiteX19" fmla="*/ 2110566 w 2134741"/>
                <a:gd name="connsiteY19" fmla="*/ 158396 h 5007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34741" h="5007308">
                  <a:moveTo>
                    <a:pt x="2134742" y="99824"/>
                  </a:moveTo>
                  <a:lnTo>
                    <a:pt x="2005018" y="26117"/>
                  </a:lnTo>
                  <a:lnTo>
                    <a:pt x="2003249" y="26117"/>
                  </a:lnTo>
                  <a:lnTo>
                    <a:pt x="1998728" y="23562"/>
                  </a:lnTo>
                  <a:lnTo>
                    <a:pt x="1998728" y="23562"/>
                  </a:lnTo>
                  <a:cubicBezTo>
                    <a:pt x="1931488" y="-10693"/>
                    <a:pt x="1851256" y="-7417"/>
                    <a:pt x="1787043" y="32210"/>
                  </a:cubicBezTo>
                  <a:lnTo>
                    <a:pt x="269668" y="907059"/>
                  </a:lnTo>
                  <a:cubicBezTo>
                    <a:pt x="121272" y="992755"/>
                    <a:pt x="0" y="1224488"/>
                    <a:pt x="0" y="1422022"/>
                  </a:cubicBezTo>
                  <a:lnTo>
                    <a:pt x="0" y="4752382"/>
                  </a:lnTo>
                  <a:cubicBezTo>
                    <a:pt x="0" y="4837489"/>
                    <a:pt x="34003" y="4896258"/>
                    <a:pt x="84124" y="4929278"/>
                  </a:cubicBezTo>
                  <a:lnTo>
                    <a:pt x="84124" y="4929278"/>
                  </a:lnTo>
                  <a:lnTo>
                    <a:pt x="84124" y="4929278"/>
                  </a:lnTo>
                  <a:lnTo>
                    <a:pt x="91200" y="4933209"/>
                  </a:lnTo>
                  <a:lnTo>
                    <a:pt x="220727" y="5007309"/>
                  </a:lnTo>
                  <a:lnTo>
                    <a:pt x="330206" y="4921023"/>
                  </a:lnTo>
                  <a:lnTo>
                    <a:pt x="1841094" y="4048730"/>
                  </a:lnTo>
                  <a:cubicBezTo>
                    <a:pt x="1989294" y="3963230"/>
                    <a:pt x="2110566" y="3731496"/>
                    <a:pt x="2110566" y="3533766"/>
                  </a:cubicBezTo>
                  <a:lnTo>
                    <a:pt x="2110566" y="231709"/>
                  </a:lnTo>
                  <a:cubicBezTo>
                    <a:pt x="2110605" y="204509"/>
                    <a:pt x="2106753" y="177440"/>
                    <a:pt x="2099166" y="151320"/>
                  </a:cubicBezTo>
                  <a:lnTo>
                    <a:pt x="2110566" y="15839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93EBC6C-0FE3-4513-BEC6-89E7A41101E7}"/>
                </a:ext>
              </a:extLst>
            </p:cNvPr>
            <p:cNvSpPr/>
            <p:nvPr/>
          </p:nvSpPr>
          <p:spPr>
            <a:xfrm>
              <a:off x="1491342" y="918540"/>
              <a:ext cx="2110565" cy="4961074"/>
            </a:xfrm>
            <a:custGeom>
              <a:avLst/>
              <a:gdLst>
                <a:gd name="connsiteX0" fmla="*/ 1841291 w 2110565"/>
                <a:gd name="connsiteY0" fmla="*/ 4050044 h 4961074"/>
                <a:gd name="connsiteX1" fmla="*/ 330402 w 2110565"/>
                <a:gd name="connsiteY1" fmla="*/ 4922337 h 4961074"/>
                <a:gd name="connsiteX2" fmla="*/ 0 w 2110565"/>
                <a:gd name="connsiteY2" fmla="*/ 4753696 h 4961074"/>
                <a:gd name="connsiteX3" fmla="*/ 0 w 2110565"/>
                <a:gd name="connsiteY3" fmla="*/ 1423336 h 4961074"/>
                <a:gd name="connsiteX4" fmla="*/ 269668 w 2110565"/>
                <a:gd name="connsiteY4" fmla="*/ 908372 h 4961074"/>
                <a:gd name="connsiteX5" fmla="*/ 1786453 w 2110565"/>
                <a:gd name="connsiteY5" fmla="*/ 32541 h 4961074"/>
                <a:gd name="connsiteX6" fmla="*/ 2110566 w 2110565"/>
                <a:gd name="connsiteY6" fmla="*/ 233613 h 4961074"/>
                <a:gd name="connsiteX7" fmla="*/ 2110566 w 2110565"/>
                <a:gd name="connsiteY7" fmla="*/ 3535669 h 4961074"/>
                <a:gd name="connsiteX8" fmla="*/ 1841291 w 2110565"/>
                <a:gd name="connsiteY8" fmla="*/ 4050044 h 4961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0565" h="4961074">
                  <a:moveTo>
                    <a:pt x="1841291" y="4050044"/>
                  </a:moveTo>
                  <a:lnTo>
                    <a:pt x="330402" y="4922337"/>
                  </a:lnTo>
                  <a:cubicBezTo>
                    <a:pt x="182203" y="5008033"/>
                    <a:pt x="0" y="4951426"/>
                    <a:pt x="0" y="4753696"/>
                  </a:cubicBezTo>
                  <a:lnTo>
                    <a:pt x="0" y="1423336"/>
                  </a:lnTo>
                  <a:cubicBezTo>
                    <a:pt x="0" y="1226785"/>
                    <a:pt x="121469" y="994069"/>
                    <a:pt x="269668" y="908372"/>
                  </a:cubicBezTo>
                  <a:lnTo>
                    <a:pt x="1786453" y="32541"/>
                  </a:lnTo>
                  <a:cubicBezTo>
                    <a:pt x="1934652" y="-53155"/>
                    <a:pt x="2110566" y="36079"/>
                    <a:pt x="2110566" y="233613"/>
                  </a:cubicBezTo>
                  <a:lnTo>
                    <a:pt x="2110566" y="3535669"/>
                  </a:lnTo>
                  <a:cubicBezTo>
                    <a:pt x="2110566" y="3733596"/>
                    <a:pt x="1989294" y="3964544"/>
                    <a:pt x="1841291" y="4050044"/>
                  </a:cubicBezTo>
                  <a:close/>
                </a:path>
              </a:pathLst>
            </a:custGeom>
            <a:solidFill>
              <a:srgbClr val="566CD3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F9915D1-E84B-4182-97F4-035BEC3BAEEF}"/>
                </a:ext>
              </a:extLst>
            </p:cNvPr>
            <p:cNvSpPr/>
            <p:nvPr/>
          </p:nvSpPr>
          <p:spPr>
            <a:xfrm>
              <a:off x="1540283" y="968493"/>
              <a:ext cx="2012683" cy="4850542"/>
            </a:xfrm>
            <a:custGeom>
              <a:avLst/>
              <a:gdLst>
                <a:gd name="connsiteX0" fmla="*/ 1744784 w 2012683"/>
                <a:gd name="connsiteY0" fmla="*/ 3963335 h 4850542"/>
                <a:gd name="connsiteX1" fmla="*/ 267703 w 2012683"/>
                <a:gd name="connsiteY1" fmla="*/ 4816170 h 4850542"/>
                <a:gd name="connsiteX2" fmla="*/ 0 w 2012683"/>
                <a:gd name="connsiteY2" fmla="*/ 4628464 h 4850542"/>
                <a:gd name="connsiteX3" fmla="*/ 0 w 2012683"/>
                <a:gd name="connsiteY3" fmla="*/ 1395593 h 4850542"/>
                <a:gd name="connsiteX4" fmla="*/ 267703 w 2012683"/>
                <a:gd name="connsiteY4" fmla="*/ 884560 h 4850542"/>
                <a:gd name="connsiteX5" fmla="*/ 1744784 w 2012683"/>
                <a:gd name="connsiteY5" fmla="*/ 31922 h 4850542"/>
                <a:gd name="connsiteX6" fmla="*/ 2012683 w 2012683"/>
                <a:gd name="connsiteY6" fmla="*/ 234370 h 4850542"/>
                <a:gd name="connsiteX7" fmla="*/ 2012683 w 2012683"/>
                <a:gd name="connsiteY7" fmla="*/ 3467437 h 4850542"/>
                <a:gd name="connsiteX8" fmla="*/ 1744784 w 2012683"/>
                <a:gd name="connsiteY8" fmla="*/ 3963335 h 4850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12683" h="4850542">
                  <a:moveTo>
                    <a:pt x="1744784" y="3963335"/>
                  </a:moveTo>
                  <a:lnTo>
                    <a:pt x="267703" y="4816170"/>
                  </a:lnTo>
                  <a:cubicBezTo>
                    <a:pt x="120486" y="4901080"/>
                    <a:pt x="0" y="4825015"/>
                    <a:pt x="0" y="4628464"/>
                  </a:cubicBezTo>
                  <a:lnTo>
                    <a:pt x="0" y="1395593"/>
                  </a:lnTo>
                  <a:cubicBezTo>
                    <a:pt x="0" y="1199042"/>
                    <a:pt x="120486" y="969077"/>
                    <a:pt x="267703" y="884560"/>
                  </a:cubicBezTo>
                  <a:lnTo>
                    <a:pt x="1744784" y="31922"/>
                  </a:lnTo>
                  <a:cubicBezTo>
                    <a:pt x="1892001" y="-53185"/>
                    <a:pt x="2012683" y="37819"/>
                    <a:pt x="2012683" y="234370"/>
                  </a:cubicBezTo>
                  <a:lnTo>
                    <a:pt x="2012683" y="3467437"/>
                  </a:lnTo>
                  <a:cubicBezTo>
                    <a:pt x="2012683" y="3663988"/>
                    <a:pt x="1892001" y="3878425"/>
                    <a:pt x="1744784" y="3963335"/>
                  </a:cubicBezTo>
                  <a:close/>
                </a:path>
              </a:pathLst>
            </a:custGeom>
            <a:solidFill>
              <a:srgbClr val="B9B8F1">
                <a:alpha val="50000"/>
              </a:srgbClr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A1802BD-9BCC-41AD-A0D0-9D8D5E2D9F96}"/>
                </a:ext>
              </a:extLst>
            </p:cNvPr>
            <p:cNvSpPr/>
            <p:nvPr/>
          </p:nvSpPr>
          <p:spPr>
            <a:xfrm>
              <a:off x="1645831" y="1196377"/>
              <a:ext cx="1801390" cy="4402742"/>
            </a:xfrm>
            <a:custGeom>
              <a:avLst/>
              <a:gdLst>
                <a:gd name="connsiteX0" fmla="*/ 1801391 w 1801390"/>
                <a:gd name="connsiteY0" fmla="*/ 3362791 h 4402742"/>
                <a:gd name="connsiteX1" fmla="*/ 0 w 1801390"/>
                <a:gd name="connsiteY1" fmla="*/ 4402742 h 4402742"/>
                <a:gd name="connsiteX2" fmla="*/ 0 w 1801390"/>
                <a:gd name="connsiteY2" fmla="*/ 1039951 h 4402742"/>
                <a:gd name="connsiteX3" fmla="*/ 1801391 w 1801390"/>
                <a:gd name="connsiteY3" fmla="*/ 0 h 4402742"/>
                <a:gd name="connsiteX4" fmla="*/ 1801391 w 1801390"/>
                <a:gd name="connsiteY4" fmla="*/ 3362791 h 4402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1390" h="4402742">
                  <a:moveTo>
                    <a:pt x="1801391" y="3362791"/>
                  </a:moveTo>
                  <a:lnTo>
                    <a:pt x="0" y="4402742"/>
                  </a:lnTo>
                  <a:lnTo>
                    <a:pt x="0" y="1039951"/>
                  </a:lnTo>
                  <a:lnTo>
                    <a:pt x="1801391" y="0"/>
                  </a:lnTo>
                  <a:lnTo>
                    <a:pt x="1801391" y="3362791"/>
                  </a:ln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E497C83-9C7C-4706-99E3-78D66794D34A}"/>
                </a:ext>
              </a:extLst>
            </p:cNvPr>
            <p:cNvSpPr/>
            <p:nvPr/>
          </p:nvSpPr>
          <p:spPr>
            <a:xfrm>
              <a:off x="2382898" y="1594910"/>
              <a:ext cx="66237" cy="96546"/>
            </a:xfrm>
            <a:custGeom>
              <a:avLst/>
              <a:gdLst>
                <a:gd name="connsiteX0" fmla="*/ 66238 w 66237"/>
                <a:gd name="connsiteY0" fmla="*/ 29162 h 96546"/>
                <a:gd name="connsiteX1" fmla="*/ 33217 w 66237"/>
                <a:gd name="connsiteY1" fmla="*/ 92452 h 96546"/>
                <a:gd name="connsiteX2" fmla="*/ 0 w 66237"/>
                <a:gd name="connsiteY2" fmla="*/ 67490 h 96546"/>
                <a:gd name="connsiteX3" fmla="*/ 33217 w 66237"/>
                <a:gd name="connsiteY3" fmla="*/ 4004 h 96546"/>
                <a:gd name="connsiteX4" fmla="*/ 66238 w 66237"/>
                <a:gd name="connsiteY4" fmla="*/ 29162 h 96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237" h="96546">
                  <a:moveTo>
                    <a:pt x="66238" y="29162"/>
                  </a:moveTo>
                  <a:cubicBezTo>
                    <a:pt x="66002" y="54329"/>
                    <a:pt x="53717" y="77856"/>
                    <a:pt x="33217" y="92452"/>
                  </a:cubicBezTo>
                  <a:cubicBezTo>
                    <a:pt x="14741" y="103065"/>
                    <a:pt x="0" y="92452"/>
                    <a:pt x="0" y="67490"/>
                  </a:cubicBezTo>
                  <a:cubicBezTo>
                    <a:pt x="216" y="42219"/>
                    <a:pt x="12580" y="18598"/>
                    <a:pt x="33217" y="4004"/>
                  </a:cubicBezTo>
                  <a:cubicBezTo>
                    <a:pt x="51497" y="-6610"/>
                    <a:pt x="66238" y="4593"/>
                    <a:pt x="66238" y="29162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344669-FBBD-4948-8196-923516FE045C}"/>
                </a:ext>
              </a:extLst>
            </p:cNvPr>
            <p:cNvSpPr/>
            <p:nvPr/>
          </p:nvSpPr>
          <p:spPr>
            <a:xfrm>
              <a:off x="2528935" y="1385383"/>
              <a:ext cx="284802" cy="221665"/>
            </a:xfrm>
            <a:custGeom>
              <a:avLst/>
              <a:gdLst>
                <a:gd name="connsiteX0" fmla="*/ 251585 w 284802"/>
                <a:gd name="connsiteY0" fmla="*/ 91669 h 221665"/>
                <a:gd name="connsiteX1" fmla="*/ 33217 w 284802"/>
                <a:gd name="connsiteY1" fmla="*/ 217658 h 221665"/>
                <a:gd name="connsiteX2" fmla="*/ 0 w 284802"/>
                <a:gd name="connsiteY2" fmla="*/ 192500 h 221665"/>
                <a:gd name="connsiteX3" fmla="*/ 0 w 284802"/>
                <a:gd name="connsiteY3" fmla="*/ 192500 h 221665"/>
                <a:gd name="connsiteX4" fmla="*/ 33217 w 284802"/>
                <a:gd name="connsiteY4" fmla="*/ 129210 h 221665"/>
                <a:gd name="connsiteX5" fmla="*/ 251585 w 284802"/>
                <a:gd name="connsiteY5" fmla="*/ 4007 h 221665"/>
                <a:gd name="connsiteX6" fmla="*/ 284803 w 284802"/>
                <a:gd name="connsiteY6" fmla="*/ 29166 h 221665"/>
                <a:gd name="connsiteX7" fmla="*/ 284803 w 284802"/>
                <a:gd name="connsiteY7" fmla="*/ 29166 h 221665"/>
                <a:gd name="connsiteX8" fmla="*/ 251585 w 284802"/>
                <a:gd name="connsiteY8" fmla="*/ 91669 h 22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4802" h="221665">
                  <a:moveTo>
                    <a:pt x="251585" y="91669"/>
                  </a:moveTo>
                  <a:lnTo>
                    <a:pt x="33217" y="217658"/>
                  </a:lnTo>
                  <a:cubicBezTo>
                    <a:pt x="14938" y="228075"/>
                    <a:pt x="0" y="217658"/>
                    <a:pt x="0" y="192500"/>
                  </a:cubicBezTo>
                  <a:lnTo>
                    <a:pt x="0" y="192500"/>
                  </a:lnTo>
                  <a:cubicBezTo>
                    <a:pt x="295" y="167298"/>
                    <a:pt x="12638" y="143763"/>
                    <a:pt x="33217" y="129210"/>
                  </a:cubicBezTo>
                  <a:lnTo>
                    <a:pt x="251585" y="4007"/>
                  </a:lnTo>
                  <a:cubicBezTo>
                    <a:pt x="269865" y="-6410"/>
                    <a:pt x="284803" y="4007"/>
                    <a:pt x="284803" y="29166"/>
                  </a:cubicBezTo>
                  <a:lnTo>
                    <a:pt x="284803" y="29166"/>
                  </a:lnTo>
                  <a:cubicBezTo>
                    <a:pt x="284056" y="54031"/>
                    <a:pt x="271771" y="77132"/>
                    <a:pt x="251585" y="91669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B911565-3B05-4A0D-8442-4CEC726A4C4D}"/>
                </a:ext>
              </a:extLst>
            </p:cNvPr>
            <p:cNvSpPr/>
            <p:nvPr/>
          </p:nvSpPr>
          <p:spPr>
            <a:xfrm>
              <a:off x="2499059" y="5038515"/>
              <a:ext cx="299177" cy="235464"/>
            </a:xfrm>
            <a:custGeom>
              <a:avLst/>
              <a:gdLst>
                <a:gd name="connsiteX0" fmla="*/ 263575 w 299177"/>
                <a:gd name="connsiteY0" fmla="*/ 4168 h 235464"/>
                <a:gd name="connsiteX1" fmla="*/ 35576 w 299177"/>
                <a:gd name="connsiteY1" fmla="*/ 136447 h 235464"/>
                <a:gd name="connsiteX2" fmla="*/ 0 w 299177"/>
                <a:gd name="connsiteY2" fmla="*/ 204257 h 235464"/>
                <a:gd name="connsiteX3" fmla="*/ 35576 w 299177"/>
                <a:gd name="connsiteY3" fmla="*/ 231185 h 235464"/>
                <a:gd name="connsiteX4" fmla="*/ 263575 w 299177"/>
                <a:gd name="connsiteY4" fmla="*/ 99102 h 235464"/>
                <a:gd name="connsiteX5" fmla="*/ 299151 w 299177"/>
                <a:gd name="connsiteY5" fmla="*/ 31095 h 235464"/>
                <a:gd name="connsiteX6" fmla="*/ 263575 w 299177"/>
                <a:gd name="connsiteY6" fmla="*/ 4168 h 23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9177" h="235464">
                  <a:moveTo>
                    <a:pt x="263575" y="4168"/>
                  </a:moveTo>
                  <a:lnTo>
                    <a:pt x="35576" y="136447"/>
                  </a:lnTo>
                  <a:cubicBezTo>
                    <a:pt x="13641" y="152132"/>
                    <a:pt x="452" y="177290"/>
                    <a:pt x="0" y="204257"/>
                  </a:cubicBezTo>
                  <a:cubicBezTo>
                    <a:pt x="0" y="230398"/>
                    <a:pt x="15921" y="242584"/>
                    <a:pt x="35576" y="231185"/>
                  </a:cubicBezTo>
                  <a:lnTo>
                    <a:pt x="263575" y="99102"/>
                  </a:lnTo>
                  <a:cubicBezTo>
                    <a:pt x="285510" y="83319"/>
                    <a:pt x="298699" y="58121"/>
                    <a:pt x="299151" y="31095"/>
                  </a:cubicBezTo>
                  <a:cubicBezTo>
                    <a:pt x="299937" y="5151"/>
                    <a:pt x="283230" y="-7036"/>
                    <a:pt x="263575" y="4168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2E367D7-9440-44D9-B9AB-8543DECF667D}"/>
                </a:ext>
              </a:extLst>
            </p:cNvPr>
            <p:cNvSpPr/>
            <p:nvPr/>
          </p:nvSpPr>
          <p:spPr>
            <a:xfrm>
              <a:off x="3005570" y="549357"/>
              <a:ext cx="2009933" cy="2037028"/>
            </a:xfrm>
            <a:custGeom>
              <a:avLst/>
              <a:gdLst>
                <a:gd name="connsiteX0" fmla="*/ 2009147 w 2009933"/>
                <a:gd name="connsiteY0" fmla="*/ 53829 h 2037028"/>
                <a:gd name="connsiteX1" fmla="*/ 1951165 w 2009933"/>
                <a:gd name="connsiteY1" fmla="*/ 21202 h 2037028"/>
                <a:gd name="connsiteX2" fmla="*/ 1934654 w 2009933"/>
                <a:gd name="connsiteY2" fmla="*/ 11964 h 2037028"/>
                <a:gd name="connsiteX3" fmla="*/ 1934654 w 2009933"/>
                <a:gd name="connsiteY3" fmla="*/ 11964 h 2037028"/>
                <a:gd name="connsiteX4" fmla="*/ 1816724 w 2009933"/>
                <a:gd name="connsiteY4" fmla="*/ 17271 h 2037028"/>
                <a:gd name="connsiteX5" fmla="*/ 270653 w 2009933"/>
                <a:gd name="connsiteY5" fmla="*/ 909809 h 2037028"/>
                <a:gd name="connsiteX6" fmla="*/ 2 w 2009933"/>
                <a:gd name="connsiteY6" fmla="*/ 1378583 h 2037028"/>
                <a:gd name="connsiteX7" fmla="*/ 2 w 2009933"/>
                <a:gd name="connsiteY7" fmla="*/ 1565896 h 2037028"/>
                <a:gd name="connsiteX8" fmla="*/ 51105 w 2009933"/>
                <a:gd name="connsiteY8" fmla="*/ 1668496 h 2037028"/>
                <a:gd name="connsiteX9" fmla="*/ 51105 w 2009933"/>
                <a:gd name="connsiteY9" fmla="*/ 1668496 h 2037028"/>
                <a:gd name="connsiteX10" fmla="*/ 76657 w 2009933"/>
                <a:gd name="connsiteY10" fmla="*/ 1683434 h 2037028"/>
                <a:gd name="connsiteX11" fmla="*/ 132084 w 2009933"/>
                <a:gd name="connsiteY11" fmla="*/ 1715865 h 2037028"/>
                <a:gd name="connsiteX12" fmla="*/ 193212 w 2009933"/>
                <a:gd name="connsiteY12" fmla="*/ 1676554 h 2037028"/>
                <a:gd name="connsiteX13" fmla="*/ 278711 w 2009933"/>
                <a:gd name="connsiteY13" fmla="*/ 1627220 h 2037028"/>
                <a:gd name="connsiteX14" fmla="*/ 278711 w 2009933"/>
                <a:gd name="connsiteY14" fmla="*/ 1999684 h 2037028"/>
                <a:gd name="connsiteX15" fmla="*/ 346718 w 2009933"/>
                <a:gd name="connsiteY15" fmla="*/ 2037029 h 2037028"/>
                <a:gd name="connsiteX16" fmla="*/ 405683 w 2009933"/>
                <a:gd name="connsiteY16" fmla="*/ 1804509 h 2037028"/>
                <a:gd name="connsiteX17" fmla="*/ 376987 w 2009933"/>
                <a:gd name="connsiteY17" fmla="*/ 1813157 h 2037028"/>
                <a:gd name="connsiteX18" fmla="*/ 558010 w 2009933"/>
                <a:gd name="connsiteY18" fmla="*/ 1467228 h 2037028"/>
                <a:gd name="connsiteX19" fmla="*/ 1739283 w 2009933"/>
                <a:gd name="connsiteY19" fmla="*/ 785196 h 2037028"/>
                <a:gd name="connsiteX20" fmla="*/ 2009933 w 2009933"/>
                <a:gd name="connsiteY20" fmla="*/ 316421 h 2037028"/>
                <a:gd name="connsiteX21" fmla="*/ 2009933 w 2009933"/>
                <a:gd name="connsiteY21" fmla="*/ 129108 h 2037028"/>
                <a:gd name="connsiteX22" fmla="*/ 2000892 w 2009933"/>
                <a:gd name="connsiteY22" fmla="*/ 81936 h 2037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09933" h="2037028">
                  <a:moveTo>
                    <a:pt x="2009147" y="53829"/>
                  </a:moveTo>
                  <a:lnTo>
                    <a:pt x="1951165" y="21202"/>
                  </a:lnTo>
                  <a:cubicBezTo>
                    <a:pt x="1945877" y="17743"/>
                    <a:pt x="1940374" y="14657"/>
                    <a:pt x="1934654" y="11964"/>
                  </a:cubicBezTo>
                  <a:lnTo>
                    <a:pt x="1934654" y="11964"/>
                  </a:lnTo>
                  <a:cubicBezTo>
                    <a:pt x="1896858" y="-5692"/>
                    <a:pt x="1852791" y="-3709"/>
                    <a:pt x="1816724" y="17271"/>
                  </a:cubicBezTo>
                  <a:lnTo>
                    <a:pt x="270653" y="909809"/>
                  </a:lnTo>
                  <a:cubicBezTo>
                    <a:pt x="103171" y="1006502"/>
                    <a:pt x="2" y="1185196"/>
                    <a:pt x="2" y="1378583"/>
                  </a:cubicBezTo>
                  <a:lnTo>
                    <a:pt x="2" y="1565896"/>
                  </a:lnTo>
                  <a:cubicBezTo>
                    <a:pt x="-214" y="1606268"/>
                    <a:pt x="18753" y="1644340"/>
                    <a:pt x="51105" y="1668496"/>
                  </a:cubicBezTo>
                  <a:lnTo>
                    <a:pt x="51105" y="1668496"/>
                  </a:lnTo>
                  <a:cubicBezTo>
                    <a:pt x="58987" y="1674471"/>
                    <a:pt x="67576" y="1679483"/>
                    <a:pt x="76657" y="1683434"/>
                  </a:cubicBezTo>
                  <a:lnTo>
                    <a:pt x="132084" y="1715865"/>
                  </a:lnTo>
                  <a:lnTo>
                    <a:pt x="193212" y="1676554"/>
                  </a:lnTo>
                  <a:lnTo>
                    <a:pt x="278711" y="1627220"/>
                  </a:lnTo>
                  <a:lnTo>
                    <a:pt x="278711" y="1999684"/>
                  </a:lnTo>
                  <a:lnTo>
                    <a:pt x="346718" y="2037029"/>
                  </a:lnTo>
                  <a:lnTo>
                    <a:pt x="405683" y="1804509"/>
                  </a:lnTo>
                  <a:lnTo>
                    <a:pt x="376987" y="1813157"/>
                  </a:lnTo>
                  <a:lnTo>
                    <a:pt x="558010" y="1467228"/>
                  </a:lnTo>
                  <a:lnTo>
                    <a:pt x="1739283" y="785196"/>
                  </a:lnTo>
                  <a:cubicBezTo>
                    <a:pt x="1906764" y="688502"/>
                    <a:pt x="2009933" y="509808"/>
                    <a:pt x="2009933" y="316421"/>
                  </a:cubicBezTo>
                  <a:lnTo>
                    <a:pt x="2009933" y="129108"/>
                  </a:lnTo>
                  <a:cubicBezTo>
                    <a:pt x="2009933" y="112954"/>
                    <a:pt x="2006867" y="96947"/>
                    <a:pt x="2000892" y="81936"/>
                  </a:cubicBezTo>
                  <a:close/>
                </a:path>
              </a:pathLst>
            </a:custGeom>
            <a:solidFill>
              <a:schemeClr val="accent5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D138F87-0C4F-4305-B6A0-875A819B02BF}"/>
                </a:ext>
              </a:extLst>
            </p:cNvPr>
            <p:cNvSpPr/>
            <p:nvPr/>
          </p:nvSpPr>
          <p:spPr>
            <a:xfrm>
              <a:off x="3072596" y="587536"/>
              <a:ext cx="2009342" cy="1998849"/>
            </a:xfrm>
            <a:custGeom>
              <a:avLst/>
              <a:gdLst>
                <a:gd name="connsiteX0" fmla="*/ 1815936 w 2009342"/>
                <a:gd name="connsiteY0" fmla="*/ 17419 h 1998849"/>
                <a:gd name="connsiteX1" fmla="*/ 270651 w 2009342"/>
                <a:gd name="connsiteY1" fmla="*/ 909760 h 1998849"/>
                <a:gd name="connsiteX2" fmla="*/ 0 w 2009342"/>
                <a:gd name="connsiteY2" fmla="*/ 1378534 h 1998849"/>
                <a:gd name="connsiteX3" fmla="*/ 0 w 2009342"/>
                <a:gd name="connsiteY3" fmla="*/ 1565651 h 1998849"/>
                <a:gd name="connsiteX4" fmla="*/ 128544 w 2009342"/>
                <a:gd name="connsiteY4" fmla="*/ 1694588 h 1998849"/>
                <a:gd name="connsiteX5" fmla="*/ 193210 w 2009342"/>
                <a:gd name="connsiteY5" fmla="*/ 1677292 h 1998849"/>
                <a:gd name="connsiteX6" fmla="*/ 279692 w 2009342"/>
                <a:gd name="connsiteY6" fmla="*/ 1627368 h 1998849"/>
                <a:gd name="connsiteX7" fmla="*/ 279692 w 2009342"/>
                <a:gd name="connsiteY7" fmla="*/ 1998849 h 1998849"/>
                <a:gd name="connsiteX8" fmla="*/ 558205 w 2009342"/>
                <a:gd name="connsiteY8" fmla="*/ 1467179 h 1998849"/>
                <a:gd name="connsiteX9" fmla="*/ 1739477 w 2009342"/>
                <a:gd name="connsiteY9" fmla="*/ 784950 h 1998849"/>
                <a:gd name="connsiteX10" fmla="*/ 2009342 w 2009342"/>
                <a:gd name="connsiteY10" fmla="*/ 316176 h 1998849"/>
                <a:gd name="connsiteX11" fmla="*/ 2009342 w 2009342"/>
                <a:gd name="connsiteY11" fmla="*/ 129060 h 1998849"/>
                <a:gd name="connsiteX12" fmla="*/ 1880916 w 2009342"/>
                <a:gd name="connsiteY12" fmla="*/ 0 h 1998849"/>
                <a:gd name="connsiteX13" fmla="*/ 1815936 w 2009342"/>
                <a:gd name="connsiteY13" fmla="*/ 17419 h 1998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09342" h="1998849">
                  <a:moveTo>
                    <a:pt x="1815936" y="17419"/>
                  </a:moveTo>
                  <a:lnTo>
                    <a:pt x="270651" y="909760"/>
                  </a:lnTo>
                  <a:cubicBezTo>
                    <a:pt x="103170" y="1006454"/>
                    <a:pt x="0" y="1185148"/>
                    <a:pt x="0" y="1378534"/>
                  </a:cubicBezTo>
                  <a:lnTo>
                    <a:pt x="0" y="1565651"/>
                  </a:lnTo>
                  <a:cubicBezTo>
                    <a:pt x="-118" y="1636743"/>
                    <a:pt x="57432" y="1694490"/>
                    <a:pt x="128544" y="1694588"/>
                  </a:cubicBezTo>
                  <a:cubicBezTo>
                    <a:pt x="151246" y="1694628"/>
                    <a:pt x="173555" y="1688672"/>
                    <a:pt x="193210" y="1677292"/>
                  </a:cubicBezTo>
                  <a:lnTo>
                    <a:pt x="279692" y="1627368"/>
                  </a:lnTo>
                  <a:lnTo>
                    <a:pt x="279692" y="1998849"/>
                  </a:lnTo>
                  <a:lnTo>
                    <a:pt x="558205" y="1467179"/>
                  </a:lnTo>
                  <a:lnTo>
                    <a:pt x="1739477" y="784950"/>
                  </a:lnTo>
                  <a:cubicBezTo>
                    <a:pt x="1906644" y="688059"/>
                    <a:pt x="2009499" y="509400"/>
                    <a:pt x="2009342" y="316176"/>
                  </a:cubicBezTo>
                  <a:lnTo>
                    <a:pt x="2009342" y="129060"/>
                  </a:lnTo>
                  <a:cubicBezTo>
                    <a:pt x="2009519" y="57957"/>
                    <a:pt x="1952028" y="177"/>
                    <a:pt x="1880916" y="0"/>
                  </a:cubicBezTo>
                  <a:cubicBezTo>
                    <a:pt x="1858096" y="-57"/>
                    <a:pt x="1835669" y="5956"/>
                    <a:pt x="1815936" y="17419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7F4BEC4-5676-4C09-959A-050886E3E00E}"/>
                </a:ext>
              </a:extLst>
            </p:cNvPr>
            <p:cNvSpPr/>
            <p:nvPr/>
          </p:nvSpPr>
          <p:spPr>
            <a:xfrm>
              <a:off x="3370367" y="1859766"/>
              <a:ext cx="42459" cy="63935"/>
            </a:xfrm>
            <a:custGeom>
              <a:avLst/>
              <a:gdLst>
                <a:gd name="connsiteX0" fmla="*/ 21231 w 42459"/>
                <a:gd name="connsiteY0" fmla="*/ 2722 h 63935"/>
                <a:gd name="connsiteX1" fmla="*/ 42459 w 42459"/>
                <a:gd name="connsiteY1" fmla="*/ 19822 h 63935"/>
                <a:gd name="connsiteX2" fmla="*/ 21231 w 42459"/>
                <a:gd name="connsiteY2" fmla="*/ 61294 h 63935"/>
                <a:gd name="connsiteX3" fmla="*/ 4 w 42459"/>
                <a:gd name="connsiteY3" fmla="*/ 44391 h 63935"/>
                <a:gd name="connsiteX4" fmla="*/ 21231 w 42459"/>
                <a:gd name="connsiteY4" fmla="*/ 2722 h 63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459" h="63935">
                  <a:moveTo>
                    <a:pt x="21231" y="2722"/>
                  </a:moveTo>
                  <a:cubicBezTo>
                    <a:pt x="33417" y="-4354"/>
                    <a:pt x="42459" y="2722"/>
                    <a:pt x="42459" y="19822"/>
                  </a:cubicBezTo>
                  <a:cubicBezTo>
                    <a:pt x="42557" y="36273"/>
                    <a:pt x="34636" y="51761"/>
                    <a:pt x="21231" y="61294"/>
                  </a:cubicBezTo>
                  <a:cubicBezTo>
                    <a:pt x="9045" y="68173"/>
                    <a:pt x="4" y="61294"/>
                    <a:pt x="4" y="44391"/>
                  </a:cubicBezTo>
                  <a:cubicBezTo>
                    <a:pt x="-193" y="27861"/>
                    <a:pt x="7748" y="12274"/>
                    <a:pt x="21231" y="2722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453426C-0B6D-45FE-A944-BD21CEAC4BEF}"/>
                </a:ext>
              </a:extLst>
            </p:cNvPr>
            <p:cNvSpPr/>
            <p:nvPr/>
          </p:nvSpPr>
          <p:spPr>
            <a:xfrm>
              <a:off x="3440733" y="1819080"/>
              <a:ext cx="42262" cy="63931"/>
            </a:xfrm>
            <a:custGeom>
              <a:avLst/>
              <a:gdLst>
                <a:gd name="connsiteX0" fmla="*/ 21034 w 42262"/>
                <a:gd name="connsiteY0" fmla="*/ 2722 h 63931"/>
                <a:gd name="connsiteX1" fmla="*/ 42261 w 42262"/>
                <a:gd name="connsiteY1" fmla="*/ 19822 h 63931"/>
                <a:gd name="connsiteX2" fmla="*/ 21034 w 42262"/>
                <a:gd name="connsiteY2" fmla="*/ 61294 h 63931"/>
                <a:gd name="connsiteX3" fmla="*/ 3 w 42262"/>
                <a:gd name="connsiteY3" fmla="*/ 44194 h 63931"/>
                <a:gd name="connsiteX4" fmla="*/ 21034 w 42262"/>
                <a:gd name="connsiteY4" fmla="*/ 2722 h 63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62" h="63931">
                  <a:moveTo>
                    <a:pt x="21034" y="2722"/>
                  </a:moveTo>
                  <a:cubicBezTo>
                    <a:pt x="33220" y="-4354"/>
                    <a:pt x="42261" y="2722"/>
                    <a:pt x="42261" y="19822"/>
                  </a:cubicBezTo>
                  <a:cubicBezTo>
                    <a:pt x="42360" y="36273"/>
                    <a:pt x="34439" y="51761"/>
                    <a:pt x="21034" y="61294"/>
                  </a:cubicBezTo>
                  <a:cubicBezTo>
                    <a:pt x="9044" y="68173"/>
                    <a:pt x="3" y="61294"/>
                    <a:pt x="3" y="44194"/>
                  </a:cubicBezTo>
                  <a:cubicBezTo>
                    <a:pt x="-174" y="27762"/>
                    <a:pt x="7668" y="12284"/>
                    <a:pt x="21034" y="2722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18566FE-4D75-4BF0-8A60-F105DFDCC800}"/>
                </a:ext>
              </a:extLst>
            </p:cNvPr>
            <p:cNvSpPr/>
            <p:nvPr/>
          </p:nvSpPr>
          <p:spPr>
            <a:xfrm>
              <a:off x="3511884" y="1777608"/>
              <a:ext cx="42265" cy="63931"/>
            </a:xfrm>
            <a:custGeom>
              <a:avLst/>
              <a:gdLst>
                <a:gd name="connsiteX0" fmla="*/ 21231 w 42265"/>
                <a:gd name="connsiteY0" fmla="*/ 2722 h 63931"/>
                <a:gd name="connsiteX1" fmla="*/ 42262 w 42265"/>
                <a:gd name="connsiteY1" fmla="*/ 19822 h 63931"/>
                <a:gd name="connsiteX2" fmla="*/ 21231 w 42265"/>
                <a:gd name="connsiteY2" fmla="*/ 61294 h 63931"/>
                <a:gd name="connsiteX3" fmla="*/ 4 w 42265"/>
                <a:gd name="connsiteY3" fmla="*/ 44194 h 63931"/>
                <a:gd name="connsiteX4" fmla="*/ 21231 w 42265"/>
                <a:gd name="connsiteY4" fmla="*/ 2722 h 63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65" h="63931">
                  <a:moveTo>
                    <a:pt x="21231" y="2722"/>
                  </a:moveTo>
                  <a:cubicBezTo>
                    <a:pt x="33417" y="-4354"/>
                    <a:pt x="42262" y="2722"/>
                    <a:pt x="42262" y="19822"/>
                  </a:cubicBezTo>
                  <a:cubicBezTo>
                    <a:pt x="42439" y="36249"/>
                    <a:pt x="34597" y="51732"/>
                    <a:pt x="21231" y="61294"/>
                  </a:cubicBezTo>
                  <a:cubicBezTo>
                    <a:pt x="9045" y="68173"/>
                    <a:pt x="4" y="61294"/>
                    <a:pt x="4" y="44194"/>
                  </a:cubicBezTo>
                  <a:cubicBezTo>
                    <a:pt x="-193" y="27713"/>
                    <a:pt x="7748" y="12194"/>
                    <a:pt x="21231" y="2722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60B49B-F485-48E7-8934-1EC12B233EB2}"/>
                </a:ext>
              </a:extLst>
            </p:cNvPr>
            <p:cNvSpPr/>
            <p:nvPr/>
          </p:nvSpPr>
          <p:spPr>
            <a:xfrm>
              <a:off x="3583234" y="1736420"/>
              <a:ext cx="42261" cy="63931"/>
            </a:xfrm>
            <a:custGeom>
              <a:avLst/>
              <a:gdLst>
                <a:gd name="connsiteX0" fmla="*/ 21033 w 42261"/>
                <a:gd name="connsiteY0" fmla="*/ 2634 h 63931"/>
                <a:gd name="connsiteX1" fmla="*/ 42260 w 42261"/>
                <a:gd name="connsiteY1" fmla="*/ 19931 h 63931"/>
                <a:gd name="connsiteX2" fmla="*/ 21033 w 42261"/>
                <a:gd name="connsiteY2" fmla="*/ 61207 h 63931"/>
                <a:gd name="connsiteX3" fmla="*/ 2 w 42261"/>
                <a:gd name="connsiteY3" fmla="*/ 44303 h 63931"/>
                <a:gd name="connsiteX4" fmla="*/ 21033 w 42261"/>
                <a:gd name="connsiteY4" fmla="*/ 2634 h 63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61" h="63931">
                  <a:moveTo>
                    <a:pt x="21033" y="2634"/>
                  </a:moveTo>
                  <a:cubicBezTo>
                    <a:pt x="33219" y="-4245"/>
                    <a:pt x="42260" y="2634"/>
                    <a:pt x="42260" y="19931"/>
                  </a:cubicBezTo>
                  <a:cubicBezTo>
                    <a:pt x="42398" y="36343"/>
                    <a:pt x="34457" y="51774"/>
                    <a:pt x="21033" y="61207"/>
                  </a:cubicBezTo>
                  <a:cubicBezTo>
                    <a:pt x="9043" y="68282"/>
                    <a:pt x="2" y="61207"/>
                    <a:pt x="2" y="44303"/>
                  </a:cubicBezTo>
                  <a:cubicBezTo>
                    <a:pt x="-136" y="27828"/>
                    <a:pt x="7687" y="12303"/>
                    <a:pt x="21033" y="2634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1B16EFA-0B9B-4886-B02A-E3971E36D8C3}"/>
                </a:ext>
              </a:extLst>
            </p:cNvPr>
            <p:cNvSpPr/>
            <p:nvPr/>
          </p:nvSpPr>
          <p:spPr>
            <a:xfrm>
              <a:off x="3654383" y="1695257"/>
              <a:ext cx="42262" cy="64015"/>
            </a:xfrm>
            <a:custGeom>
              <a:avLst/>
              <a:gdLst>
                <a:gd name="connsiteX0" fmla="*/ 21231 w 42262"/>
                <a:gd name="connsiteY0" fmla="*/ 2718 h 64015"/>
                <a:gd name="connsiteX1" fmla="*/ 42262 w 42262"/>
                <a:gd name="connsiteY1" fmla="*/ 20015 h 64015"/>
                <a:gd name="connsiteX2" fmla="*/ 21231 w 42262"/>
                <a:gd name="connsiteY2" fmla="*/ 61291 h 64015"/>
                <a:gd name="connsiteX3" fmla="*/ 4 w 42262"/>
                <a:gd name="connsiteY3" fmla="*/ 44387 h 64015"/>
                <a:gd name="connsiteX4" fmla="*/ 21231 w 42262"/>
                <a:gd name="connsiteY4" fmla="*/ 2718 h 64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62" h="64015">
                  <a:moveTo>
                    <a:pt x="21231" y="2718"/>
                  </a:moveTo>
                  <a:cubicBezTo>
                    <a:pt x="33221" y="-4358"/>
                    <a:pt x="42262" y="2718"/>
                    <a:pt x="42262" y="20015"/>
                  </a:cubicBezTo>
                  <a:cubicBezTo>
                    <a:pt x="42321" y="36358"/>
                    <a:pt x="34479" y="51724"/>
                    <a:pt x="21231" y="61291"/>
                  </a:cubicBezTo>
                  <a:cubicBezTo>
                    <a:pt x="9045" y="68366"/>
                    <a:pt x="4" y="61291"/>
                    <a:pt x="4" y="44387"/>
                  </a:cubicBezTo>
                  <a:cubicBezTo>
                    <a:pt x="-193" y="27853"/>
                    <a:pt x="7748" y="12277"/>
                    <a:pt x="21231" y="2718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83EF026-A0DA-47C6-8E59-4201AFFB4653}"/>
                </a:ext>
              </a:extLst>
            </p:cNvPr>
            <p:cNvSpPr/>
            <p:nvPr/>
          </p:nvSpPr>
          <p:spPr>
            <a:xfrm>
              <a:off x="3725537" y="1654174"/>
              <a:ext cx="42457" cy="63931"/>
            </a:xfrm>
            <a:custGeom>
              <a:avLst/>
              <a:gdLst>
                <a:gd name="connsiteX0" fmla="*/ 21229 w 42457"/>
                <a:gd name="connsiteY0" fmla="*/ 2722 h 63931"/>
                <a:gd name="connsiteX1" fmla="*/ 42457 w 42457"/>
                <a:gd name="connsiteY1" fmla="*/ 19822 h 63931"/>
                <a:gd name="connsiteX2" fmla="*/ 21229 w 42457"/>
                <a:gd name="connsiteY2" fmla="*/ 61294 h 63931"/>
                <a:gd name="connsiteX3" fmla="*/ 2 w 42457"/>
                <a:gd name="connsiteY3" fmla="*/ 44194 h 63931"/>
                <a:gd name="connsiteX4" fmla="*/ 21229 w 42457"/>
                <a:gd name="connsiteY4" fmla="*/ 2722 h 63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457" h="63931">
                  <a:moveTo>
                    <a:pt x="21229" y="2722"/>
                  </a:moveTo>
                  <a:cubicBezTo>
                    <a:pt x="33415" y="-4354"/>
                    <a:pt x="42457" y="2722"/>
                    <a:pt x="42457" y="19822"/>
                  </a:cubicBezTo>
                  <a:cubicBezTo>
                    <a:pt x="42555" y="36279"/>
                    <a:pt x="34634" y="51753"/>
                    <a:pt x="21229" y="61294"/>
                  </a:cubicBezTo>
                  <a:cubicBezTo>
                    <a:pt x="9043" y="68173"/>
                    <a:pt x="2" y="61294"/>
                    <a:pt x="2" y="44194"/>
                  </a:cubicBezTo>
                  <a:cubicBezTo>
                    <a:pt x="-136" y="27729"/>
                    <a:pt x="7785" y="12241"/>
                    <a:pt x="21229" y="2722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1380B7F-65B9-4129-8B68-8E01EAAF5896}"/>
                </a:ext>
              </a:extLst>
            </p:cNvPr>
            <p:cNvSpPr/>
            <p:nvPr/>
          </p:nvSpPr>
          <p:spPr>
            <a:xfrm>
              <a:off x="3796883" y="1613095"/>
              <a:ext cx="42262" cy="63931"/>
            </a:xfrm>
            <a:custGeom>
              <a:avLst/>
              <a:gdLst>
                <a:gd name="connsiteX0" fmla="*/ 21034 w 42262"/>
                <a:gd name="connsiteY0" fmla="*/ 2722 h 63931"/>
                <a:gd name="connsiteX1" fmla="*/ 42262 w 42262"/>
                <a:gd name="connsiteY1" fmla="*/ 19822 h 63931"/>
                <a:gd name="connsiteX2" fmla="*/ 21034 w 42262"/>
                <a:gd name="connsiteY2" fmla="*/ 61294 h 63931"/>
                <a:gd name="connsiteX3" fmla="*/ 3 w 42262"/>
                <a:gd name="connsiteY3" fmla="*/ 44194 h 63931"/>
                <a:gd name="connsiteX4" fmla="*/ 21034 w 42262"/>
                <a:gd name="connsiteY4" fmla="*/ 2722 h 63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62" h="63931">
                  <a:moveTo>
                    <a:pt x="21034" y="2722"/>
                  </a:moveTo>
                  <a:cubicBezTo>
                    <a:pt x="33220" y="-4354"/>
                    <a:pt x="42262" y="2722"/>
                    <a:pt x="42262" y="19822"/>
                  </a:cubicBezTo>
                  <a:cubicBezTo>
                    <a:pt x="42360" y="36279"/>
                    <a:pt x="34439" y="51753"/>
                    <a:pt x="21034" y="61294"/>
                  </a:cubicBezTo>
                  <a:cubicBezTo>
                    <a:pt x="9044" y="68173"/>
                    <a:pt x="3" y="61294"/>
                    <a:pt x="3" y="44194"/>
                  </a:cubicBezTo>
                  <a:cubicBezTo>
                    <a:pt x="-174" y="27766"/>
                    <a:pt x="7668" y="12284"/>
                    <a:pt x="21034" y="2722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F1D48DC-3DB3-4E23-A96B-0119BECB0926}"/>
                </a:ext>
              </a:extLst>
            </p:cNvPr>
            <p:cNvSpPr/>
            <p:nvPr/>
          </p:nvSpPr>
          <p:spPr>
            <a:xfrm>
              <a:off x="3868036" y="1571906"/>
              <a:ext cx="42261" cy="63931"/>
            </a:xfrm>
            <a:custGeom>
              <a:avLst/>
              <a:gdLst>
                <a:gd name="connsiteX0" fmla="*/ 21229 w 42261"/>
                <a:gd name="connsiteY0" fmla="*/ 2634 h 63931"/>
                <a:gd name="connsiteX1" fmla="*/ 42260 w 42261"/>
                <a:gd name="connsiteY1" fmla="*/ 19931 h 63931"/>
                <a:gd name="connsiteX2" fmla="*/ 21229 w 42261"/>
                <a:gd name="connsiteY2" fmla="*/ 61207 h 63931"/>
                <a:gd name="connsiteX3" fmla="*/ 2 w 42261"/>
                <a:gd name="connsiteY3" fmla="*/ 44303 h 63931"/>
                <a:gd name="connsiteX4" fmla="*/ 21229 w 42261"/>
                <a:gd name="connsiteY4" fmla="*/ 2634 h 63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61" h="63931">
                  <a:moveTo>
                    <a:pt x="21229" y="2634"/>
                  </a:moveTo>
                  <a:cubicBezTo>
                    <a:pt x="33219" y="-4245"/>
                    <a:pt x="42260" y="2634"/>
                    <a:pt x="42260" y="19931"/>
                  </a:cubicBezTo>
                  <a:cubicBezTo>
                    <a:pt x="42378" y="36290"/>
                    <a:pt x="34536" y="51686"/>
                    <a:pt x="21229" y="61207"/>
                  </a:cubicBezTo>
                  <a:cubicBezTo>
                    <a:pt x="9043" y="68283"/>
                    <a:pt x="2" y="61207"/>
                    <a:pt x="2" y="44303"/>
                  </a:cubicBezTo>
                  <a:cubicBezTo>
                    <a:pt x="-136" y="27785"/>
                    <a:pt x="7785" y="12238"/>
                    <a:pt x="21229" y="2634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C751058-90EE-4BC0-9AF5-EB70F3E31734}"/>
                </a:ext>
              </a:extLst>
            </p:cNvPr>
            <p:cNvSpPr/>
            <p:nvPr/>
          </p:nvSpPr>
          <p:spPr>
            <a:xfrm>
              <a:off x="3939381" y="1530827"/>
              <a:ext cx="42070" cy="63931"/>
            </a:xfrm>
            <a:custGeom>
              <a:avLst/>
              <a:gdLst>
                <a:gd name="connsiteX0" fmla="*/ 21035 w 42070"/>
                <a:gd name="connsiteY0" fmla="*/ 2634 h 63931"/>
                <a:gd name="connsiteX1" fmla="*/ 42066 w 42070"/>
                <a:gd name="connsiteY1" fmla="*/ 19931 h 63931"/>
                <a:gd name="connsiteX2" fmla="*/ 21035 w 42070"/>
                <a:gd name="connsiteY2" fmla="*/ 61207 h 63931"/>
                <a:gd name="connsiteX3" fmla="*/ 4 w 42070"/>
                <a:gd name="connsiteY3" fmla="*/ 44303 h 63931"/>
                <a:gd name="connsiteX4" fmla="*/ 21035 w 42070"/>
                <a:gd name="connsiteY4" fmla="*/ 2634 h 63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70" h="63931">
                  <a:moveTo>
                    <a:pt x="21035" y="2634"/>
                  </a:moveTo>
                  <a:cubicBezTo>
                    <a:pt x="33222" y="-4245"/>
                    <a:pt x="42066" y="2634"/>
                    <a:pt x="42066" y="19931"/>
                  </a:cubicBezTo>
                  <a:cubicBezTo>
                    <a:pt x="42283" y="36313"/>
                    <a:pt x="34421" y="51753"/>
                    <a:pt x="21035" y="61207"/>
                  </a:cubicBezTo>
                  <a:cubicBezTo>
                    <a:pt x="8849" y="68282"/>
                    <a:pt x="4" y="61207"/>
                    <a:pt x="4" y="44303"/>
                  </a:cubicBezTo>
                  <a:cubicBezTo>
                    <a:pt x="-212" y="27813"/>
                    <a:pt x="7650" y="12258"/>
                    <a:pt x="21035" y="2634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E435ECC-57C5-48C5-AD90-824580E42774}"/>
                </a:ext>
              </a:extLst>
            </p:cNvPr>
            <p:cNvSpPr/>
            <p:nvPr/>
          </p:nvSpPr>
          <p:spPr>
            <a:xfrm>
              <a:off x="4010535" y="1489661"/>
              <a:ext cx="42262" cy="64019"/>
            </a:xfrm>
            <a:custGeom>
              <a:avLst/>
              <a:gdLst>
                <a:gd name="connsiteX0" fmla="*/ 21034 w 42262"/>
                <a:gd name="connsiteY0" fmla="*/ 2722 h 64019"/>
                <a:gd name="connsiteX1" fmla="*/ 42261 w 42262"/>
                <a:gd name="connsiteY1" fmla="*/ 19822 h 64019"/>
                <a:gd name="connsiteX2" fmla="*/ 21034 w 42262"/>
                <a:gd name="connsiteY2" fmla="*/ 61294 h 64019"/>
                <a:gd name="connsiteX3" fmla="*/ 3 w 42262"/>
                <a:gd name="connsiteY3" fmla="*/ 44391 h 64019"/>
                <a:gd name="connsiteX4" fmla="*/ 21034 w 42262"/>
                <a:gd name="connsiteY4" fmla="*/ 2722 h 6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62" h="64019">
                  <a:moveTo>
                    <a:pt x="21034" y="2722"/>
                  </a:moveTo>
                  <a:cubicBezTo>
                    <a:pt x="33220" y="-4354"/>
                    <a:pt x="42261" y="2722"/>
                    <a:pt x="42261" y="19822"/>
                  </a:cubicBezTo>
                  <a:cubicBezTo>
                    <a:pt x="42360" y="36279"/>
                    <a:pt x="34439" y="51753"/>
                    <a:pt x="21034" y="61294"/>
                  </a:cubicBezTo>
                  <a:cubicBezTo>
                    <a:pt x="9044" y="68370"/>
                    <a:pt x="3" y="61294"/>
                    <a:pt x="3" y="44391"/>
                  </a:cubicBezTo>
                  <a:cubicBezTo>
                    <a:pt x="-174" y="27908"/>
                    <a:pt x="7668" y="12368"/>
                    <a:pt x="21034" y="2722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906CAB0-DD5B-419F-BCB7-ECF9B30FE75B}"/>
                </a:ext>
              </a:extLst>
            </p:cNvPr>
            <p:cNvSpPr/>
            <p:nvPr/>
          </p:nvSpPr>
          <p:spPr>
            <a:xfrm>
              <a:off x="4081685" y="1448582"/>
              <a:ext cx="42262" cy="63931"/>
            </a:xfrm>
            <a:custGeom>
              <a:avLst/>
              <a:gdLst>
                <a:gd name="connsiteX0" fmla="*/ 21231 w 42262"/>
                <a:gd name="connsiteY0" fmla="*/ 2722 h 63931"/>
                <a:gd name="connsiteX1" fmla="*/ 42262 w 42262"/>
                <a:gd name="connsiteY1" fmla="*/ 19822 h 63931"/>
                <a:gd name="connsiteX2" fmla="*/ 21231 w 42262"/>
                <a:gd name="connsiteY2" fmla="*/ 61294 h 63931"/>
                <a:gd name="connsiteX3" fmla="*/ 4 w 42262"/>
                <a:gd name="connsiteY3" fmla="*/ 44194 h 63931"/>
                <a:gd name="connsiteX4" fmla="*/ 21231 w 42262"/>
                <a:gd name="connsiteY4" fmla="*/ 2722 h 63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62" h="63931">
                  <a:moveTo>
                    <a:pt x="21231" y="2722"/>
                  </a:moveTo>
                  <a:cubicBezTo>
                    <a:pt x="33221" y="-4354"/>
                    <a:pt x="42262" y="2722"/>
                    <a:pt x="42262" y="19822"/>
                  </a:cubicBezTo>
                  <a:cubicBezTo>
                    <a:pt x="42341" y="36228"/>
                    <a:pt x="34518" y="51667"/>
                    <a:pt x="21231" y="61294"/>
                  </a:cubicBezTo>
                  <a:cubicBezTo>
                    <a:pt x="9045" y="68173"/>
                    <a:pt x="4" y="61294"/>
                    <a:pt x="4" y="44194"/>
                  </a:cubicBezTo>
                  <a:cubicBezTo>
                    <a:pt x="-193" y="27713"/>
                    <a:pt x="7748" y="12193"/>
                    <a:pt x="21231" y="2722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DA50DF0-AA35-4512-81A0-1833522A31A4}"/>
                </a:ext>
              </a:extLst>
            </p:cNvPr>
            <p:cNvSpPr/>
            <p:nvPr/>
          </p:nvSpPr>
          <p:spPr>
            <a:xfrm>
              <a:off x="4152839" y="1407393"/>
              <a:ext cx="42458" cy="63931"/>
            </a:xfrm>
            <a:custGeom>
              <a:avLst/>
              <a:gdLst>
                <a:gd name="connsiteX0" fmla="*/ 21229 w 42458"/>
                <a:gd name="connsiteY0" fmla="*/ 2635 h 63931"/>
                <a:gd name="connsiteX1" fmla="*/ 42457 w 42458"/>
                <a:gd name="connsiteY1" fmla="*/ 19931 h 63931"/>
                <a:gd name="connsiteX2" fmla="*/ 21229 w 42458"/>
                <a:gd name="connsiteY2" fmla="*/ 61207 h 63931"/>
                <a:gd name="connsiteX3" fmla="*/ 2 w 42458"/>
                <a:gd name="connsiteY3" fmla="*/ 44303 h 63931"/>
                <a:gd name="connsiteX4" fmla="*/ 21229 w 42458"/>
                <a:gd name="connsiteY4" fmla="*/ 2635 h 63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458" h="63931">
                  <a:moveTo>
                    <a:pt x="21229" y="2635"/>
                  </a:moveTo>
                  <a:cubicBezTo>
                    <a:pt x="33415" y="-4245"/>
                    <a:pt x="42457" y="2635"/>
                    <a:pt x="42457" y="19931"/>
                  </a:cubicBezTo>
                  <a:cubicBezTo>
                    <a:pt x="42595" y="36343"/>
                    <a:pt x="34654" y="51774"/>
                    <a:pt x="21229" y="61207"/>
                  </a:cubicBezTo>
                  <a:cubicBezTo>
                    <a:pt x="9043" y="68282"/>
                    <a:pt x="2" y="61207"/>
                    <a:pt x="2" y="44303"/>
                  </a:cubicBezTo>
                  <a:cubicBezTo>
                    <a:pt x="-136" y="27785"/>
                    <a:pt x="7785" y="12238"/>
                    <a:pt x="21229" y="2635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B60BD9E-9227-4ABD-8A71-01B91A1AFFFB}"/>
                </a:ext>
              </a:extLst>
            </p:cNvPr>
            <p:cNvSpPr/>
            <p:nvPr/>
          </p:nvSpPr>
          <p:spPr>
            <a:xfrm>
              <a:off x="4224186" y="1367013"/>
              <a:ext cx="42263" cy="63822"/>
            </a:xfrm>
            <a:custGeom>
              <a:avLst/>
              <a:gdLst>
                <a:gd name="connsiteX0" fmla="*/ 21034 w 42263"/>
                <a:gd name="connsiteY0" fmla="*/ 2722 h 63822"/>
                <a:gd name="connsiteX1" fmla="*/ 42261 w 42263"/>
                <a:gd name="connsiteY1" fmla="*/ 19822 h 63822"/>
                <a:gd name="connsiteX2" fmla="*/ 21034 w 42263"/>
                <a:gd name="connsiteY2" fmla="*/ 61097 h 63822"/>
                <a:gd name="connsiteX3" fmla="*/ 3 w 42263"/>
                <a:gd name="connsiteY3" fmla="*/ 44194 h 63822"/>
                <a:gd name="connsiteX4" fmla="*/ 21034 w 42263"/>
                <a:gd name="connsiteY4" fmla="*/ 2722 h 63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63" h="63822">
                  <a:moveTo>
                    <a:pt x="21034" y="2722"/>
                  </a:moveTo>
                  <a:cubicBezTo>
                    <a:pt x="33220" y="-4354"/>
                    <a:pt x="42261" y="2722"/>
                    <a:pt x="42261" y="19822"/>
                  </a:cubicBezTo>
                  <a:cubicBezTo>
                    <a:pt x="42399" y="36234"/>
                    <a:pt x="34458" y="51665"/>
                    <a:pt x="21034" y="61097"/>
                  </a:cubicBezTo>
                  <a:cubicBezTo>
                    <a:pt x="9044" y="68173"/>
                    <a:pt x="3" y="61097"/>
                    <a:pt x="3" y="44194"/>
                  </a:cubicBezTo>
                  <a:cubicBezTo>
                    <a:pt x="-174" y="27766"/>
                    <a:pt x="7668" y="12284"/>
                    <a:pt x="21034" y="2722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A0955D6-D42E-492F-A0EA-0962ECB843E6}"/>
                </a:ext>
              </a:extLst>
            </p:cNvPr>
            <p:cNvSpPr/>
            <p:nvPr/>
          </p:nvSpPr>
          <p:spPr>
            <a:xfrm>
              <a:off x="4295336" y="1325235"/>
              <a:ext cx="42265" cy="63931"/>
            </a:xfrm>
            <a:custGeom>
              <a:avLst/>
              <a:gdLst>
                <a:gd name="connsiteX0" fmla="*/ 21231 w 42265"/>
                <a:gd name="connsiteY0" fmla="*/ 2635 h 63931"/>
                <a:gd name="connsiteX1" fmla="*/ 42262 w 42265"/>
                <a:gd name="connsiteY1" fmla="*/ 19931 h 63931"/>
                <a:gd name="connsiteX2" fmla="*/ 21231 w 42265"/>
                <a:gd name="connsiteY2" fmla="*/ 61207 h 63931"/>
                <a:gd name="connsiteX3" fmla="*/ 4 w 42265"/>
                <a:gd name="connsiteY3" fmla="*/ 44303 h 63931"/>
                <a:gd name="connsiteX4" fmla="*/ 21231 w 42265"/>
                <a:gd name="connsiteY4" fmla="*/ 2635 h 63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65" h="63931">
                  <a:moveTo>
                    <a:pt x="21231" y="2635"/>
                  </a:moveTo>
                  <a:cubicBezTo>
                    <a:pt x="33417" y="-4245"/>
                    <a:pt x="42262" y="2635"/>
                    <a:pt x="42262" y="19931"/>
                  </a:cubicBezTo>
                  <a:cubicBezTo>
                    <a:pt x="42439" y="36306"/>
                    <a:pt x="34597" y="51731"/>
                    <a:pt x="21231" y="61207"/>
                  </a:cubicBezTo>
                  <a:cubicBezTo>
                    <a:pt x="9045" y="68282"/>
                    <a:pt x="4" y="61207"/>
                    <a:pt x="4" y="44303"/>
                  </a:cubicBezTo>
                  <a:cubicBezTo>
                    <a:pt x="-193" y="27769"/>
                    <a:pt x="7748" y="12193"/>
                    <a:pt x="21231" y="2635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3A82AF6-2062-4731-B77A-C043B439EF5E}"/>
                </a:ext>
              </a:extLst>
            </p:cNvPr>
            <p:cNvSpPr/>
            <p:nvPr/>
          </p:nvSpPr>
          <p:spPr>
            <a:xfrm>
              <a:off x="4366685" y="1284068"/>
              <a:ext cx="42262" cy="64019"/>
            </a:xfrm>
            <a:custGeom>
              <a:avLst/>
              <a:gdLst>
                <a:gd name="connsiteX0" fmla="*/ 21034 w 42262"/>
                <a:gd name="connsiteY0" fmla="*/ 2722 h 64019"/>
                <a:gd name="connsiteX1" fmla="*/ 42261 w 42262"/>
                <a:gd name="connsiteY1" fmla="*/ 19822 h 64019"/>
                <a:gd name="connsiteX2" fmla="*/ 21034 w 42262"/>
                <a:gd name="connsiteY2" fmla="*/ 61294 h 64019"/>
                <a:gd name="connsiteX3" fmla="*/ 3 w 42262"/>
                <a:gd name="connsiteY3" fmla="*/ 44391 h 64019"/>
                <a:gd name="connsiteX4" fmla="*/ 21034 w 42262"/>
                <a:gd name="connsiteY4" fmla="*/ 2722 h 6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62" h="64019">
                  <a:moveTo>
                    <a:pt x="21034" y="2722"/>
                  </a:moveTo>
                  <a:cubicBezTo>
                    <a:pt x="33220" y="-4354"/>
                    <a:pt x="42261" y="2722"/>
                    <a:pt x="42261" y="19822"/>
                  </a:cubicBezTo>
                  <a:cubicBezTo>
                    <a:pt x="42360" y="36279"/>
                    <a:pt x="34439" y="51753"/>
                    <a:pt x="21034" y="61294"/>
                  </a:cubicBezTo>
                  <a:cubicBezTo>
                    <a:pt x="9044" y="68370"/>
                    <a:pt x="3" y="61294"/>
                    <a:pt x="3" y="44391"/>
                  </a:cubicBezTo>
                  <a:cubicBezTo>
                    <a:pt x="-174" y="27908"/>
                    <a:pt x="7668" y="12368"/>
                    <a:pt x="21034" y="2722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0E405E3-0665-4646-BBD8-E995D635DEDA}"/>
                </a:ext>
              </a:extLst>
            </p:cNvPr>
            <p:cNvSpPr/>
            <p:nvPr/>
          </p:nvSpPr>
          <p:spPr>
            <a:xfrm>
              <a:off x="4437836" y="1242989"/>
              <a:ext cx="42262" cy="63931"/>
            </a:xfrm>
            <a:custGeom>
              <a:avLst/>
              <a:gdLst>
                <a:gd name="connsiteX0" fmla="*/ 21231 w 42262"/>
                <a:gd name="connsiteY0" fmla="*/ 2722 h 63931"/>
                <a:gd name="connsiteX1" fmla="*/ 42262 w 42262"/>
                <a:gd name="connsiteY1" fmla="*/ 19822 h 63931"/>
                <a:gd name="connsiteX2" fmla="*/ 21231 w 42262"/>
                <a:gd name="connsiteY2" fmla="*/ 61294 h 63931"/>
                <a:gd name="connsiteX3" fmla="*/ 4 w 42262"/>
                <a:gd name="connsiteY3" fmla="*/ 44194 h 63931"/>
                <a:gd name="connsiteX4" fmla="*/ 21231 w 42262"/>
                <a:gd name="connsiteY4" fmla="*/ 2722 h 63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62" h="63931">
                  <a:moveTo>
                    <a:pt x="21231" y="2722"/>
                  </a:moveTo>
                  <a:cubicBezTo>
                    <a:pt x="33221" y="-4354"/>
                    <a:pt x="42262" y="2722"/>
                    <a:pt x="42262" y="19822"/>
                  </a:cubicBezTo>
                  <a:cubicBezTo>
                    <a:pt x="42341" y="36228"/>
                    <a:pt x="34518" y="51667"/>
                    <a:pt x="21231" y="61294"/>
                  </a:cubicBezTo>
                  <a:cubicBezTo>
                    <a:pt x="9045" y="68173"/>
                    <a:pt x="4" y="61294"/>
                    <a:pt x="4" y="44194"/>
                  </a:cubicBezTo>
                  <a:cubicBezTo>
                    <a:pt x="-193" y="27713"/>
                    <a:pt x="7748" y="12193"/>
                    <a:pt x="21231" y="2722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C548614-2E30-44D8-A7D1-8D12ED879AD1}"/>
                </a:ext>
              </a:extLst>
            </p:cNvPr>
            <p:cNvSpPr/>
            <p:nvPr/>
          </p:nvSpPr>
          <p:spPr>
            <a:xfrm>
              <a:off x="4508988" y="1201910"/>
              <a:ext cx="42459" cy="63931"/>
            </a:xfrm>
            <a:custGeom>
              <a:avLst/>
              <a:gdLst>
                <a:gd name="connsiteX0" fmla="*/ 21231 w 42459"/>
                <a:gd name="connsiteY0" fmla="*/ 2722 h 63931"/>
                <a:gd name="connsiteX1" fmla="*/ 42458 w 42459"/>
                <a:gd name="connsiteY1" fmla="*/ 19822 h 63931"/>
                <a:gd name="connsiteX2" fmla="*/ 21231 w 42459"/>
                <a:gd name="connsiteY2" fmla="*/ 61294 h 63931"/>
                <a:gd name="connsiteX3" fmla="*/ 4 w 42459"/>
                <a:gd name="connsiteY3" fmla="*/ 44194 h 63931"/>
                <a:gd name="connsiteX4" fmla="*/ 21231 w 42459"/>
                <a:gd name="connsiteY4" fmla="*/ 2722 h 63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459" h="63931">
                  <a:moveTo>
                    <a:pt x="21231" y="2722"/>
                  </a:moveTo>
                  <a:cubicBezTo>
                    <a:pt x="33417" y="-4354"/>
                    <a:pt x="42458" y="2722"/>
                    <a:pt x="42458" y="19822"/>
                  </a:cubicBezTo>
                  <a:cubicBezTo>
                    <a:pt x="42557" y="36279"/>
                    <a:pt x="34636" y="51753"/>
                    <a:pt x="21231" y="61294"/>
                  </a:cubicBezTo>
                  <a:cubicBezTo>
                    <a:pt x="9045" y="68173"/>
                    <a:pt x="4" y="61294"/>
                    <a:pt x="4" y="44194"/>
                  </a:cubicBezTo>
                  <a:cubicBezTo>
                    <a:pt x="-193" y="27713"/>
                    <a:pt x="7748" y="12194"/>
                    <a:pt x="21231" y="2722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A34CDB1-3FE4-4968-8D89-4B16D9547B43}"/>
                </a:ext>
              </a:extLst>
            </p:cNvPr>
            <p:cNvSpPr/>
            <p:nvPr/>
          </p:nvSpPr>
          <p:spPr>
            <a:xfrm>
              <a:off x="4580337" y="1160722"/>
              <a:ext cx="42262" cy="63931"/>
            </a:xfrm>
            <a:custGeom>
              <a:avLst/>
              <a:gdLst>
                <a:gd name="connsiteX0" fmla="*/ 21033 w 42262"/>
                <a:gd name="connsiteY0" fmla="*/ 2634 h 63931"/>
                <a:gd name="connsiteX1" fmla="*/ 42260 w 42262"/>
                <a:gd name="connsiteY1" fmla="*/ 19931 h 63931"/>
                <a:gd name="connsiteX2" fmla="*/ 21033 w 42262"/>
                <a:gd name="connsiteY2" fmla="*/ 61207 h 63931"/>
                <a:gd name="connsiteX3" fmla="*/ 2 w 42262"/>
                <a:gd name="connsiteY3" fmla="*/ 44303 h 63931"/>
                <a:gd name="connsiteX4" fmla="*/ 21033 w 42262"/>
                <a:gd name="connsiteY4" fmla="*/ 2634 h 63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62" h="63931">
                  <a:moveTo>
                    <a:pt x="21033" y="2634"/>
                  </a:moveTo>
                  <a:cubicBezTo>
                    <a:pt x="33219" y="-4245"/>
                    <a:pt x="42260" y="2634"/>
                    <a:pt x="42260" y="19931"/>
                  </a:cubicBezTo>
                  <a:cubicBezTo>
                    <a:pt x="42398" y="36343"/>
                    <a:pt x="34457" y="51774"/>
                    <a:pt x="21033" y="61207"/>
                  </a:cubicBezTo>
                  <a:cubicBezTo>
                    <a:pt x="9043" y="68282"/>
                    <a:pt x="2" y="61207"/>
                    <a:pt x="2" y="44303"/>
                  </a:cubicBezTo>
                  <a:cubicBezTo>
                    <a:pt x="-136" y="27828"/>
                    <a:pt x="7687" y="12303"/>
                    <a:pt x="21033" y="2634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C9A0B87-234A-4590-81C6-FAA9181ACD1D}"/>
                </a:ext>
              </a:extLst>
            </p:cNvPr>
            <p:cNvSpPr/>
            <p:nvPr/>
          </p:nvSpPr>
          <p:spPr>
            <a:xfrm>
              <a:off x="4651487" y="1119643"/>
              <a:ext cx="42262" cy="63931"/>
            </a:xfrm>
            <a:custGeom>
              <a:avLst/>
              <a:gdLst>
                <a:gd name="connsiteX0" fmla="*/ 21231 w 42262"/>
                <a:gd name="connsiteY0" fmla="*/ 2634 h 63931"/>
                <a:gd name="connsiteX1" fmla="*/ 42262 w 42262"/>
                <a:gd name="connsiteY1" fmla="*/ 19931 h 63931"/>
                <a:gd name="connsiteX2" fmla="*/ 21231 w 42262"/>
                <a:gd name="connsiteY2" fmla="*/ 61207 h 63931"/>
                <a:gd name="connsiteX3" fmla="*/ 4 w 42262"/>
                <a:gd name="connsiteY3" fmla="*/ 44303 h 63931"/>
                <a:gd name="connsiteX4" fmla="*/ 21231 w 42262"/>
                <a:gd name="connsiteY4" fmla="*/ 2634 h 63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62" h="63931">
                  <a:moveTo>
                    <a:pt x="21231" y="2634"/>
                  </a:moveTo>
                  <a:cubicBezTo>
                    <a:pt x="33220" y="-4245"/>
                    <a:pt x="42262" y="2634"/>
                    <a:pt x="42262" y="19931"/>
                  </a:cubicBezTo>
                  <a:cubicBezTo>
                    <a:pt x="42341" y="36282"/>
                    <a:pt x="34518" y="51662"/>
                    <a:pt x="21231" y="61207"/>
                  </a:cubicBezTo>
                  <a:cubicBezTo>
                    <a:pt x="9045" y="68282"/>
                    <a:pt x="4" y="61207"/>
                    <a:pt x="4" y="44303"/>
                  </a:cubicBezTo>
                  <a:cubicBezTo>
                    <a:pt x="-193" y="27769"/>
                    <a:pt x="7748" y="12193"/>
                    <a:pt x="21231" y="2634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01FB5AB-3B79-4F6C-9CB6-CC3242DA9FCC}"/>
                </a:ext>
              </a:extLst>
            </p:cNvPr>
            <p:cNvSpPr/>
            <p:nvPr/>
          </p:nvSpPr>
          <p:spPr>
            <a:xfrm>
              <a:off x="4722832" y="1078476"/>
              <a:ext cx="42266" cy="63935"/>
            </a:xfrm>
            <a:custGeom>
              <a:avLst/>
              <a:gdLst>
                <a:gd name="connsiteX0" fmla="*/ 21038 w 42266"/>
                <a:gd name="connsiteY0" fmla="*/ 2722 h 63935"/>
                <a:gd name="connsiteX1" fmla="*/ 42266 w 42266"/>
                <a:gd name="connsiteY1" fmla="*/ 19822 h 63935"/>
                <a:gd name="connsiteX2" fmla="*/ 21038 w 42266"/>
                <a:gd name="connsiteY2" fmla="*/ 61294 h 63935"/>
                <a:gd name="connsiteX3" fmla="*/ 7 w 42266"/>
                <a:gd name="connsiteY3" fmla="*/ 44391 h 63935"/>
                <a:gd name="connsiteX4" fmla="*/ 21038 w 42266"/>
                <a:gd name="connsiteY4" fmla="*/ 2722 h 63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66" h="63935">
                  <a:moveTo>
                    <a:pt x="21038" y="2722"/>
                  </a:moveTo>
                  <a:cubicBezTo>
                    <a:pt x="33224" y="-4354"/>
                    <a:pt x="42266" y="2722"/>
                    <a:pt x="42266" y="19822"/>
                  </a:cubicBezTo>
                  <a:cubicBezTo>
                    <a:pt x="42364" y="36279"/>
                    <a:pt x="34443" y="51753"/>
                    <a:pt x="21038" y="61294"/>
                  </a:cubicBezTo>
                  <a:cubicBezTo>
                    <a:pt x="8852" y="68173"/>
                    <a:pt x="7" y="61294"/>
                    <a:pt x="7" y="44391"/>
                  </a:cubicBezTo>
                  <a:cubicBezTo>
                    <a:pt x="-268" y="27884"/>
                    <a:pt x="7594" y="12300"/>
                    <a:pt x="21038" y="2722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5B49DF7-BD0E-47BF-A15D-C651342C35E9}"/>
                </a:ext>
              </a:extLst>
            </p:cNvPr>
            <p:cNvSpPr/>
            <p:nvPr/>
          </p:nvSpPr>
          <p:spPr>
            <a:xfrm>
              <a:off x="4793987" y="1037397"/>
              <a:ext cx="42262" cy="63931"/>
            </a:xfrm>
            <a:custGeom>
              <a:avLst/>
              <a:gdLst>
                <a:gd name="connsiteX0" fmla="*/ 21231 w 42262"/>
                <a:gd name="connsiteY0" fmla="*/ 2722 h 63931"/>
                <a:gd name="connsiteX1" fmla="*/ 42262 w 42262"/>
                <a:gd name="connsiteY1" fmla="*/ 19822 h 63931"/>
                <a:gd name="connsiteX2" fmla="*/ 21231 w 42262"/>
                <a:gd name="connsiteY2" fmla="*/ 61294 h 63931"/>
                <a:gd name="connsiteX3" fmla="*/ 4 w 42262"/>
                <a:gd name="connsiteY3" fmla="*/ 44194 h 63931"/>
                <a:gd name="connsiteX4" fmla="*/ 21231 w 42262"/>
                <a:gd name="connsiteY4" fmla="*/ 2722 h 63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62" h="63931">
                  <a:moveTo>
                    <a:pt x="21231" y="2722"/>
                  </a:moveTo>
                  <a:cubicBezTo>
                    <a:pt x="33221" y="-4354"/>
                    <a:pt x="42262" y="2722"/>
                    <a:pt x="42262" y="19822"/>
                  </a:cubicBezTo>
                  <a:cubicBezTo>
                    <a:pt x="42341" y="36228"/>
                    <a:pt x="34518" y="51667"/>
                    <a:pt x="21231" y="61294"/>
                  </a:cubicBezTo>
                  <a:cubicBezTo>
                    <a:pt x="9045" y="68173"/>
                    <a:pt x="4" y="61294"/>
                    <a:pt x="4" y="44194"/>
                  </a:cubicBezTo>
                  <a:cubicBezTo>
                    <a:pt x="-193" y="27713"/>
                    <a:pt x="7747" y="12194"/>
                    <a:pt x="21231" y="2722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F7F637B-E346-460B-A254-629F9CE45E98}"/>
                </a:ext>
              </a:extLst>
            </p:cNvPr>
            <p:cNvSpPr/>
            <p:nvPr/>
          </p:nvSpPr>
          <p:spPr>
            <a:xfrm>
              <a:off x="4865140" y="996209"/>
              <a:ext cx="42264" cy="63931"/>
            </a:xfrm>
            <a:custGeom>
              <a:avLst/>
              <a:gdLst>
                <a:gd name="connsiteX0" fmla="*/ 21229 w 42264"/>
                <a:gd name="connsiteY0" fmla="*/ 2634 h 63931"/>
                <a:gd name="connsiteX1" fmla="*/ 42260 w 42264"/>
                <a:gd name="connsiteY1" fmla="*/ 19931 h 63931"/>
                <a:gd name="connsiteX2" fmla="*/ 21229 w 42264"/>
                <a:gd name="connsiteY2" fmla="*/ 61207 h 63931"/>
                <a:gd name="connsiteX3" fmla="*/ 2 w 42264"/>
                <a:gd name="connsiteY3" fmla="*/ 44303 h 63931"/>
                <a:gd name="connsiteX4" fmla="*/ 21229 w 42264"/>
                <a:gd name="connsiteY4" fmla="*/ 2634 h 63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264" h="63931">
                  <a:moveTo>
                    <a:pt x="21229" y="2634"/>
                  </a:moveTo>
                  <a:cubicBezTo>
                    <a:pt x="33416" y="-4245"/>
                    <a:pt x="42260" y="2634"/>
                    <a:pt x="42260" y="19931"/>
                  </a:cubicBezTo>
                  <a:cubicBezTo>
                    <a:pt x="42477" y="36313"/>
                    <a:pt x="34614" y="51753"/>
                    <a:pt x="21229" y="61207"/>
                  </a:cubicBezTo>
                  <a:cubicBezTo>
                    <a:pt x="9043" y="68283"/>
                    <a:pt x="2" y="61207"/>
                    <a:pt x="2" y="44303"/>
                  </a:cubicBezTo>
                  <a:cubicBezTo>
                    <a:pt x="-136" y="27785"/>
                    <a:pt x="7785" y="12238"/>
                    <a:pt x="21229" y="2634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9637C36-7BFC-492F-8647-29496FA5CF6C}"/>
                </a:ext>
              </a:extLst>
            </p:cNvPr>
            <p:cNvSpPr/>
            <p:nvPr/>
          </p:nvSpPr>
          <p:spPr>
            <a:xfrm>
              <a:off x="3806321" y="1609920"/>
              <a:ext cx="1050762" cy="1350894"/>
            </a:xfrm>
            <a:custGeom>
              <a:avLst/>
              <a:gdLst>
                <a:gd name="connsiteX0" fmla="*/ 1050762 w 1050762"/>
                <a:gd name="connsiteY0" fmla="*/ 744142 h 1350894"/>
                <a:gd name="connsiteX1" fmla="*/ 0 w 1050762"/>
                <a:gd name="connsiteY1" fmla="*/ 1350895 h 1350894"/>
                <a:gd name="connsiteX2" fmla="*/ 0 w 1050762"/>
                <a:gd name="connsiteY2" fmla="*/ 606753 h 1350894"/>
                <a:gd name="connsiteX3" fmla="*/ 1050762 w 1050762"/>
                <a:gd name="connsiteY3" fmla="*/ 0 h 1350894"/>
                <a:gd name="connsiteX4" fmla="*/ 1050762 w 1050762"/>
                <a:gd name="connsiteY4" fmla="*/ 744142 h 1350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0762" h="1350894">
                  <a:moveTo>
                    <a:pt x="1050762" y="744142"/>
                  </a:moveTo>
                  <a:lnTo>
                    <a:pt x="0" y="1350895"/>
                  </a:lnTo>
                  <a:lnTo>
                    <a:pt x="0" y="606753"/>
                  </a:lnTo>
                  <a:lnTo>
                    <a:pt x="1050762" y="0"/>
                  </a:lnTo>
                  <a:lnTo>
                    <a:pt x="1050762" y="744142"/>
                  </a:lnTo>
                  <a:close/>
                </a:path>
              </a:pathLst>
            </a:custGeom>
            <a:solidFill>
              <a:srgbClr val="FFCAE5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8FC58D2-8181-4D7E-B713-EFCCBEA89662}"/>
                </a:ext>
              </a:extLst>
            </p:cNvPr>
            <p:cNvSpPr/>
            <p:nvPr/>
          </p:nvSpPr>
          <p:spPr>
            <a:xfrm>
              <a:off x="3741066" y="2178542"/>
              <a:ext cx="65254" cy="782272"/>
            </a:xfrm>
            <a:custGeom>
              <a:avLst/>
              <a:gdLst>
                <a:gd name="connsiteX0" fmla="*/ 65255 w 65254"/>
                <a:gd name="connsiteY0" fmla="*/ 38131 h 782272"/>
                <a:gd name="connsiteX1" fmla="*/ 0 w 65254"/>
                <a:gd name="connsiteY1" fmla="*/ 0 h 782272"/>
                <a:gd name="connsiteX2" fmla="*/ 0 w 65254"/>
                <a:gd name="connsiteY2" fmla="*/ 744142 h 782272"/>
                <a:gd name="connsiteX3" fmla="*/ 65255 w 65254"/>
                <a:gd name="connsiteY3" fmla="*/ 782273 h 782272"/>
                <a:gd name="connsiteX4" fmla="*/ 65255 w 65254"/>
                <a:gd name="connsiteY4" fmla="*/ 38131 h 782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" h="782272">
                  <a:moveTo>
                    <a:pt x="65255" y="38131"/>
                  </a:moveTo>
                  <a:lnTo>
                    <a:pt x="0" y="0"/>
                  </a:lnTo>
                  <a:lnTo>
                    <a:pt x="0" y="744142"/>
                  </a:lnTo>
                  <a:lnTo>
                    <a:pt x="65255" y="782273"/>
                  </a:lnTo>
                  <a:lnTo>
                    <a:pt x="65255" y="38131"/>
                  </a:lnTo>
                  <a:close/>
                </a:path>
              </a:pathLst>
            </a:custGeom>
            <a:solidFill>
              <a:srgbClr val="FFA1D0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1C0954B5-57C0-4E56-A659-7112A3700BE0}"/>
                </a:ext>
              </a:extLst>
            </p:cNvPr>
            <p:cNvSpPr/>
            <p:nvPr/>
          </p:nvSpPr>
          <p:spPr>
            <a:xfrm>
              <a:off x="3741066" y="1571986"/>
              <a:ext cx="1116017" cy="644687"/>
            </a:xfrm>
            <a:custGeom>
              <a:avLst/>
              <a:gdLst>
                <a:gd name="connsiteX0" fmla="*/ 1116017 w 1116017"/>
                <a:gd name="connsiteY0" fmla="*/ 37934 h 644687"/>
                <a:gd name="connsiteX1" fmla="*/ 1050762 w 1116017"/>
                <a:gd name="connsiteY1" fmla="*/ 0 h 644687"/>
                <a:gd name="connsiteX2" fmla="*/ 0 w 1116017"/>
                <a:gd name="connsiteY2" fmla="*/ 606556 h 644687"/>
                <a:gd name="connsiteX3" fmla="*/ 65255 w 1116017"/>
                <a:gd name="connsiteY3" fmla="*/ 644687 h 644687"/>
                <a:gd name="connsiteX4" fmla="*/ 1116017 w 1116017"/>
                <a:gd name="connsiteY4" fmla="*/ 37934 h 64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6017" h="644687">
                  <a:moveTo>
                    <a:pt x="1116017" y="37934"/>
                  </a:moveTo>
                  <a:lnTo>
                    <a:pt x="1050762" y="0"/>
                  </a:lnTo>
                  <a:lnTo>
                    <a:pt x="0" y="606556"/>
                  </a:lnTo>
                  <a:lnTo>
                    <a:pt x="65255" y="644687"/>
                  </a:lnTo>
                  <a:lnTo>
                    <a:pt x="1116017" y="37934"/>
                  </a:lnTo>
                  <a:close/>
                </a:path>
              </a:pathLst>
            </a:custGeom>
            <a:solidFill>
              <a:srgbClr val="FFBBDD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5E83E75-735F-4D73-BF9B-3F6766EE82BD}"/>
                </a:ext>
              </a:extLst>
            </p:cNvPr>
            <p:cNvSpPr/>
            <p:nvPr/>
          </p:nvSpPr>
          <p:spPr>
            <a:xfrm>
              <a:off x="3872755" y="1773975"/>
              <a:ext cx="887624" cy="547131"/>
            </a:xfrm>
            <a:custGeom>
              <a:avLst/>
              <a:gdLst>
                <a:gd name="connsiteX0" fmla="*/ 867970 w 887624"/>
                <a:gd name="connsiteY0" fmla="*/ 54903 h 547131"/>
                <a:gd name="connsiteX1" fmla="*/ 19655 w 887624"/>
                <a:gd name="connsiteY1" fmla="*/ 544708 h 547131"/>
                <a:gd name="connsiteX2" fmla="*/ 0 w 887624"/>
                <a:gd name="connsiteY2" fmla="*/ 529770 h 547131"/>
                <a:gd name="connsiteX3" fmla="*/ 0 w 887624"/>
                <a:gd name="connsiteY3" fmla="*/ 529770 h 547131"/>
                <a:gd name="connsiteX4" fmla="*/ 19655 w 887624"/>
                <a:gd name="connsiteY4" fmla="*/ 492229 h 547131"/>
                <a:gd name="connsiteX5" fmla="*/ 867970 w 887624"/>
                <a:gd name="connsiteY5" fmla="*/ 2424 h 547131"/>
                <a:gd name="connsiteX6" fmla="*/ 887625 w 887624"/>
                <a:gd name="connsiteY6" fmla="*/ 17362 h 547131"/>
                <a:gd name="connsiteX7" fmla="*/ 887625 w 887624"/>
                <a:gd name="connsiteY7" fmla="*/ 17362 h 547131"/>
                <a:gd name="connsiteX8" fmla="*/ 867970 w 887624"/>
                <a:gd name="connsiteY8" fmla="*/ 54903 h 547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7624" h="547131">
                  <a:moveTo>
                    <a:pt x="867970" y="54903"/>
                  </a:moveTo>
                  <a:lnTo>
                    <a:pt x="19655" y="544708"/>
                  </a:lnTo>
                  <a:cubicBezTo>
                    <a:pt x="8845" y="550998"/>
                    <a:pt x="0" y="544708"/>
                    <a:pt x="0" y="529770"/>
                  </a:cubicBezTo>
                  <a:lnTo>
                    <a:pt x="0" y="529770"/>
                  </a:lnTo>
                  <a:cubicBezTo>
                    <a:pt x="315" y="514872"/>
                    <a:pt x="7587" y="500976"/>
                    <a:pt x="19655" y="492229"/>
                  </a:cubicBezTo>
                  <a:lnTo>
                    <a:pt x="867970" y="2424"/>
                  </a:lnTo>
                  <a:cubicBezTo>
                    <a:pt x="878780" y="-3866"/>
                    <a:pt x="887625" y="2424"/>
                    <a:pt x="887625" y="17362"/>
                  </a:cubicBezTo>
                  <a:lnTo>
                    <a:pt x="887625" y="17362"/>
                  </a:lnTo>
                  <a:cubicBezTo>
                    <a:pt x="887350" y="32272"/>
                    <a:pt x="880058" y="46180"/>
                    <a:pt x="867970" y="54903"/>
                  </a:cubicBezTo>
                  <a:close/>
                </a:path>
              </a:pathLst>
            </a:custGeom>
            <a:solidFill>
              <a:srgbClr val="2143A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44743CD-3057-4A52-B020-83B3C9F89116}"/>
                </a:ext>
              </a:extLst>
            </p:cNvPr>
            <p:cNvSpPr/>
            <p:nvPr/>
          </p:nvSpPr>
          <p:spPr>
            <a:xfrm>
              <a:off x="3872755" y="2041958"/>
              <a:ext cx="614811" cy="389614"/>
            </a:xfrm>
            <a:custGeom>
              <a:avLst/>
              <a:gdLst>
                <a:gd name="connsiteX0" fmla="*/ 595157 w 614811"/>
                <a:gd name="connsiteY0" fmla="*/ 55016 h 389614"/>
                <a:gd name="connsiteX1" fmla="*/ 19655 w 614811"/>
                <a:gd name="connsiteY1" fmla="*/ 387187 h 389614"/>
                <a:gd name="connsiteX2" fmla="*/ 0 w 614811"/>
                <a:gd name="connsiteY2" fmla="*/ 372445 h 389614"/>
                <a:gd name="connsiteX3" fmla="*/ 0 w 614811"/>
                <a:gd name="connsiteY3" fmla="*/ 372445 h 389614"/>
                <a:gd name="connsiteX4" fmla="*/ 19655 w 614811"/>
                <a:gd name="connsiteY4" fmla="*/ 334708 h 389614"/>
                <a:gd name="connsiteX5" fmla="*/ 595157 w 614811"/>
                <a:gd name="connsiteY5" fmla="*/ 2340 h 389614"/>
                <a:gd name="connsiteX6" fmla="*/ 614812 w 614811"/>
                <a:gd name="connsiteY6" fmla="*/ 17278 h 389614"/>
                <a:gd name="connsiteX7" fmla="*/ 614812 w 614811"/>
                <a:gd name="connsiteY7" fmla="*/ 17278 h 389614"/>
                <a:gd name="connsiteX8" fmla="*/ 595157 w 614811"/>
                <a:gd name="connsiteY8" fmla="*/ 55016 h 389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4811" h="389614">
                  <a:moveTo>
                    <a:pt x="595157" y="55016"/>
                  </a:moveTo>
                  <a:lnTo>
                    <a:pt x="19655" y="387187"/>
                  </a:lnTo>
                  <a:cubicBezTo>
                    <a:pt x="8845" y="393476"/>
                    <a:pt x="0" y="387187"/>
                    <a:pt x="0" y="372445"/>
                  </a:cubicBezTo>
                  <a:lnTo>
                    <a:pt x="0" y="372445"/>
                  </a:lnTo>
                  <a:cubicBezTo>
                    <a:pt x="256" y="357468"/>
                    <a:pt x="7528" y="343494"/>
                    <a:pt x="19655" y="334708"/>
                  </a:cubicBezTo>
                  <a:lnTo>
                    <a:pt x="595157" y="2340"/>
                  </a:lnTo>
                  <a:cubicBezTo>
                    <a:pt x="605967" y="-3753"/>
                    <a:pt x="614812" y="2340"/>
                    <a:pt x="614812" y="17278"/>
                  </a:cubicBezTo>
                  <a:lnTo>
                    <a:pt x="614812" y="17278"/>
                  </a:lnTo>
                  <a:cubicBezTo>
                    <a:pt x="614556" y="32255"/>
                    <a:pt x="607284" y="46230"/>
                    <a:pt x="595157" y="55016"/>
                  </a:cubicBezTo>
                  <a:close/>
                </a:path>
              </a:pathLst>
            </a:custGeom>
            <a:solidFill>
              <a:srgbClr val="2143A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1475973-700E-4DD9-90FD-3246CD8E0CDB}"/>
                </a:ext>
              </a:extLst>
            </p:cNvPr>
            <p:cNvSpPr/>
            <p:nvPr/>
          </p:nvSpPr>
          <p:spPr>
            <a:xfrm>
              <a:off x="3925824" y="2538034"/>
              <a:ext cx="69578" cy="297578"/>
            </a:xfrm>
            <a:custGeom>
              <a:avLst/>
              <a:gdLst>
                <a:gd name="connsiteX0" fmla="*/ 69579 w 69578"/>
                <a:gd name="connsiteY0" fmla="*/ 257482 h 297578"/>
                <a:gd name="connsiteX1" fmla="*/ 0 w 69578"/>
                <a:gd name="connsiteY1" fmla="*/ 297578 h 297578"/>
                <a:gd name="connsiteX2" fmla="*/ 0 w 69578"/>
                <a:gd name="connsiteY2" fmla="*/ 40293 h 297578"/>
                <a:gd name="connsiteX3" fmla="*/ 69579 w 69578"/>
                <a:gd name="connsiteY3" fmla="*/ 0 h 297578"/>
                <a:gd name="connsiteX4" fmla="*/ 69579 w 69578"/>
                <a:gd name="connsiteY4" fmla="*/ 257482 h 297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78" h="297578">
                  <a:moveTo>
                    <a:pt x="69579" y="257482"/>
                  </a:moveTo>
                  <a:lnTo>
                    <a:pt x="0" y="297578"/>
                  </a:lnTo>
                  <a:lnTo>
                    <a:pt x="0" y="40293"/>
                  </a:lnTo>
                  <a:lnTo>
                    <a:pt x="69579" y="0"/>
                  </a:lnTo>
                  <a:lnTo>
                    <a:pt x="69579" y="257482"/>
                  </a:lnTo>
                  <a:close/>
                </a:path>
              </a:pathLst>
            </a:custGeom>
            <a:solidFill>
              <a:schemeClr val="accent1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DFED7C9-5127-4F08-9135-72AE715A1035}"/>
                </a:ext>
              </a:extLst>
            </p:cNvPr>
            <p:cNvSpPr/>
            <p:nvPr/>
          </p:nvSpPr>
          <p:spPr>
            <a:xfrm>
              <a:off x="4066555" y="2395338"/>
              <a:ext cx="69775" cy="358901"/>
            </a:xfrm>
            <a:custGeom>
              <a:avLst/>
              <a:gdLst>
                <a:gd name="connsiteX0" fmla="*/ 69775 w 69775"/>
                <a:gd name="connsiteY0" fmla="*/ 318806 h 358901"/>
                <a:gd name="connsiteX1" fmla="*/ 0 w 69775"/>
                <a:gd name="connsiteY1" fmla="*/ 358902 h 358901"/>
                <a:gd name="connsiteX2" fmla="*/ 0 w 69775"/>
                <a:gd name="connsiteY2" fmla="*/ 40293 h 358901"/>
                <a:gd name="connsiteX3" fmla="*/ 69775 w 69775"/>
                <a:gd name="connsiteY3" fmla="*/ 0 h 358901"/>
                <a:gd name="connsiteX4" fmla="*/ 69775 w 69775"/>
                <a:gd name="connsiteY4" fmla="*/ 318806 h 358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75" h="358901">
                  <a:moveTo>
                    <a:pt x="69775" y="318806"/>
                  </a:moveTo>
                  <a:lnTo>
                    <a:pt x="0" y="358902"/>
                  </a:lnTo>
                  <a:lnTo>
                    <a:pt x="0" y="40293"/>
                  </a:lnTo>
                  <a:lnTo>
                    <a:pt x="69775" y="0"/>
                  </a:lnTo>
                  <a:lnTo>
                    <a:pt x="69775" y="318806"/>
                  </a:lnTo>
                  <a:close/>
                </a:path>
              </a:pathLst>
            </a:custGeom>
            <a:solidFill>
              <a:srgbClr val="2143A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98B8DD8-285A-47C1-9E8D-4D8E636488A0}"/>
                </a:ext>
              </a:extLst>
            </p:cNvPr>
            <p:cNvSpPr/>
            <p:nvPr/>
          </p:nvSpPr>
          <p:spPr>
            <a:xfrm>
              <a:off x="4207482" y="2440741"/>
              <a:ext cx="69578" cy="232323"/>
            </a:xfrm>
            <a:custGeom>
              <a:avLst/>
              <a:gdLst>
                <a:gd name="connsiteX0" fmla="*/ 69579 w 69578"/>
                <a:gd name="connsiteY0" fmla="*/ 192030 h 232323"/>
                <a:gd name="connsiteX1" fmla="*/ 0 w 69578"/>
                <a:gd name="connsiteY1" fmla="*/ 232323 h 232323"/>
                <a:gd name="connsiteX2" fmla="*/ 0 w 69578"/>
                <a:gd name="connsiteY2" fmla="*/ 40096 h 232323"/>
                <a:gd name="connsiteX3" fmla="*/ 69579 w 69578"/>
                <a:gd name="connsiteY3" fmla="*/ 0 h 232323"/>
                <a:gd name="connsiteX4" fmla="*/ 69579 w 69578"/>
                <a:gd name="connsiteY4" fmla="*/ 192030 h 23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78" h="232323">
                  <a:moveTo>
                    <a:pt x="69579" y="192030"/>
                  </a:moveTo>
                  <a:lnTo>
                    <a:pt x="0" y="232323"/>
                  </a:lnTo>
                  <a:lnTo>
                    <a:pt x="0" y="40096"/>
                  </a:lnTo>
                  <a:lnTo>
                    <a:pt x="69579" y="0"/>
                  </a:lnTo>
                  <a:lnTo>
                    <a:pt x="69579" y="192030"/>
                  </a:lnTo>
                  <a:close/>
                </a:path>
              </a:pathLst>
            </a:custGeom>
            <a:solidFill>
              <a:schemeClr val="accent1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10EC3E6-17CA-436A-93AF-13B8C053D249}"/>
                </a:ext>
              </a:extLst>
            </p:cNvPr>
            <p:cNvSpPr/>
            <p:nvPr/>
          </p:nvSpPr>
          <p:spPr>
            <a:xfrm>
              <a:off x="4349392" y="2205273"/>
              <a:ext cx="69775" cy="385829"/>
            </a:xfrm>
            <a:custGeom>
              <a:avLst/>
              <a:gdLst>
                <a:gd name="connsiteX0" fmla="*/ 69776 w 69775"/>
                <a:gd name="connsiteY0" fmla="*/ 345537 h 385829"/>
                <a:gd name="connsiteX1" fmla="*/ 0 w 69775"/>
                <a:gd name="connsiteY1" fmla="*/ 385830 h 385829"/>
                <a:gd name="connsiteX2" fmla="*/ 0 w 69775"/>
                <a:gd name="connsiteY2" fmla="*/ 40293 h 385829"/>
                <a:gd name="connsiteX3" fmla="*/ 69776 w 69775"/>
                <a:gd name="connsiteY3" fmla="*/ 0 h 385829"/>
                <a:gd name="connsiteX4" fmla="*/ 69776 w 69775"/>
                <a:gd name="connsiteY4" fmla="*/ 345537 h 38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75" h="385829">
                  <a:moveTo>
                    <a:pt x="69776" y="345537"/>
                  </a:moveTo>
                  <a:lnTo>
                    <a:pt x="0" y="385830"/>
                  </a:lnTo>
                  <a:lnTo>
                    <a:pt x="0" y="40293"/>
                  </a:lnTo>
                  <a:lnTo>
                    <a:pt x="69776" y="0"/>
                  </a:lnTo>
                  <a:lnTo>
                    <a:pt x="69776" y="345537"/>
                  </a:lnTo>
                  <a:close/>
                </a:path>
              </a:pathLst>
            </a:custGeom>
            <a:solidFill>
              <a:schemeClr val="accent1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BFDA3483-58AF-482F-9FD7-E56C769AEFD5}"/>
                </a:ext>
              </a:extLst>
            </p:cNvPr>
            <p:cNvSpPr/>
            <p:nvPr/>
          </p:nvSpPr>
          <p:spPr>
            <a:xfrm>
              <a:off x="4490319" y="2212152"/>
              <a:ext cx="69578" cy="297578"/>
            </a:xfrm>
            <a:custGeom>
              <a:avLst/>
              <a:gdLst>
                <a:gd name="connsiteX0" fmla="*/ 69579 w 69578"/>
                <a:gd name="connsiteY0" fmla="*/ 257482 h 297578"/>
                <a:gd name="connsiteX1" fmla="*/ 0 w 69578"/>
                <a:gd name="connsiteY1" fmla="*/ 297578 h 297578"/>
                <a:gd name="connsiteX2" fmla="*/ 0 w 69578"/>
                <a:gd name="connsiteY2" fmla="*/ 40293 h 297578"/>
                <a:gd name="connsiteX3" fmla="*/ 69579 w 69578"/>
                <a:gd name="connsiteY3" fmla="*/ 0 h 297578"/>
                <a:gd name="connsiteX4" fmla="*/ 69579 w 69578"/>
                <a:gd name="connsiteY4" fmla="*/ 257482 h 297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78" h="297578">
                  <a:moveTo>
                    <a:pt x="69579" y="257482"/>
                  </a:moveTo>
                  <a:lnTo>
                    <a:pt x="0" y="297578"/>
                  </a:lnTo>
                  <a:lnTo>
                    <a:pt x="0" y="40293"/>
                  </a:lnTo>
                  <a:lnTo>
                    <a:pt x="69579" y="0"/>
                  </a:lnTo>
                  <a:lnTo>
                    <a:pt x="69579" y="257482"/>
                  </a:lnTo>
                  <a:close/>
                </a:path>
              </a:pathLst>
            </a:custGeom>
            <a:solidFill>
              <a:schemeClr val="accent1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94C05F3-954D-4214-9158-B6B637B6CF0A}"/>
                </a:ext>
              </a:extLst>
            </p:cNvPr>
            <p:cNvSpPr/>
            <p:nvPr/>
          </p:nvSpPr>
          <p:spPr>
            <a:xfrm>
              <a:off x="4631049" y="2196625"/>
              <a:ext cx="69775" cy="231733"/>
            </a:xfrm>
            <a:custGeom>
              <a:avLst/>
              <a:gdLst>
                <a:gd name="connsiteX0" fmla="*/ 69775 w 69775"/>
                <a:gd name="connsiteY0" fmla="*/ 191637 h 231733"/>
                <a:gd name="connsiteX1" fmla="*/ 0 w 69775"/>
                <a:gd name="connsiteY1" fmla="*/ 231733 h 231733"/>
                <a:gd name="connsiteX2" fmla="*/ 0 w 69775"/>
                <a:gd name="connsiteY2" fmla="*/ 40096 h 231733"/>
                <a:gd name="connsiteX3" fmla="*/ 69775 w 69775"/>
                <a:gd name="connsiteY3" fmla="*/ 0 h 231733"/>
                <a:gd name="connsiteX4" fmla="*/ 69775 w 69775"/>
                <a:gd name="connsiteY4" fmla="*/ 191637 h 23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75" h="231733">
                  <a:moveTo>
                    <a:pt x="69775" y="191637"/>
                  </a:moveTo>
                  <a:lnTo>
                    <a:pt x="0" y="231733"/>
                  </a:lnTo>
                  <a:lnTo>
                    <a:pt x="0" y="40096"/>
                  </a:lnTo>
                  <a:lnTo>
                    <a:pt x="69775" y="0"/>
                  </a:lnTo>
                  <a:lnTo>
                    <a:pt x="69775" y="191637"/>
                  </a:lnTo>
                  <a:close/>
                </a:path>
              </a:pathLst>
            </a:custGeom>
            <a:solidFill>
              <a:schemeClr val="accent1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DE5A5EC-8EAC-4B9F-86A7-A5FF67AFB922}"/>
                </a:ext>
              </a:extLst>
            </p:cNvPr>
            <p:cNvSpPr/>
            <p:nvPr/>
          </p:nvSpPr>
          <p:spPr>
            <a:xfrm>
              <a:off x="3853460" y="3579231"/>
              <a:ext cx="179183" cy="266901"/>
            </a:xfrm>
            <a:custGeom>
              <a:avLst/>
              <a:gdLst>
                <a:gd name="connsiteX0" fmla="*/ 63519 w 179183"/>
                <a:gd name="connsiteY0" fmla="*/ 1703 h 266901"/>
                <a:gd name="connsiteX1" fmla="*/ 134671 w 179183"/>
                <a:gd name="connsiteY1" fmla="*/ 105678 h 266901"/>
                <a:gd name="connsiteX2" fmla="*/ 163760 w 179183"/>
                <a:gd name="connsiteY2" fmla="*/ 246605 h 266901"/>
                <a:gd name="connsiteX3" fmla="*/ 4947 w 179183"/>
                <a:gd name="connsiteY3" fmla="*/ 196485 h 266901"/>
                <a:gd name="connsiteX4" fmla="*/ 63519 w 179183"/>
                <a:gd name="connsiteY4" fmla="*/ 1703 h 266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183" h="266901">
                  <a:moveTo>
                    <a:pt x="63519" y="1703"/>
                  </a:moveTo>
                  <a:cubicBezTo>
                    <a:pt x="95753" y="-11073"/>
                    <a:pt x="105581" y="50447"/>
                    <a:pt x="134671" y="105678"/>
                  </a:cubicBezTo>
                  <a:cubicBezTo>
                    <a:pt x="163760" y="160909"/>
                    <a:pt x="200515" y="220857"/>
                    <a:pt x="163760" y="246605"/>
                  </a:cubicBezTo>
                  <a:cubicBezTo>
                    <a:pt x="127005" y="272354"/>
                    <a:pt x="26174" y="289257"/>
                    <a:pt x="4947" y="196485"/>
                  </a:cubicBezTo>
                  <a:cubicBezTo>
                    <a:pt x="-16281" y="103713"/>
                    <a:pt x="36002" y="12513"/>
                    <a:pt x="63519" y="1703"/>
                  </a:cubicBezTo>
                  <a:close/>
                </a:path>
              </a:pathLst>
            </a:custGeom>
            <a:solidFill>
              <a:srgbClr val="4CC3D6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74637FF-6E70-4501-9FB5-B4D233C47ED1}"/>
                </a:ext>
              </a:extLst>
            </p:cNvPr>
            <p:cNvSpPr/>
            <p:nvPr/>
          </p:nvSpPr>
          <p:spPr>
            <a:xfrm>
              <a:off x="3847400" y="3402485"/>
              <a:ext cx="637349" cy="433964"/>
            </a:xfrm>
            <a:custGeom>
              <a:avLst/>
              <a:gdLst>
                <a:gd name="connsiteX0" fmla="*/ 616188 w 637349"/>
                <a:gd name="connsiteY0" fmla="*/ 70345 h 433964"/>
                <a:gd name="connsiteX1" fmla="*/ 447743 w 637349"/>
                <a:gd name="connsiteY1" fmla="*/ 119680 h 433964"/>
                <a:gd name="connsiteX2" fmla="*/ 298168 w 637349"/>
                <a:gd name="connsiteY2" fmla="*/ 95700 h 433964"/>
                <a:gd name="connsiteX3" fmla="*/ 352613 w 637349"/>
                <a:gd name="connsiteY3" fmla="*/ 44991 h 433964"/>
                <a:gd name="connsiteX4" fmla="*/ 293647 w 637349"/>
                <a:gd name="connsiteY4" fmla="*/ 20422 h 433964"/>
                <a:gd name="connsiteX5" fmla="*/ 153506 w 637349"/>
                <a:gd name="connsiteY5" fmla="*/ 132259 h 433964"/>
                <a:gd name="connsiteX6" fmla="*/ 105155 w 637349"/>
                <a:gd name="connsiteY6" fmla="*/ 198300 h 433964"/>
                <a:gd name="connsiteX7" fmla="*/ 27910 w 637349"/>
                <a:gd name="connsiteY7" fmla="*/ 248421 h 433964"/>
                <a:gd name="connsiteX8" fmla="*/ 0 w 637349"/>
                <a:gd name="connsiteY8" fmla="*/ 294217 h 433964"/>
                <a:gd name="connsiteX9" fmla="*/ 41865 w 637349"/>
                <a:gd name="connsiteY9" fmla="*/ 409396 h 433964"/>
                <a:gd name="connsiteX10" fmla="*/ 67024 w 637349"/>
                <a:gd name="connsiteY10" fmla="*/ 433965 h 433964"/>
                <a:gd name="connsiteX11" fmla="*/ 67024 w 637349"/>
                <a:gd name="connsiteY11" fmla="*/ 433965 h 433964"/>
                <a:gd name="connsiteX12" fmla="*/ 266523 w 637349"/>
                <a:gd name="connsiteY12" fmla="*/ 305813 h 433964"/>
                <a:gd name="connsiteX13" fmla="*/ 514178 w 637349"/>
                <a:gd name="connsiteY13" fmla="*/ 266503 h 433964"/>
                <a:gd name="connsiteX14" fmla="*/ 616188 w 637349"/>
                <a:gd name="connsiteY14" fmla="*/ 70345 h 43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7349" h="433964">
                  <a:moveTo>
                    <a:pt x="616188" y="70345"/>
                  </a:moveTo>
                  <a:cubicBezTo>
                    <a:pt x="555846" y="55015"/>
                    <a:pt x="519092" y="108476"/>
                    <a:pt x="447743" y="119680"/>
                  </a:cubicBezTo>
                  <a:cubicBezTo>
                    <a:pt x="361261" y="133045"/>
                    <a:pt x="329813" y="122628"/>
                    <a:pt x="298168" y="95700"/>
                  </a:cubicBezTo>
                  <a:cubicBezTo>
                    <a:pt x="289520" y="88232"/>
                    <a:pt x="335513" y="76045"/>
                    <a:pt x="352613" y="44991"/>
                  </a:cubicBezTo>
                  <a:cubicBezTo>
                    <a:pt x="375806" y="1946"/>
                    <a:pt x="364406" y="-17906"/>
                    <a:pt x="293647" y="20422"/>
                  </a:cubicBezTo>
                  <a:cubicBezTo>
                    <a:pt x="222889" y="58749"/>
                    <a:pt x="166086" y="87052"/>
                    <a:pt x="153506" y="132259"/>
                  </a:cubicBezTo>
                  <a:cubicBezTo>
                    <a:pt x="145291" y="159088"/>
                    <a:pt x="128249" y="182360"/>
                    <a:pt x="105155" y="198300"/>
                  </a:cubicBezTo>
                  <a:cubicBezTo>
                    <a:pt x="85500" y="213238"/>
                    <a:pt x="54052" y="229355"/>
                    <a:pt x="27910" y="248421"/>
                  </a:cubicBezTo>
                  <a:cubicBezTo>
                    <a:pt x="14781" y="261000"/>
                    <a:pt x="5169" y="276783"/>
                    <a:pt x="0" y="294217"/>
                  </a:cubicBezTo>
                  <a:cubicBezTo>
                    <a:pt x="8452" y="333527"/>
                    <a:pt x="15135" y="374213"/>
                    <a:pt x="41865" y="409396"/>
                  </a:cubicBezTo>
                  <a:cubicBezTo>
                    <a:pt x="49098" y="418693"/>
                    <a:pt x="57550" y="426968"/>
                    <a:pt x="67024" y="433965"/>
                  </a:cubicBezTo>
                  <a:lnTo>
                    <a:pt x="67024" y="433965"/>
                  </a:lnTo>
                  <a:cubicBezTo>
                    <a:pt x="71545" y="423548"/>
                    <a:pt x="182203" y="349841"/>
                    <a:pt x="266523" y="305813"/>
                  </a:cubicBezTo>
                  <a:cubicBezTo>
                    <a:pt x="312909" y="281441"/>
                    <a:pt x="431430" y="297952"/>
                    <a:pt x="514178" y="266503"/>
                  </a:cubicBezTo>
                  <a:cubicBezTo>
                    <a:pt x="596926" y="235055"/>
                    <a:pt x="676529" y="85480"/>
                    <a:pt x="616188" y="70345"/>
                  </a:cubicBezTo>
                  <a:close/>
                </a:path>
              </a:pathLst>
            </a:custGeom>
            <a:solidFill>
              <a:srgbClr val="FFC3C2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1B5A648-9AAC-4C56-9C16-85A9242304DD}"/>
                </a:ext>
              </a:extLst>
            </p:cNvPr>
            <p:cNvSpPr/>
            <p:nvPr/>
          </p:nvSpPr>
          <p:spPr>
            <a:xfrm>
              <a:off x="2868419" y="2937770"/>
              <a:ext cx="1149587" cy="1210607"/>
            </a:xfrm>
            <a:custGeom>
              <a:avLst/>
              <a:gdLst>
                <a:gd name="connsiteX0" fmla="*/ 1058192 w 1149587"/>
                <a:gd name="connsiteY0" fmla="*/ 754804 h 1210607"/>
                <a:gd name="connsiteX1" fmla="*/ 1048561 w 1149587"/>
                <a:gd name="connsiteY1" fmla="*/ 643163 h 1210607"/>
                <a:gd name="connsiteX2" fmla="*/ 574086 w 1149587"/>
                <a:gd name="connsiteY2" fmla="*/ 831656 h 1210607"/>
                <a:gd name="connsiteX3" fmla="*/ 436500 w 1149587"/>
                <a:gd name="connsiteY3" fmla="*/ 410054 h 1210607"/>
                <a:gd name="connsiteX4" fmla="*/ 58729 w 1149587"/>
                <a:gd name="connsiteY4" fmla="*/ 14593 h 1210607"/>
                <a:gd name="connsiteX5" fmla="*/ 174105 w 1149587"/>
                <a:gd name="connsiteY5" fmla="*/ 682867 h 1210607"/>
                <a:gd name="connsiteX6" fmla="*/ 422742 w 1149587"/>
                <a:gd name="connsiteY6" fmla="*/ 1196258 h 1210607"/>
                <a:gd name="connsiteX7" fmla="*/ 430997 w 1149587"/>
                <a:gd name="connsiteY7" fmla="*/ 1201368 h 1210607"/>
                <a:gd name="connsiteX8" fmla="*/ 684941 w 1149587"/>
                <a:gd name="connsiteY8" fmla="*/ 1159699 h 1210607"/>
                <a:gd name="connsiteX9" fmla="*/ 1149588 w 1149587"/>
                <a:gd name="connsiteY9" fmla="*/ 888656 h 1210607"/>
                <a:gd name="connsiteX10" fmla="*/ 1058192 w 1149587"/>
                <a:gd name="connsiteY10" fmla="*/ 754804 h 1210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49587" h="1210607">
                  <a:moveTo>
                    <a:pt x="1058192" y="754804"/>
                  </a:moveTo>
                  <a:cubicBezTo>
                    <a:pt x="1044649" y="719209"/>
                    <a:pt x="1041308" y="680547"/>
                    <a:pt x="1048561" y="643163"/>
                  </a:cubicBezTo>
                  <a:cubicBezTo>
                    <a:pt x="1048561" y="643163"/>
                    <a:pt x="626172" y="801977"/>
                    <a:pt x="574086" y="831656"/>
                  </a:cubicBezTo>
                  <a:cubicBezTo>
                    <a:pt x="542835" y="738687"/>
                    <a:pt x="491731" y="548033"/>
                    <a:pt x="436500" y="410054"/>
                  </a:cubicBezTo>
                  <a:cubicBezTo>
                    <a:pt x="295180" y="61176"/>
                    <a:pt x="200639" y="-42013"/>
                    <a:pt x="58729" y="14593"/>
                  </a:cubicBezTo>
                  <a:cubicBezTo>
                    <a:pt x="-118167" y="155127"/>
                    <a:pt x="159560" y="452705"/>
                    <a:pt x="174105" y="682867"/>
                  </a:cubicBezTo>
                  <a:cubicBezTo>
                    <a:pt x="237394" y="940152"/>
                    <a:pt x="359649" y="1159699"/>
                    <a:pt x="422742" y="1196258"/>
                  </a:cubicBezTo>
                  <a:cubicBezTo>
                    <a:pt x="425140" y="1198479"/>
                    <a:pt x="427951" y="1200209"/>
                    <a:pt x="430997" y="1201368"/>
                  </a:cubicBezTo>
                  <a:cubicBezTo>
                    <a:pt x="500183" y="1223382"/>
                    <a:pt x="557380" y="1204710"/>
                    <a:pt x="684941" y="1159699"/>
                  </a:cubicBezTo>
                  <a:cubicBezTo>
                    <a:pt x="859479" y="1097982"/>
                    <a:pt x="1149588" y="888656"/>
                    <a:pt x="1149588" y="888656"/>
                  </a:cubicBezTo>
                  <a:cubicBezTo>
                    <a:pt x="1110514" y="850564"/>
                    <a:pt x="1079439" y="805062"/>
                    <a:pt x="1058192" y="754804"/>
                  </a:cubicBezTo>
                  <a:close/>
                </a:path>
              </a:pathLst>
            </a:custGeom>
            <a:solidFill>
              <a:srgbClr val="6DD1E8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E05BDE8-DA48-469E-97BB-5715BE4046CD}"/>
                </a:ext>
              </a:extLst>
            </p:cNvPr>
            <p:cNvSpPr/>
            <p:nvPr/>
          </p:nvSpPr>
          <p:spPr>
            <a:xfrm>
              <a:off x="1978003" y="2901064"/>
              <a:ext cx="1374481" cy="2507204"/>
            </a:xfrm>
            <a:custGeom>
              <a:avLst/>
              <a:gdLst>
                <a:gd name="connsiteX0" fmla="*/ 202448 w 1374481"/>
                <a:gd name="connsiteY0" fmla="*/ 1480619 h 2507204"/>
                <a:gd name="connsiteX1" fmla="*/ 128544 w 1374481"/>
                <a:gd name="connsiteY1" fmla="*/ 684194 h 2507204"/>
                <a:gd name="connsiteX2" fmla="*/ 504153 w 1374481"/>
                <a:gd name="connsiteY2" fmla="*/ 217975 h 2507204"/>
                <a:gd name="connsiteX3" fmla="*/ 889983 w 1374481"/>
                <a:gd name="connsiteY3" fmla="*/ 0 h 2507204"/>
                <a:gd name="connsiteX4" fmla="*/ 1179896 w 1374481"/>
                <a:gd name="connsiteY4" fmla="*/ 287357 h 2507204"/>
                <a:gd name="connsiteX5" fmla="*/ 1335171 w 1374481"/>
                <a:gd name="connsiteY5" fmla="*/ 1437574 h 2507204"/>
                <a:gd name="connsiteX6" fmla="*/ 1374482 w 1374481"/>
                <a:gd name="connsiteY6" fmla="*/ 1713728 h 2507204"/>
                <a:gd name="connsiteX7" fmla="*/ 902759 w 1374481"/>
                <a:gd name="connsiteY7" fmla="*/ 1990275 h 2507204"/>
                <a:gd name="connsiteX8" fmla="*/ 0 w 1374481"/>
                <a:gd name="connsiteY8" fmla="*/ 2507205 h 2507204"/>
                <a:gd name="connsiteX9" fmla="*/ 202448 w 1374481"/>
                <a:gd name="connsiteY9" fmla="*/ 1480619 h 2507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74481" h="2507204">
                  <a:moveTo>
                    <a:pt x="202448" y="1480619"/>
                  </a:moveTo>
                  <a:cubicBezTo>
                    <a:pt x="251978" y="1235126"/>
                    <a:pt x="108300" y="969586"/>
                    <a:pt x="128544" y="684194"/>
                  </a:cubicBezTo>
                  <a:cubicBezTo>
                    <a:pt x="105744" y="446957"/>
                    <a:pt x="504153" y="217975"/>
                    <a:pt x="504153" y="217975"/>
                  </a:cubicBezTo>
                  <a:lnTo>
                    <a:pt x="889983" y="0"/>
                  </a:lnTo>
                  <a:cubicBezTo>
                    <a:pt x="889983" y="0"/>
                    <a:pt x="1069041" y="136013"/>
                    <a:pt x="1179896" y="287357"/>
                  </a:cubicBezTo>
                  <a:cubicBezTo>
                    <a:pt x="1390599" y="574912"/>
                    <a:pt x="1302937" y="1173803"/>
                    <a:pt x="1335171" y="1437574"/>
                  </a:cubicBezTo>
                  <a:cubicBezTo>
                    <a:pt x="1339299" y="1470988"/>
                    <a:pt x="1374482" y="1713728"/>
                    <a:pt x="1374482" y="1713728"/>
                  </a:cubicBezTo>
                  <a:cubicBezTo>
                    <a:pt x="1374482" y="1713728"/>
                    <a:pt x="1017348" y="1924038"/>
                    <a:pt x="902759" y="1990275"/>
                  </a:cubicBezTo>
                  <a:cubicBezTo>
                    <a:pt x="673777" y="2122358"/>
                    <a:pt x="0" y="2507205"/>
                    <a:pt x="0" y="2507205"/>
                  </a:cubicBezTo>
                  <a:cubicBezTo>
                    <a:pt x="0" y="2507205"/>
                    <a:pt x="171393" y="1634125"/>
                    <a:pt x="202448" y="1480619"/>
                  </a:cubicBezTo>
                  <a:close/>
                </a:path>
              </a:pathLst>
            </a:custGeom>
            <a:solidFill>
              <a:srgbClr val="A4EBF7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EF77F23-C273-452E-862B-B64FA27B9B76}"/>
                </a:ext>
              </a:extLst>
            </p:cNvPr>
            <p:cNvSpPr/>
            <p:nvPr/>
          </p:nvSpPr>
          <p:spPr>
            <a:xfrm>
              <a:off x="2797424" y="3036094"/>
              <a:ext cx="378732" cy="1365636"/>
            </a:xfrm>
            <a:custGeom>
              <a:avLst/>
              <a:gdLst>
                <a:gd name="connsiteX0" fmla="*/ 232323 w 378732"/>
                <a:gd name="connsiteY0" fmla="*/ 99062 h 1365636"/>
                <a:gd name="connsiteX1" fmla="*/ 346519 w 378732"/>
                <a:gd name="connsiteY1" fmla="*/ 348878 h 1365636"/>
                <a:gd name="connsiteX2" fmla="*/ 249620 w 378732"/>
                <a:gd name="connsiteY2" fmla="*/ 433199 h 1365636"/>
                <a:gd name="connsiteX3" fmla="*/ 365192 w 378732"/>
                <a:gd name="connsiteY3" fmla="*/ 482336 h 1365636"/>
                <a:gd name="connsiteX4" fmla="*/ 365192 w 378732"/>
                <a:gd name="connsiteY4" fmla="*/ 946393 h 1365636"/>
                <a:gd name="connsiteX5" fmla="*/ 232323 w 378732"/>
                <a:gd name="connsiteY5" fmla="*/ 1365636 h 1365636"/>
                <a:gd name="connsiteX6" fmla="*/ 114393 w 378732"/>
                <a:gd name="connsiteY6" fmla="*/ 313106 h 1365636"/>
                <a:gd name="connsiteX7" fmla="*/ 0 w 378732"/>
                <a:gd name="connsiteY7" fmla="*/ 139355 h 1365636"/>
                <a:gd name="connsiteX8" fmla="*/ 26338 w 378732"/>
                <a:gd name="connsiteY8" fmla="*/ 0 h 1365636"/>
                <a:gd name="connsiteX9" fmla="*/ 232323 w 378732"/>
                <a:gd name="connsiteY9" fmla="*/ 99062 h 1365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8732" h="1365636">
                  <a:moveTo>
                    <a:pt x="232323" y="99062"/>
                  </a:moveTo>
                  <a:cubicBezTo>
                    <a:pt x="264754" y="159599"/>
                    <a:pt x="346519" y="348878"/>
                    <a:pt x="346519" y="348878"/>
                  </a:cubicBezTo>
                  <a:lnTo>
                    <a:pt x="249620" y="433199"/>
                  </a:lnTo>
                  <a:lnTo>
                    <a:pt x="365192" y="482336"/>
                  </a:lnTo>
                  <a:cubicBezTo>
                    <a:pt x="365192" y="482336"/>
                    <a:pt x="395657" y="784435"/>
                    <a:pt x="365192" y="946393"/>
                  </a:cubicBezTo>
                  <a:cubicBezTo>
                    <a:pt x="334726" y="1108351"/>
                    <a:pt x="232323" y="1365636"/>
                    <a:pt x="232323" y="1365636"/>
                  </a:cubicBezTo>
                  <a:cubicBezTo>
                    <a:pt x="232323" y="1365636"/>
                    <a:pt x="138569" y="438309"/>
                    <a:pt x="114393" y="313106"/>
                  </a:cubicBezTo>
                  <a:cubicBezTo>
                    <a:pt x="102639" y="241581"/>
                    <a:pt x="61049" y="178429"/>
                    <a:pt x="0" y="139355"/>
                  </a:cubicBezTo>
                  <a:lnTo>
                    <a:pt x="26338" y="0"/>
                  </a:lnTo>
                  <a:cubicBezTo>
                    <a:pt x="26338" y="0"/>
                    <a:pt x="179058" y="0"/>
                    <a:pt x="232323" y="99062"/>
                  </a:cubicBezTo>
                  <a:close/>
                </a:path>
              </a:pathLst>
            </a:custGeom>
            <a:solidFill>
              <a:srgbClr val="6DD1E8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0653192-A709-4ED0-ABBC-C3AD47E4DD6A}"/>
                </a:ext>
              </a:extLst>
            </p:cNvPr>
            <p:cNvSpPr/>
            <p:nvPr/>
          </p:nvSpPr>
          <p:spPr>
            <a:xfrm>
              <a:off x="2548787" y="3132601"/>
              <a:ext cx="498257" cy="1287802"/>
            </a:xfrm>
            <a:custGeom>
              <a:avLst/>
              <a:gdLst>
                <a:gd name="connsiteX0" fmla="*/ 264165 w 498257"/>
                <a:gd name="connsiteY0" fmla="*/ 0 h 1287802"/>
                <a:gd name="connsiteX1" fmla="*/ 451478 w 498257"/>
                <a:gd name="connsiteY1" fmla="*/ 408433 h 1287802"/>
                <a:gd name="connsiteX2" fmla="*/ 498257 w 498257"/>
                <a:gd name="connsiteY2" fmla="*/ 1218616 h 1287802"/>
                <a:gd name="connsiteX3" fmla="*/ 433395 w 498257"/>
                <a:gd name="connsiteY3" fmla="*/ 1287802 h 1287802"/>
                <a:gd name="connsiteX4" fmla="*/ 195569 w 498257"/>
                <a:gd name="connsiteY4" fmla="*/ 440078 h 1287802"/>
                <a:gd name="connsiteX5" fmla="*/ 0 w 498257"/>
                <a:gd name="connsiteY5" fmla="*/ 152917 h 128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8257" h="1287802">
                  <a:moveTo>
                    <a:pt x="264165" y="0"/>
                  </a:moveTo>
                  <a:cubicBezTo>
                    <a:pt x="264165" y="0"/>
                    <a:pt x="410792" y="217582"/>
                    <a:pt x="451478" y="408433"/>
                  </a:cubicBezTo>
                  <a:cubicBezTo>
                    <a:pt x="492164" y="599284"/>
                    <a:pt x="498257" y="1218616"/>
                    <a:pt x="498257" y="1218616"/>
                  </a:cubicBezTo>
                  <a:lnTo>
                    <a:pt x="433395" y="1287802"/>
                  </a:lnTo>
                  <a:cubicBezTo>
                    <a:pt x="433395" y="1287802"/>
                    <a:pt x="284803" y="589063"/>
                    <a:pt x="195569" y="440078"/>
                  </a:cubicBezTo>
                  <a:cubicBezTo>
                    <a:pt x="106334" y="291092"/>
                    <a:pt x="0" y="152917"/>
                    <a:pt x="0" y="152917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58F292A-E003-4A7B-9D92-EB76FB4F1FCB}"/>
                </a:ext>
              </a:extLst>
            </p:cNvPr>
            <p:cNvSpPr/>
            <p:nvPr/>
          </p:nvSpPr>
          <p:spPr>
            <a:xfrm>
              <a:off x="2862286" y="2912011"/>
              <a:ext cx="317429" cy="674032"/>
            </a:xfrm>
            <a:custGeom>
              <a:avLst/>
              <a:gdLst>
                <a:gd name="connsiteX0" fmla="*/ 290699 w 317429"/>
                <a:gd name="connsiteY0" fmla="*/ 674032 h 674032"/>
                <a:gd name="connsiteX1" fmla="*/ 317430 w 317429"/>
                <a:gd name="connsiteY1" fmla="*/ 668922 h 674032"/>
                <a:gd name="connsiteX2" fmla="*/ 229768 w 317429"/>
                <a:gd name="connsiteY2" fmla="*/ 218034 h 674032"/>
                <a:gd name="connsiteX3" fmla="*/ 78620 w 317429"/>
                <a:gd name="connsiteY3" fmla="*/ 21483 h 674032"/>
                <a:gd name="connsiteX4" fmla="*/ 0 w 317429"/>
                <a:gd name="connsiteY4" fmla="*/ 1828 h 674032"/>
                <a:gd name="connsiteX5" fmla="*/ 11989 w 317429"/>
                <a:gd name="connsiteY5" fmla="*/ 26004 h 674032"/>
                <a:gd name="connsiteX6" fmla="*/ 11989 w 317429"/>
                <a:gd name="connsiteY6" fmla="*/ 26004 h 674032"/>
                <a:gd name="connsiteX7" fmla="*/ 203430 w 317429"/>
                <a:gd name="connsiteY7" fmla="*/ 222555 h 674032"/>
                <a:gd name="connsiteX8" fmla="*/ 290699 w 317429"/>
                <a:gd name="connsiteY8" fmla="*/ 674032 h 674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7429" h="674032">
                  <a:moveTo>
                    <a:pt x="290699" y="674032"/>
                  </a:moveTo>
                  <a:lnTo>
                    <a:pt x="317430" y="668922"/>
                  </a:lnTo>
                  <a:cubicBezTo>
                    <a:pt x="317430" y="668922"/>
                    <a:pt x="254926" y="346185"/>
                    <a:pt x="229768" y="218034"/>
                  </a:cubicBezTo>
                  <a:cubicBezTo>
                    <a:pt x="213435" y="132240"/>
                    <a:pt x="157339" y="59299"/>
                    <a:pt x="78620" y="21483"/>
                  </a:cubicBezTo>
                  <a:cubicBezTo>
                    <a:pt x="54838" y="9690"/>
                    <a:pt x="14151" y="-5248"/>
                    <a:pt x="0" y="1828"/>
                  </a:cubicBezTo>
                  <a:lnTo>
                    <a:pt x="11989" y="26004"/>
                  </a:lnTo>
                  <a:lnTo>
                    <a:pt x="11989" y="26004"/>
                  </a:lnTo>
                  <a:cubicBezTo>
                    <a:pt x="109243" y="47565"/>
                    <a:pt x="184424" y="124771"/>
                    <a:pt x="203430" y="222555"/>
                  </a:cubicBezTo>
                  <a:cubicBezTo>
                    <a:pt x="228196" y="351296"/>
                    <a:pt x="290699" y="674032"/>
                    <a:pt x="290699" y="674032"/>
                  </a:cubicBezTo>
                  <a:close/>
                </a:path>
              </a:pathLst>
            </a:custGeom>
            <a:solidFill>
              <a:srgbClr val="33211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9AACA659-3E55-4695-ACC3-9D2C64259F6C}"/>
                </a:ext>
              </a:extLst>
            </p:cNvPr>
            <p:cNvSpPr/>
            <p:nvPr/>
          </p:nvSpPr>
          <p:spPr>
            <a:xfrm>
              <a:off x="2469774" y="2843867"/>
              <a:ext cx="398212" cy="560108"/>
            </a:xfrm>
            <a:custGeom>
              <a:avLst/>
              <a:gdLst>
                <a:gd name="connsiteX0" fmla="*/ 354971 w 398212"/>
                <a:gd name="connsiteY0" fmla="*/ 212078 h 560108"/>
                <a:gd name="connsiteX1" fmla="*/ 398212 w 398212"/>
                <a:gd name="connsiteY1" fmla="*/ 442829 h 560108"/>
                <a:gd name="connsiteX2" fmla="*/ 365585 w 398212"/>
                <a:gd name="connsiteY2" fmla="*/ 535208 h 560108"/>
                <a:gd name="connsiteX3" fmla="*/ 143875 w 398212"/>
                <a:gd name="connsiteY3" fmla="*/ 501009 h 560108"/>
                <a:gd name="connsiteX4" fmla="*/ 0 w 398212"/>
                <a:gd name="connsiteY4" fmla="*/ 343768 h 560108"/>
                <a:gd name="connsiteX5" fmla="*/ 61913 w 398212"/>
                <a:gd name="connsiteY5" fmla="*/ 0 h 56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212" h="560108">
                  <a:moveTo>
                    <a:pt x="354971" y="212078"/>
                  </a:moveTo>
                  <a:lnTo>
                    <a:pt x="398212" y="442829"/>
                  </a:lnTo>
                  <a:cubicBezTo>
                    <a:pt x="398212" y="442829"/>
                    <a:pt x="398212" y="504153"/>
                    <a:pt x="365585" y="535208"/>
                  </a:cubicBezTo>
                  <a:cubicBezTo>
                    <a:pt x="322933" y="575501"/>
                    <a:pt x="222692" y="568819"/>
                    <a:pt x="143875" y="501009"/>
                  </a:cubicBezTo>
                  <a:cubicBezTo>
                    <a:pt x="17886" y="393102"/>
                    <a:pt x="0" y="343768"/>
                    <a:pt x="0" y="343768"/>
                  </a:cubicBezTo>
                  <a:lnTo>
                    <a:pt x="61913" y="0"/>
                  </a:lnTo>
                  <a:close/>
                </a:path>
              </a:pathLst>
            </a:custGeom>
            <a:solidFill>
              <a:srgbClr val="FFB4A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D321B00-B297-4F0C-BFBC-AF07EB719014}"/>
                </a:ext>
              </a:extLst>
            </p:cNvPr>
            <p:cNvSpPr/>
            <p:nvPr/>
          </p:nvSpPr>
          <p:spPr>
            <a:xfrm>
              <a:off x="2441664" y="2354814"/>
              <a:ext cx="605315" cy="761660"/>
            </a:xfrm>
            <a:custGeom>
              <a:avLst/>
              <a:gdLst>
                <a:gd name="connsiteX0" fmla="*/ 55626 w 605315"/>
                <a:gd name="connsiteY0" fmla="*/ 109906 h 761660"/>
                <a:gd name="connsiteX1" fmla="*/ 535014 w 605315"/>
                <a:gd name="connsiteY1" fmla="*/ 145285 h 761660"/>
                <a:gd name="connsiteX2" fmla="*/ 400573 w 605315"/>
                <a:gd name="connsiteY2" fmla="*/ 760687 h 761660"/>
                <a:gd name="connsiteX3" fmla="*/ 59950 w 605315"/>
                <a:gd name="connsiteY3" fmla="*/ 544481 h 761660"/>
                <a:gd name="connsiteX4" fmla="*/ 55626 w 605315"/>
                <a:gd name="connsiteY4" fmla="*/ 109906 h 761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315" h="761660">
                  <a:moveTo>
                    <a:pt x="55626" y="109906"/>
                  </a:moveTo>
                  <a:cubicBezTo>
                    <a:pt x="139160" y="3769"/>
                    <a:pt x="378756" y="-86645"/>
                    <a:pt x="535014" y="145285"/>
                  </a:cubicBezTo>
                  <a:cubicBezTo>
                    <a:pt x="698741" y="387633"/>
                    <a:pt x="544056" y="783880"/>
                    <a:pt x="400573" y="760687"/>
                  </a:cubicBezTo>
                  <a:cubicBezTo>
                    <a:pt x="320184" y="747911"/>
                    <a:pt x="139357" y="674597"/>
                    <a:pt x="59950" y="544481"/>
                  </a:cubicBezTo>
                  <a:cubicBezTo>
                    <a:pt x="-29087" y="399622"/>
                    <a:pt x="-9039" y="192458"/>
                    <a:pt x="55626" y="109906"/>
                  </a:cubicBezTo>
                  <a:close/>
                </a:path>
              </a:pathLst>
            </a:custGeom>
            <a:solidFill>
              <a:srgbClr val="FFC3C2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1D234F9-25C7-432E-8D8D-917CAEF40F28}"/>
                </a:ext>
              </a:extLst>
            </p:cNvPr>
            <p:cNvSpPr/>
            <p:nvPr/>
          </p:nvSpPr>
          <p:spPr>
            <a:xfrm>
              <a:off x="2363908" y="2282424"/>
              <a:ext cx="690637" cy="616674"/>
            </a:xfrm>
            <a:custGeom>
              <a:avLst/>
              <a:gdLst>
                <a:gd name="connsiteX0" fmla="*/ 683136 w 690637"/>
                <a:gd name="connsiteY0" fmla="*/ 299637 h 616674"/>
                <a:gd name="connsiteX1" fmla="*/ 440199 w 690637"/>
                <a:gd name="connsiteY1" fmla="*/ 428968 h 616674"/>
                <a:gd name="connsiteX2" fmla="*/ 241486 w 690637"/>
                <a:gd name="connsiteY2" fmla="*/ 409313 h 616674"/>
                <a:gd name="connsiteX3" fmla="*/ 258389 w 690637"/>
                <a:gd name="connsiteY3" fmla="*/ 519971 h 616674"/>
                <a:gd name="connsiteX4" fmla="*/ 217703 w 690637"/>
                <a:gd name="connsiteY4" fmla="*/ 516040 h 616674"/>
                <a:gd name="connsiteX5" fmla="*/ 135349 w 690637"/>
                <a:gd name="connsiteY5" fmla="*/ 496385 h 616674"/>
                <a:gd name="connsiteX6" fmla="*/ 137707 w 690637"/>
                <a:gd name="connsiteY6" fmla="*/ 616674 h 616674"/>
                <a:gd name="connsiteX7" fmla="*/ 121 w 690637"/>
                <a:gd name="connsiteY7" fmla="*/ 373737 h 616674"/>
                <a:gd name="connsiteX8" fmla="*/ 271165 w 690637"/>
                <a:gd name="connsiteY8" fmla="*/ 5990 h 616674"/>
                <a:gd name="connsiteX9" fmla="*/ 665643 w 690637"/>
                <a:gd name="connsiteY9" fmla="*/ 172272 h 616674"/>
                <a:gd name="connsiteX10" fmla="*/ 683136 w 690637"/>
                <a:gd name="connsiteY10" fmla="*/ 299637 h 616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0637" h="616674">
                  <a:moveTo>
                    <a:pt x="683136" y="299637"/>
                  </a:moveTo>
                  <a:cubicBezTo>
                    <a:pt x="651492" y="354475"/>
                    <a:pt x="574640" y="416586"/>
                    <a:pt x="440199" y="428968"/>
                  </a:cubicBezTo>
                  <a:cubicBezTo>
                    <a:pt x="373313" y="434825"/>
                    <a:pt x="305915" y="428162"/>
                    <a:pt x="241486" y="409313"/>
                  </a:cubicBezTo>
                  <a:lnTo>
                    <a:pt x="258389" y="519971"/>
                  </a:lnTo>
                  <a:cubicBezTo>
                    <a:pt x="244709" y="520875"/>
                    <a:pt x="230970" y="519539"/>
                    <a:pt x="217703" y="516040"/>
                  </a:cubicBezTo>
                  <a:cubicBezTo>
                    <a:pt x="200997" y="460613"/>
                    <a:pt x="151072" y="465920"/>
                    <a:pt x="135349" y="496385"/>
                  </a:cubicBezTo>
                  <a:cubicBezTo>
                    <a:pt x="116873" y="532747"/>
                    <a:pt x="137707" y="616674"/>
                    <a:pt x="137707" y="616674"/>
                  </a:cubicBezTo>
                  <a:cubicBezTo>
                    <a:pt x="54585" y="563350"/>
                    <a:pt x="3109" y="472445"/>
                    <a:pt x="121" y="373737"/>
                  </a:cubicBezTo>
                  <a:cubicBezTo>
                    <a:pt x="-3613" y="268583"/>
                    <a:pt x="78742" y="37242"/>
                    <a:pt x="271165" y="5990"/>
                  </a:cubicBezTo>
                  <a:cubicBezTo>
                    <a:pt x="463589" y="-25261"/>
                    <a:pt x="614540" y="71049"/>
                    <a:pt x="665643" y="172272"/>
                  </a:cubicBezTo>
                  <a:cubicBezTo>
                    <a:pt x="691391" y="223769"/>
                    <a:pt x="697288" y="274676"/>
                    <a:pt x="683136" y="299637"/>
                  </a:cubicBezTo>
                  <a:close/>
                </a:path>
              </a:pathLst>
            </a:custGeom>
            <a:solidFill>
              <a:srgbClr val="33211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BCD6E50-EF06-4236-A6EE-BC705377F502}"/>
                </a:ext>
              </a:extLst>
            </p:cNvPr>
            <p:cNvSpPr/>
            <p:nvPr/>
          </p:nvSpPr>
          <p:spPr>
            <a:xfrm>
              <a:off x="2364029" y="3075404"/>
              <a:ext cx="618153" cy="1344998"/>
            </a:xfrm>
            <a:custGeom>
              <a:avLst/>
              <a:gdLst>
                <a:gd name="connsiteX0" fmla="*/ 125793 w 618153"/>
                <a:gd name="connsiteY0" fmla="*/ 0 h 1344998"/>
                <a:gd name="connsiteX1" fmla="*/ 419637 w 618153"/>
                <a:gd name="connsiteY1" fmla="*/ 446367 h 1344998"/>
                <a:gd name="connsiteX2" fmla="*/ 618153 w 618153"/>
                <a:gd name="connsiteY2" fmla="*/ 1344999 h 1344998"/>
                <a:gd name="connsiteX3" fmla="*/ 403323 w 618153"/>
                <a:gd name="connsiteY3" fmla="*/ 917697 h 1344998"/>
                <a:gd name="connsiteX4" fmla="*/ 205592 w 618153"/>
                <a:gd name="connsiteY4" fmla="*/ 590636 h 1344998"/>
                <a:gd name="connsiteX5" fmla="*/ 341409 w 618153"/>
                <a:gd name="connsiteY5" fmla="*/ 490395 h 1344998"/>
                <a:gd name="connsiteX6" fmla="*/ 162744 w 618153"/>
                <a:gd name="connsiteY6" fmla="*/ 465629 h 1344998"/>
                <a:gd name="connsiteX7" fmla="*/ 0 w 618153"/>
                <a:gd name="connsiteY7" fmla="*/ 122255 h 1344998"/>
                <a:gd name="connsiteX8" fmla="*/ 125793 w 618153"/>
                <a:gd name="connsiteY8" fmla="*/ 0 h 1344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8153" h="1344998">
                  <a:moveTo>
                    <a:pt x="125793" y="0"/>
                  </a:moveTo>
                  <a:cubicBezTo>
                    <a:pt x="125793" y="0"/>
                    <a:pt x="336299" y="263771"/>
                    <a:pt x="419637" y="446367"/>
                  </a:cubicBezTo>
                  <a:cubicBezTo>
                    <a:pt x="575305" y="788366"/>
                    <a:pt x="618153" y="1344999"/>
                    <a:pt x="618153" y="1344999"/>
                  </a:cubicBezTo>
                  <a:cubicBezTo>
                    <a:pt x="618153" y="1344999"/>
                    <a:pt x="462092" y="1024817"/>
                    <a:pt x="403323" y="917697"/>
                  </a:cubicBezTo>
                  <a:cubicBezTo>
                    <a:pt x="360475" y="839076"/>
                    <a:pt x="205592" y="590636"/>
                    <a:pt x="205592" y="590636"/>
                  </a:cubicBezTo>
                  <a:lnTo>
                    <a:pt x="341409" y="490395"/>
                  </a:lnTo>
                  <a:lnTo>
                    <a:pt x="162744" y="465629"/>
                  </a:lnTo>
                  <a:lnTo>
                    <a:pt x="0" y="122255"/>
                  </a:lnTo>
                  <a:cubicBezTo>
                    <a:pt x="27478" y="68871"/>
                    <a:pt x="71643" y="25945"/>
                    <a:pt x="125793" y="0"/>
                  </a:cubicBezTo>
                  <a:close/>
                </a:path>
              </a:pathLst>
            </a:custGeom>
            <a:solidFill>
              <a:srgbClr val="6DD1E8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138F8DD-0829-490C-876B-AB792572F2EB}"/>
                </a:ext>
              </a:extLst>
            </p:cNvPr>
            <p:cNvSpPr/>
            <p:nvPr/>
          </p:nvSpPr>
          <p:spPr>
            <a:xfrm>
              <a:off x="3001837" y="4379323"/>
              <a:ext cx="37344" cy="436539"/>
            </a:xfrm>
            <a:custGeom>
              <a:avLst/>
              <a:gdLst>
                <a:gd name="connsiteX0" fmla="*/ 37345 w 37344"/>
                <a:gd name="connsiteY0" fmla="*/ 418850 h 436539"/>
                <a:gd name="connsiteX1" fmla="*/ 26927 w 37344"/>
                <a:gd name="connsiteY1" fmla="*/ 0 h 436539"/>
                <a:gd name="connsiteX2" fmla="*/ 0 w 37344"/>
                <a:gd name="connsiteY2" fmla="*/ 0 h 436539"/>
                <a:gd name="connsiteX3" fmla="*/ 10614 w 37344"/>
                <a:gd name="connsiteY3" fmla="*/ 436540 h 436539"/>
                <a:gd name="connsiteX4" fmla="*/ 37345 w 37344"/>
                <a:gd name="connsiteY4" fmla="*/ 418850 h 436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44" h="436539">
                  <a:moveTo>
                    <a:pt x="37345" y="418850"/>
                  </a:moveTo>
                  <a:cubicBezTo>
                    <a:pt x="33021" y="225641"/>
                    <a:pt x="26927" y="1769"/>
                    <a:pt x="26927" y="0"/>
                  </a:cubicBezTo>
                  <a:lnTo>
                    <a:pt x="0" y="0"/>
                  </a:lnTo>
                  <a:cubicBezTo>
                    <a:pt x="0" y="1769"/>
                    <a:pt x="6290" y="239596"/>
                    <a:pt x="10614" y="436540"/>
                  </a:cubicBezTo>
                  <a:cubicBezTo>
                    <a:pt x="19223" y="430191"/>
                    <a:pt x="28146" y="424295"/>
                    <a:pt x="37345" y="418850"/>
                  </a:cubicBezTo>
                  <a:close/>
                </a:path>
              </a:pathLst>
            </a:custGeom>
            <a:solidFill>
              <a:srgbClr val="6DD1E8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FBDE3D8F-076E-44E6-9DFA-9E6BC15A191C}"/>
                </a:ext>
              </a:extLst>
            </p:cNvPr>
            <p:cNvSpPr/>
            <p:nvPr/>
          </p:nvSpPr>
          <p:spPr>
            <a:xfrm>
              <a:off x="3105420" y="3542016"/>
              <a:ext cx="121861" cy="176109"/>
            </a:xfrm>
            <a:custGeom>
              <a:avLst/>
              <a:gdLst>
                <a:gd name="connsiteX0" fmla="*/ 0 w 121861"/>
                <a:gd name="connsiteY0" fmla="*/ 88055 h 176109"/>
                <a:gd name="connsiteX1" fmla="*/ 60931 w 121861"/>
                <a:gd name="connsiteY1" fmla="*/ 176110 h 176109"/>
                <a:gd name="connsiteX2" fmla="*/ 121862 w 121861"/>
                <a:gd name="connsiteY2" fmla="*/ 88055 h 176109"/>
                <a:gd name="connsiteX3" fmla="*/ 60931 w 121861"/>
                <a:gd name="connsiteY3" fmla="*/ 0 h 176109"/>
                <a:gd name="connsiteX4" fmla="*/ 0 w 121861"/>
                <a:gd name="connsiteY4" fmla="*/ 88055 h 176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861" h="176109">
                  <a:moveTo>
                    <a:pt x="0" y="88055"/>
                  </a:moveTo>
                  <a:cubicBezTo>
                    <a:pt x="0" y="136799"/>
                    <a:pt x="27321" y="176110"/>
                    <a:pt x="60931" y="176110"/>
                  </a:cubicBezTo>
                  <a:cubicBezTo>
                    <a:pt x="94541" y="176110"/>
                    <a:pt x="121862" y="136799"/>
                    <a:pt x="121862" y="88055"/>
                  </a:cubicBezTo>
                  <a:cubicBezTo>
                    <a:pt x="121862" y="39310"/>
                    <a:pt x="94541" y="0"/>
                    <a:pt x="60931" y="0"/>
                  </a:cubicBezTo>
                  <a:cubicBezTo>
                    <a:pt x="27321" y="0"/>
                    <a:pt x="0" y="40293"/>
                    <a:pt x="0" y="88055"/>
                  </a:cubicBezTo>
                  <a:close/>
                </a:path>
              </a:pathLst>
            </a:custGeom>
            <a:solidFill>
              <a:srgbClr val="B79E9E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D681DBA-6504-41E9-8D5A-628D466F0A8C}"/>
                </a:ext>
              </a:extLst>
            </p:cNvPr>
            <p:cNvSpPr/>
            <p:nvPr/>
          </p:nvSpPr>
          <p:spPr>
            <a:xfrm>
              <a:off x="3129792" y="3559019"/>
              <a:ext cx="106780" cy="145348"/>
            </a:xfrm>
            <a:custGeom>
              <a:avLst/>
              <a:gdLst>
                <a:gd name="connsiteX0" fmla="*/ 88055 w 106780"/>
                <a:gd name="connsiteY0" fmla="*/ 17000 h 145348"/>
                <a:gd name="connsiteX1" fmla="*/ 41079 w 106780"/>
                <a:gd name="connsiteY1" fmla="*/ 2259 h 145348"/>
                <a:gd name="connsiteX2" fmla="*/ 41079 w 106780"/>
                <a:gd name="connsiteY2" fmla="*/ 2259 h 145348"/>
                <a:gd name="connsiteX3" fmla="*/ 0 w 106780"/>
                <a:gd name="connsiteY3" fmla="*/ 73214 h 145348"/>
                <a:gd name="connsiteX4" fmla="*/ 50121 w 106780"/>
                <a:gd name="connsiteY4" fmla="*/ 145348 h 145348"/>
                <a:gd name="connsiteX5" fmla="*/ 61324 w 106780"/>
                <a:gd name="connsiteY5" fmla="*/ 143383 h 145348"/>
                <a:gd name="connsiteX6" fmla="*/ 97686 w 106780"/>
                <a:gd name="connsiteY6" fmla="*/ 111738 h 145348"/>
                <a:gd name="connsiteX7" fmla="*/ 88055 w 106780"/>
                <a:gd name="connsiteY7" fmla="*/ 17000 h 145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780" h="145348">
                  <a:moveTo>
                    <a:pt x="88055" y="17000"/>
                  </a:moveTo>
                  <a:cubicBezTo>
                    <a:pt x="77323" y="2318"/>
                    <a:pt x="58278" y="-3657"/>
                    <a:pt x="41079" y="2259"/>
                  </a:cubicBezTo>
                  <a:lnTo>
                    <a:pt x="41079" y="2259"/>
                  </a:lnTo>
                  <a:cubicBezTo>
                    <a:pt x="17886" y="8549"/>
                    <a:pt x="0" y="37835"/>
                    <a:pt x="0" y="73214"/>
                  </a:cubicBezTo>
                  <a:cubicBezTo>
                    <a:pt x="0" y="112524"/>
                    <a:pt x="22407" y="145348"/>
                    <a:pt x="50121" y="145348"/>
                  </a:cubicBezTo>
                  <a:cubicBezTo>
                    <a:pt x="53934" y="145270"/>
                    <a:pt x="57707" y="144601"/>
                    <a:pt x="61324" y="143383"/>
                  </a:cubicBezTo>
                  <a:cubicBezTo>
                    <a:pt x="77618" y="138882"/>
                    <a:pt x="90984" y="127246"/>
                    <a:pt x="97686" y="111738"/>
                  </a:cubicBezTo>
                  <a:cubicBezTo>
                    <a:pt x="112663" y="80880"/>
                    <a:pt x="108929" y="44203"/>
                    <a:pt x="88055" y="17000"/>
                  </a:cubicBezTo>
                  <a:close/>
                </a:path>
              </a:pathLst>
            </a:custGeom>
            <a:solidFill>
              <a:srgbClr val="5B4242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97692CCD-DC2D-42F4-9D8C-61B99766F2BB}"/>
                </a:ext>
              </a:extLst>
            </p:cNvPr>
            <p:cNvSpPr/>
            <p:nvPr/>
          </p:nvSpPr>
          <p:spPr>
            <a:xfrm>
              <a:off x="3154361" y="3568944"/>
              <a:ext cx="87465" cy="126578"/>
            </a:xfrm>
            <a:custGeom>
              <a:avLst/>
              <a:gdLst>
                <a:gd name="connsiteX0" fmla="*/ 0 w 87465"/>
                <a:gd name="connsiteY0" fmla="*/ 63289 h 126578"/>
                <a:gd name="connsiteX1" fmla="*/ 43634 w 87465"/>
                <a:gd name="connsiteY1" fmla="*/ 126579 h 126578"/>
                <a:gd name="connsiteX2" fmla="*/ 87465 w 87465"/>
                <a:gd name="connsiteY2" fmla="*/ 63289 h 126578"/>
                <a:gd name="connsiteX3" fmla="*/ 43634 w 87465"/>
                <a:gd name="connsiteY3" fmla="*/ 0 h 126578"/>
                <a:gd name="connsiteX4" fmla="*/ 0 w 87465"/>
                <a:gd name="connsiteY4" fmla="*/ 63289 h 126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65" h="126578">
                  <a:moveTo>
                    <a:pt x="0" y="63289"/>
                  </a:moveTo>
                  <a:cubicBezTo>
                    <a:pt x="0" y="98275"/>
                    <a:pt x="19655" y="126579"/>
                    <a:pt x="43634" y="126579"/>
                  </a:cubicBezTo>
                  <a:cubicBezTo>
                    <a:pt x="67614" y="126579"/>
                    <a:pt x="87465" y="98275"/>
                    <a:pt x="87465" y="63289"/>
                  </a:cubicBezTo>
                  <a:cubicBezTo>
                    <a:pt x="87465" y="28303"/>
                    <a:pt x="67810" y="0"/>
                    <a:pt x="43634" y="0"/>
                  </a:cubicBezTo>
                  <a:cubicBezTo>
                    <a:pt x="19459" y="0"/>
                    <a:pt x="0" y="28303"/>
                    <a:pt x="0" y="63289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DFA2F54-0E7F-4753-A7E7-B2B59AEDDAA8}"/>
                </a:ext>
              </a:extLst>
            </p:cNvPr>
            <p:cNvSpPr/>
            <p:nvPr/>
          </p:nvSpPr>
          <p:spPr>
            <a:xfrm>
              <a:off x="2391931" y="3047101"/>
              <a:ext cx="224862" cy="713676"/>
            </a:xfrm>
            <a:custGeom>
              <a:avLst/>
              <a:gdLst>
                <a:gd name="connsiteX0" fmla="*/ 16911 w 224862"/>
                <a:gd name="connsiteY0" fmla="*/ 82945 h 713676"/>
                <a:gd name="connsiteX1" fmla="*/ 103394 w 224862"/>
                <a:gd name="connsiteY1" fmla="*/ 0 h 713676"/>
                <a:gd name="connsiteX2" fmla="*/ 101428 w 224862"/>
                <a:gd name="connsiteY2" fmla="*/ 32628 h 713676"/>
                <a:gd name="connsiteX3" fmla="*/ 40498 w 224862"/>
                <a:gd name="connsiteY3" fmla="*/ 95327 h 713676"/>
                <a:gd name="connsiteX4" fmla="*/ 90028 w 224862"/>
                <a:gd name="connsiteY4" fmla="*/ 375806 h 713676"/>
                <a:gd name="connsiteX5" fmla="*/ 224863 w 224862"/>
                <a:gd name="connsiteY5" fmla="*/ 708566 h 713676"/>
                <a:gd name="connsiteX6" fmla="*/ 203439 w 224862"/>
                <a:gd name="connsiteY6" fmla="*/ 713480 h 713676"/>
                <a:gd name="connsiteX7" fmla="*/ 203439 w 224862"/>
                <a:gd name="connsiteY7" fmla="*/ 711515 h 713676"/>
                <a:gd name="connsiteX8" fmla="*/ 198328 w 224862"/>
                <a:gd name="connsiteY8" fmla="*/ 713677 h 713676"/>
                <a:gd name="connsiteX9" fmla="*/ 66246 w 224862"/>
                <a:gd name="connsiteY9" fmla="*/ 387795 h 713676"/>
                <a:gd name="connsiteX10" fmla="*/ 16911 w 224862"/>
                <a:gd name="connsiteY10" fmla="*/ 82945 h 713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862" h="713676">
                  <a:moveTo>
                    <a:pt x="16911" y="82945"/>
                  </a:moveTo>
                  <a:cubicBezTo>
                    <a:pt x="35977" y="46642"/>
                    <a:pt x="66325" y="17532"/>
                    <a:pt x="103394" y="0"/>
                  </a:cubicBezTo>
                  <a:lnTo>
                    <a:pt x="101428" y="32628"/>
                  </a:lnTo>
                  <a:cubicBezTo>
                    <a:pt x="74678" y="46111"/>
                    <a:pt x="53214" y="68203"/>
                    <a:pt x="40498" y="95327"/>
                  </a:cubicBezTo>
                  <a:cubicBezTo>
                    <a:pt x="20842" y="137389"/>
                    <a:pt x="13177" y="220137"/>
                    <a:pt x="90028" y="375806"/>
                  </a:cubicBezTo>
                  <a:cubicBezTo>
                    <a:pt x="143982" y="482867"/>
                    <a:pt x="189071" y="594154"/>
                    <a:pt x="224863" y="708566"/>
                  </a:cubicBezTo>
                  <a:cubicBezTo>
                    <a:pt x="217511" y="709058"/>
                    <a:pt x="210278" y="710709"/>
                    <a:pt x="203439" y="713480"/>
                  </a:cubicBezTo>
                  <a:cubicBezTo>
                    <a:pt x="211300" y="710335"/>
                    <a:pt x="211104" y="709746"/>
                    <a:pt x="203439" y="711515"/>
                  </a:cubicBezTo>
                  <a:cubicBezTo>
                    <a:pt x="201669" y="712065"/>
                    <a:pt x="199960" y="712792"/>
                    <a:pt x="198328" y="713677"/>
                  </a:cubicBezTo>
                  <a:cubicBezTo>
                    <a:pt x="163342" y="601603"/>
                    <a:pt x="119157" y="492616"/>
                    <a:pt x="66246" y="387795"/>
                  </a:cubicBezTo>
                  <a:cubicBezTo>
                    <a:pt x="-188" y="254533"/>
                    <a:pt x="-16699" y="151934"/>
                    <a:pt x="16911" y="82945"/>
                  </a:cubicBezTo>
                  <a:close/>
                </a:path>
              </a:pathLst>
            </a:custGeom>
            <a:solidFill>
              <a:srgbClr val="33211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7C205E5-7DBD-45BE-9C43-8FCF74B0927C}"/>
                </a:ext>
              </a:extLst>
            </p:cNvPr>
            <p:cNvSpPr/>
            <p:nvPr/>
          </p:nvSpPr>
          <p:spPr>
            <a:xfrm>
              <a:off x="2450512" y="3888536"/>
              <a:ext cx="258661" cy="161368"/>
            </a:xfrm>
            <a:custGeom>
              <a:avLst/>
              <a:gdLst>
                <a:gd name="connsiteX0" fmla="*/ 25945 w 258661"/>
                <a:gd name="connsiteY0" fmla="*/ 161368 h 161368"/>
                <a:gd name="connsiteX1" fmla="*/ 258661 w 258661"/>
                <a:gd name="connsiteY1" fmla="*/ 57786 h 161368"/>
                <a:gd name="connsiteX2" fmla="*/ 232913 w 258661"/>
                <a:gd name="connsiteY2" fmla="*/ 0 h 161368"/>
                <a:gd name="connsiteX3" fmla="*/ 0 w 258661"/>
                <a:gd name="connsiteY3" fmla="*/ 103582 h 161368"/>
                <a:gd name="connsiteX4" fmla="*/ 25945 w 258661"/>
                <a:gd name="connsiteY4" fmla="*/ 161368 h 161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661" h="161368">
                  <a:moveTo>
                    <a:pt x="25945" y="161368"/>
                  </a:moveTo>
                  <a:lnTo>
                    <a:pt x="258661" y="57786"/>
                  </a:lnTo>
                  <a:lnTo>
                    <a:pt x="232913" y="0"/>
                  </a:lnTo>
                  <a:lnTo>
                    <a:pt x="0" y="103582"/>
                  </a:lnTo>
                  <a:lnTo>
                    <a:pt x="25945" y="161368"/>
                  </a:lnTo>
                  <a:close/>
                </a:path>
              </a:pathLst>
            </a:custGeom>
            <a:solidFill>
              <a:srgbClr val="6DD1E8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476AE5B-8C47-4AFC-8F51-E2240EEE6199}"/>
                </a:ext>
              </a:extLst>
            </p:cNvPr>
            <p:cNvSpPr/>
            <p:nvPr/>
          </p:nvSpPr>
          <p:spPr>
            <a:xfrm>
              <a:off x="2483137" y="3729459"/>
              <a:ext cx="377764" cy="590113"/>
            </a:xfrm>
            <a:custGeom>
              <a:avLst/>
              <a:gdLst>
                <a:gd name="connsiteX0" fmla="*/ 167070 w 377764"/>
                <a:gd name="connsiteY0" fmla="*/ 590113 h 590113"/>
                <a:gd name="connsiteX1" fmla="*/ 194980 w 377764"/>
                <a:gd name="connsiteY1" fmla="*/ 568493 h 590113"/>
                <a:gd name="connsiteX2" fmla="*/ 51498 w 377764"/>
                <a:gd name="connsiteY2" fmla="*/ 272094 h 590113"/>
                <a:gd name="connsiteX3" fmla="*/ 38919 w 377764"/>
                <a:gd name="connsiteY3" fmla="*/ 122322 h 590113"/>
                <a:gd name="connsiteX4" fmla="*/ 113215 w 377764"/>
                <a:gd name="connsiteY4" fmla="*/ 40950 h 590113"/>
                <a:gd name="connsiteX5" fmla="*/ 305245 w 377764"/>
                <a:gd name="connsiteY5" fmla="*/ 216273 h 590113"/>
                <a:gd name="connsiteX6" fmla="*/ 332369 w 377764"/>
                <a:gd name="connsiteY6" fmla="*/ 528396 h 590113"/>
                <a:gd name="connsiteX7" fmla="*/ 366176 w 377764"/>
                <a:gd name="connsiteY7" fmla="*/ 538420 h 590113"/>
                <a:gd name="connsiteX8" fmla="*/ 338856 w 377764"/>
                <a:gd name="connsiteY8" fmla="*/ 205266 h 590113"/>
                <a:gd name="connsiteX9" fmla="*/ 102994 w 377764"/>
                <a:gd name="connsiteY9" fmla="*/ 7143 h 590113"/>
                <a:gd name="connsiteX10" fmla="*/ 4719 w 377764"/>
                <a:gd name="connsiteY10" fmla="*/ 114853 h 590113"/>
                <a:gd name="connsiteX11" fmla="*/ 17691 w 377764"/>
                <a:gd name="connsiteY11" fmla="*/ 281725 h 590113"/>
                <a:gd name="connsiteX12" fmla="*/ 167070 w 377764"/>
                <a:gd name="connsiteY12" fmla="*/ 590113 h 590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77764" h="590113">
                  <a:moveTo>
                    <a:pt x="167070" y="590113"/>
                  </a:moveTo>
                  <a:lnTo>
                    <a:pt x="194980" y="568493"/>
                  </a:lnTo>
                  <a:cubicBezTo>
                    <a:pt x="130885" y="478433"/>
                    <a:pt x="82396" y="378231"/>
                    <a:pt x="51498" y="272094"/>
                  </a:cubicBezTo>
                  <a:cubicBezTo>
                    <a:pt x="35361" y="223899"/>
                    <a:pt x="31037" y="172541"/>
                    <a:pt x="38919" y="122322"/>
                  </a:cubicBezTo>
                  <a:cubicBezTo>
                    <a:pt x="45169" y="82776"/>
                    <a:pt x="74396" y="50758"/>
                    <a:pt x="113215" y="40950"/>
                  </a:cubicBezTo>
                  <a:cubicBezTo>
                    <a:pt x="170608" y="24243"/>
                    <a:pt x="244118" y="29550"/>
                    <a:pt x="305245" y="216273"/>
                  </a:cubicBezTo>
                  <a:cubicBezTo>
                    <a:pt x="366373" y="402997"/>
                    <a:pt x="332763" y="527217"/>
                    <a:pt x="332369" y="528396"/>
                  </a:cubicBezTo>
                  <a:lnTo>
                    <a:pt x="366176" y="538420"/>
                  </a:lnTo>
                  <a:cubicBezTo>
                    <a:pt x="367749" y="532917"/>
                    <a:pt x="404307" y="404962"/>
                    <a:pt x="338856" y="205266"/>
                  </a:cubicBezTo>
                  <a:cubicBezTo>
                    <a:pt x="285197" y="41736"/>
                    <a:pt x="208149" y="-22929"/>
                    <a:pt x="102994" y="7143"/>
                  </a:cubicBezTo>
                  <a:cubicBezTo>
                    <a:pt x="52087" y="20882"/>
                    <a:pt x="13741" y="62905"/>
                    <a:pt x="4719" y="114853"/>
                  </a:cubicBezTo>
                  <a:cubicBezTo>
                    <a:pt x="-4558" y="170713"/>
                    <a:pt x="-116" y="227968"/>
                    <a:pt x="17691" y="281725"/>
                  </a:cubicBezTo>
                  <a:cubicBezTo>
                    <a:pt x="49532" y="392285"/>
                    <a:pt x="100046" y="496594"/>
                    <a:pt x="167070" y="590113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BF9DF67-8F86-4A49-89F4-BE8DFC3C25D9}"/>
                </a:ext>
              </a:extLst>
            </p:cNvPr>
            <p:cNvSpPr/>
            <p:nvPr/>
          </p:nvSpPr>
          <p:spPr>
            <a:xfrm>
              <a:off x="2800733" y="4231072"/>
              <a:ext cx="63688" cy="63688"/>
            </a:xfrm>
            <a:custGeom>
              <a:avLst/>
              <a:gdLst>
                <a:gd name="connsiteX0" fmla="*/ 33 w 63688"/>
                <a:gd name="connsiteY0" fmla="*/ 33269 h 63688"/>
                <a:gd name="connsiteX1" fmla="*/ 33270 w 63688"/>
                <a:gd name="connsiteY1" fmla="*/ 63656 h 63688"/>
                <a:gd name="connsiteX2" fmla="*/ 63656 w 63688"/>
                <a:gd name="connsiteY2" fmla="*/ 30419 h 63688"/>
                <a:gd name="connsiteX3" fmla="*/ 30419 w 63688"/>
                <a:gd name="connsiteY3" fmla="*/ 32 h 63688"/>
                <a:gd name="connsiteX4" fmla="*/ 30105 w 63688"/>
                <a:gd name="connsiteY4" fmla="*/ 52 h 63688"/>
                <a:gd name="connsiteX5" fmla="*/ 33 w 63688"/>
                <a:gd name="connsiteY5" fmla="*/ 33269 h 63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688" h="63688">
                  <a:moveTo>
                    <a:pt x="33" y="33269"/>
                  </a:moveTo>
                  <a:cubicBezTo>
                    <a:pt x="819" y="50841"/>
                    <a:pt x="15698" y="64442"/>
                    <a:pt x="33270" y="63656"/>
                  </a:cubicBezTo>
                  <a:cubicBezTo>
                    <a:pt x="50841" y="62870"/>
                    <a:pt x="64443" y="47991"/>
                    <a:pt x="63656" y="30419"/>
                  </a:cubicBezTo>
                  <a:cubicBezTo>
                    <a:pt x="62870" y="12848"/>
                    <a:pt x="47991" y="-754"/>
                    <a:pt x="30419" y="32"/>
                  </a:cubicBezTo>
                  <a:cubicBezTo>
                    <a:pt x="30321" y="32"/>
                    <a:pt x="30204" y="52"/>
                    <a:pt x="30105" y="52"/>
                  </a:cubicBezTo>
                  <a:cubicBezTo>
                    <a:pt x="12671" y="996"/>
                    <a:pt x="-754" y="15816"/>
                    <a:pt x="33" y="33269"/>
                  </a:cubicBezTo>
                  <a:close/>
                </a:path>
              </a:pathLst>
            </a:custGeom>
            <a:solidFill>
              <a:srgbClr val="8C8C8C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0481E7F6-489B-4B78-81FA-C2D7195D5B1A}"/>
                </a:ext>
              </a:extLst>
            </p:cNvPr>
            <p:cNvSpPr/>
            <p:nvPr/>
          </p:nvSpPr>
          <p:spPr>
            <a:xfrm>
              <a:off x="2632274" y="4276883"/>
              <a:ext cx="63692" cy="63682"/>
            </a:xfrm>
            <a:custGeom>
              <a:avLst/>
              <a:gdLst>
                <a:gd name="connsiteX0" fmla="*/ 47 w 63692"/>
                <a:gd name="connsiteY0" fmla="*/ 33451 h 63682"/>
                <a:gd name="connsiteX1" fmla="*/ 33461 w 63692"/>
                <a:gd name="connsiteY1" fmla="*/ 63641 h 63682"/>
                <a:gd name="connsiteX2" fmla="*/ 63652 w 63692"/>
                <a:gd name="connsiteY2" fmla="*/ 30228 h 63682"/>
                <a:gd name="connsiteX3" fmla="*/ 30316 w 63692"/>
                <a:gd name="connsiteY3" fmla="*/ 38 h 63682"/>
                <a:gd name="connsiteX4" fmla="*/ 28 w 63692"/>
                <a:gd name="connsiteY4" fmla="*/ 32979 h 63682"/>
                <a:gd name="connsiteX5" fmla="*/ 47 w 63692"/>
                <a:gd name="connsiteY5" fmla="*/ 33451 h 63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692" h="63682">
                  <a:moveTo>
                    <a:pt x="47" y="33451"/>
                  </a:moveTo>
                  <a:cubicBezTo>
                    <a:pt x="932" y="51023"/>
                    <a:pt x="15889" y="64526"/>
                    <a:pt x="33461" y="63641"/>
                  </a:cubicBezTo>
                  <a:cubicBezTo>
                    <a:pt x="51013" y="62757"/>
                    <a:pt x="64536" y="47799"/>
                    <a:pt x="63652" y="30228"/>
                  </a:cubicBezTo>
                  <a:cubicBezTo>
                    <a:pt x="62767" y="12695"/>
                    <a:pt x="47849" y="-808"/>
                    <a:pt x="30316" y="38"/>
                  </a:cubicBezTo>
                  <a:cubicBezTo>
                    <a:pt x="12863" y="765"/>
                    <a:pt x="-699" y="15526"/>
                    <a:pt x="28" y="32979"/>
                  </a:cubicBezTo>
                  <a:cubicBezTo>
                    <a:pt x="28" y="33137"/>
                    <a:pt x="47" y="33294"/>
                    <a:pt x="47" y="33451"/>
                  </a:cubicBezTo>
                  <a:close/>
                </a:path>
              </a:pathLst>
            </a:custGeom>
            <a:solidFill>
              <a:srgbClr val="8C8C8C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732C29-3BDD-4467-B2AD-48F60917D1FF}"/>
                </a:ext>
              </a:extLst>
            </p:cNvPr>
            <p:cNvSpPr/>
            <p:nvPr/>
          </p:nvSpPr>
          <p:spPr>
            <a:xfrm>
              <a:off x="2849314" y="4063961"/>
              <a:ext cx="687308" cy="401845"/>
            </a:xfrm>
            <a:custGeom>
              <a:avLst/>
              <a:gdLst>
                <a:gd name="connsiteX0" fmla="*/ 0 w 687308"/>
                <a:gd name="connsiteY0" fmla="*/ 203918 h 401845"/>
                <a:gd name="connsiteX1" fmla="*/ 286964 w 687308"/>
                <a:gd name="connsiteY1" fmla="*/ 66333 h 401845"/>
                <a:gd name="connsiteX2" fmla="*/ 455605 w 687308"/>
                <a:gd name="connsiteY2" fmla="*/ 29774 h 401845"/>
                <a:gd name="connsiteX3" fmla="*/ 335513 w 687308"/>
                <a:gd name="connsiteY3" fmla="*/ 131588 h 401845"/>
                <a:gd name="connsiteX4" fmla="*/ 503564 w 687308"/>
                <a:gd name="connsiteY4" fmla="*/ 131588 h 401845"/>
                <a:gd name="connsiteX5" fmla="*/ 648422 w 687308"/>
                <a:gd name="connsiteY5" fmla="*/ 276052 h 401845"/>
                <a:gd name="connsiteX6" fmla="*/ 255320 w 687308"/>
                <a:gd name="connsiteY6" fmla="*/ 380028 h 401845"/>
                <a:gd name="connsiteX7" fmla="*/ 45207 w 687308"/>
                <a:gd name="connsiteY7" fmla="*/ 401845 h 40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7308" h="401845">
                  <a:moveTo>
                    <a:pt x="0" y="203918"/>
                  </a:moveTo>
                  <a:cubicBezTo>
                    <a:pt x="0" y="203918"/>
                    <a:pt x="183775" y="130408"/>
                    <a:pt x="286964" y="66333"/>
                  </a:cubicBezTo>
                  <a:cubicBezTo>
                    <a:pt x="390154" y="2257"/>
                    <a:pt x="485678" y="-25850"/>
                    <a:pt x="455605" y="29774"/>
                  </a:cubicBezTo>
                  <a:cubicBezTo>
                    <a:pt x="425533" y="85398"/>
                    <a:pt x="357330" y="88739"/>
                    <a:pt x="335513" y="131588"/>
                  </a:cubicBezTo>
                  <a:cubicBezTo>
                    <a:pt x="313695" y="174436"/>
                    <a:pt x="416492" y="136501"/>
                    <a:pt x="503564" y="131588"/>
                  </a:cubicBezTo>
                  <a:cubicBezTo>
                    <a:pt x="590636" y="126674"/>
                    <a:pt x="764977" y="148294"/>
                    <a:pt x="648422" y="276052"/>
                  </a:cubicBezTo>
                  <a:cubicBezTo>
                    <a:pt x="531867" y="403811"/>
                    <a:pt x="399195" y="374328"/>
                    <a:pt x="255320" y="380028"/>
                  </a:cubicBezTo>
                  <a:cubicBezTo>
                    <a:pt x="184797" y="381325"/>
                    <a:pt x="114491" y="388617"/>
                    <a:pt x="45207" y="401845"/>
                  </a:cubicBezTo>
                  <a:close/>
                </a:path>
              </a:pathLst>
            </a:custGeom>
            <a:solidFill>
              <a:srgbClr val="FFC3C2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FD43C5A9-887D-49E4-98F3-F0A1EC8AB911}"/>
                </a:ext>
              </a:extLst>
            </p:cNvPr>
            <p:cNvSpPr/>
            <p:nvPr/>
          </p:nvSpPr>
          <p:spPr>
            <a:xfrm>
              <a:off x="1930863" y="3348020"/>
              <a:ext cx="1071269" cy="1248123"/>
            </a:xfrm>
            <a:custGeom>
              <a:avLst/>
              <a:gdLst>
                <a:gd name="connsiteX0" fmla="*/ 6257 w 1071269"/>
                <a:gd name="connsiteY0" fmla="*/ 672205 h 1248123"/>
                <a:gd name="connsiteX1" fmla="*/ 264722 w 1071269"/>
                <a:gd name="connsiteY1" fmla="*/ 0 h 1248123"/>
                <a:gd name="connsiteX2" fmla="*/ 464418 w 1071269"/>
                <a:gd name="connsiteY2" fmla="*/ 853621 h 1248123"/>
                <a:gd name="connsiteX3" fmla="*/ 1035792 w 1071269"/>
                <a:gd name="connsiteY3" fmla="*/ 824532 h 1248123"/>
                <a:gd name="connsiteX4" fmla="*/ 1028126 w 1071269"/>
                <a:gd name="connsiteY4" fmla="*/ 1185006 h 1248123"/>
                <a:gd name="connsiteX5" fmla="*/ 432773 w 1071269"/>
                <a:gd name="connsiteY5" fmla="*/ 1247706 h 1248123"/>
                <a:gd name="connsiteX6" fmla="*/ 17067 w 1071269"/>
                <a:gd name="connsiteY6" fmla="*/ 1105010 h 1248123"/>
                <a:gd name="connsiteX7" fmla="*/ 6257 w 1071269"/>
                <a:gd name="connsiteY7" fmla="*/ 672205 h 1248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1269" h="1248123">
                  <a:moveTo>
                    <a:pt x="6257" y="672205"/>
                  </a:moveTo>
                  <a:cubicBezTo>
                    <a:pt x="19819" y="381112"/>
                    <a:pt x="-26960" y="144072"/>
                    <a:pt x="264722" y="0"/>
                  </a:cubicBezTo>
                  <a:cubicBezTo>
                    <a:pt x="412332" y="16511"/>
                    <a:pt x="510410" y="621298"/>
                    <a:pt x="464418" y="853621"/>
                  </a:cubicBezTo>
                  <a:cubicBezTo>
                    <a:pt x="505890" y="855586"/>
                    <a:pt x="1035792" y="824532"/>
                    <a:pt x="1035792" y="824532"/>
                  </a:cubicBezTo>
                  <a:cubicBezTo>
                    <a:pt x="1035792" y="824532"/>
                    <a:pt x="1120505" y="1130365"/>
                    <a:pt x="1028126" y="1185006"/>
                  </a:cubicBezTo>
                  <a:cubicBezTo>
                    <a:pt x="866561" y="1204661"/>
                    <a:pt x="567410" y="1247706"/>
                    <a:pt x="432773" y="1247706"/>
                  </a:cubicBezTo>
                  <a:cubicBezTo>
                    <a:pt x="298135" y="1247706"/>
                    <a:pt x="78981" y="1263233"/>
                    <a:pt x="17067" y="1105010"/>
                  </a:cubicBezTo>
                  <a:cubicBezTo>
                    <a:pt x="-10450" y="1033269"/>
                    <a:pt x="2719" y="753773"/>
                    <a:pt x="6257" y="672205"/>
                  </a:cubicBezTo>
                  <a:close/>
                </a:path>
              </a:pathLst>
            </a:custGeom>
            <a:solidFill>
              <a:srgbClr val="6DD1E8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48FACE24-4DAB-4B57-BF47-5E949967959F}"/>
                </a:ext>
              </a:extLst>
            </p:cNvPr>
            <p:cNvSpPr/>
            <p:nvPr/>
          </p:nvSpPr>
          <p:spPr>
            <a:xfrm>
              <a:off x="545342" y="1561175"/>
              <a:ext cx="1236306" cy="3607496"/>
            </a:xfrm>
            <a:custGeom>
              <a:avLst/>
              <a:gdLst>
                <a:gd name="connsiteX0" fmla="*/ 1236306 w 1236306"/>
                <a:gd name="connsiteY0" fmla="*/ 2895000 h 3607496"/>
                <a:gd name="connsiteX1" fmla="*/ 0 w 1236306"/>
                <a:gd name="connsiteY1" fmla="*/ 3607497 h 3607496"/>
                <a:gd name="connsiteX2" fmla="*/ 0 w 1236306"/>
                <a:gd name="connsiteY2" fmla="*/ 712497 h 3607496"/>
                <a:gd name="connsiteX3" fmla="*/ 1236306 w 1236306"/>
                <a:gd name="connsiteY3" fmla="*/ 0 h 3607496"/>
                <a:gd name="connsiteX4" fmla="*/ 1236306 w 1236306"/>
                <a:gd name="connsiteY4" fmla="*/ 2895000 h 3607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6306" h="3607496">
                  <a:moveTo>
                    <a:pt x="1236306" y="2895000"/>
                  </a:moveTo>
                  <a:lnTo>
                    <a:pt x="0" y="3607497"/>
                  </a:lnTo>
                  <a:lnTo>
                    <a:pt x="0" y="712497"/>
                  </a:lnTo>
                  <a:lnTo>
                    <a:pt x="1236306" y="0"/>
                  </a:lnTo>
                  <a:lnTo>
                    <a:pt x="1236306" y="289500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AAE2A35-FDAD-40A3-AEF9-693CB7FCFFA4}"/>
                </a:ext>
              </a:extLst>
            </p:cNvPr>
            <p:cNvSpPr/>
            <p:nvPr/>
          </p:nvSpPr>
          <p:spPr>
            <a:xfrm>
              <a:off x="710052" y="2310624"/>
              <a:ext cx="180433" cy="358508"/>
            </a:xfrm>
            <a:custGeom>
              <a:avLst/>
              <a:gdLst>
                <a:gd name="connsiteX0" fmla="*/ 24372 w 180433"/>
                <a:gd name="connsiteY0" fmla="*/ 0 h 358508"/>
                <a:gd name="connsiteX1" fmla="*/ 0 w 180433"/>
                <a:gd name="connsiteY1" fmla="*/ 13955 h 358508"/>
                <a:gd name="connsiteX2" fmla="*/ 167462 w 180433"/>
                <a:gd name="connsiteY2" fmla="*/ 358509 h 358508"/>
                <a:gd name="connsiteX3" fmla="*/ 180434 w 180433"/>
                <a:gd name="connsiteY3" fmla="*/ 323719 h 358508"/>
                <a:gd name="connsiteX4" fmla="*/ 24372 w 180433"/>
                <a:gd name="connsiteY4" fmla="*/ 0 h 358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433" h="358508">
                  <a:moveTo>
                    <a:pt x="24372" y="0"/>
                  </a:moveTo>
                  <a:lnTo>
                    <a:pt x="0" y="13955"/>
                  </a:lnTo>
                  <a:cubicBezTo>
                    <a:pt x="0" y="313302"/>
                    <a:pt x="160779" y="356937"/>
                    <a:pt x="167462" y="358509"/>
                  </a:cubicBezTo>
                  <a:lnTo>
                    <a:pt x="180434" y="323719"/>
                  </a:lnTo>
                  <a:cubicBezTo>
                    <a:pt x="178861" y="323326"/>
                    <a:pt x="24962" y="281461"/>
                    <a:pt x="24372" y="0"/>
                  </a:cubicBezTo>
                  <a:close/>
                </a:path>
              </a:pathLst>
            </a:custGeom>
            <a:solidFill>
              <a:srgbClr val="566CD3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9E040AB3-B7AA-4A95-AC65-456FA599344D}"/>
                </a:ext>
              </a:extLst>
            </p:cNvPr>
            <p:cNvSpPr/>
            <p:nvPr/>
          </p:nvSpPr>
          <p:spPr>
            <a:xfrm>
              <a:off x="876923" y="2123311"/>
              <a:ext cx="180433" cy="538156"/>
            </a:xfrm>
            <a:custGeom>
              <a:avLst/>
              <a:gdLst>
                <a:gd name="connsiteX0" fmla="*/ 156062 w 180433"/>
                <a:gd name="connsiteY0" fmla="*/ 14545 h 538156"/>
                <a:gd name="connsiteX1" fmla="*/ 0 w 180433"/>
                <a:gd name="connsiteY1" fmla="*/ 518502 h 538156"/>
                <a:gd name="connsiteX2" fmla="*/ 12972 w 180433"/>
                <a:gd name="connsiteY2" fmla="*/ 538157 h 538156"/>
                <a:gd name="connsiteX3" fmla="*/ 180434 w 180433"/>
                <a:gd name="connsiteY3" fmla="*/ 0 h 538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433" h="538156">
                  <a:moveTo>
                    <a:pt x="156062" y="14545"/>
                  </a:moveTo>
                  <a:cubicBezTo>
                    <a:pt x="156062" y="296006"/>
                    <a:pt x="1572" y="516143"/>
                    <a:pt x="0" y="518502"/>
                  </a:cubicBezTo>
                  <a:lnTo>
                    <a:pt x="12972" y="538157"/>
                  </a:lnTo>
                  <a:cubicBezTo>
                    <a:pt x="19655" y="528526"/>
                    <a:pt x="179844" y="300133"/>
                    <a:pt x="180434" y="0"/>
                  </a:cubicBezTo>
                  <a:close/>
                </a:path>
              </a:pathLst>
            </a:custGeom>
            <a:solidFill>
              <a:srgbClr val="566CD3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F5C1BD1-A7E8-4E4A-B284-1F1AF641745E}"/>
                </a:ext>
              </a:extLst>
            </p:cNvPr>
            <p:cNvSpPr/>
            <p:nvPr/>
          </p:nvSpPr>
          <p:spPr>
            <a:xfrm>
              <a:off x="710052" y="2642206"/>
              <a:ext cx="180630" cy="893717"/>
            </a:xfrm>
            <a:custGeom>
              <a:avLst/>
              <a:gdLst>
                <a:gd name="connsiteX0" fmla="*/ 167462 w 180630"/>
                <a:gd name="connsiteY0" fmla="*/ 893717 h 893717"/>
                <a:gd name="connsiteX1" fmla="*/ 0 w 180630"/>
                <a:gd name="connsiteY1" fmla="*/ 547394 h 893717"/>
                <a:gd name="connsiteX2" fmla="*/ 167265 w 180630"/>
                <a:gd name="connsiteY2" fmla="*/ 0 h 893717"/>
                <a:gd name="connsiteX3" fmla="*/ 180630 w 180630"/>
                <a:gd name="connsiteY3" fmla="*/ 19655 h 893717"/>
                <a:gd name="connsiteX4" fmla="*/ 24372 w 180630"/>
                <a:gd name="connsiteY4" fmla="*/ 533832 h 893717"/>
                <a:gd name="connsiteX5" fmla="*/ 180434 w 180630"/>
                <a:gd name="connsiteY5" fmla="*/ 859124 h 893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630" h="893717">
                  <a:moveTo>
                    <a:pt x="167462" y="893717"/>
                  </a:moveTo>
                  <a:cubicBezTo>
                    <a:pt x="160779" y="891948"/>
                    <a:pt x="0" y="848314"/>
                    <a:pt x="0" y="547394"/>
                  </a:cubicBezTo>
                  <a:cubicBezTo>
                    <a:pt x="0" y="246475"/>
                    <a:pt x="160386" y="9828"/>
                    <a:pt x="167265" y="0"/>
                  </a:cubicBezTo>
                  <a:lnTo>
                    <a:pt x="180630" y="19655"/>
                  </a:lnTo>
                  <a:cubicBezTo>
                    <a:pt x="179058" y="21817"/>
                    <a:pt x="24372" y="251192"/>
                    <a:pt x="24372" y="533832"/>
                  </a:cubicBezTo>
                  <a:cubicBezTo>
                    <a:pt x="24372" y="816473"/>
                    <a:pt x="178861" y="858731"/>
                    <a:pt x="180434" y="859124"/>
                  </a:cubicBezTo>
                  <a:close/>
                </a:path>
              </a:pathLst>
            </a:custGeom>
            <a:solidFill>
              <a:srgbClr val="566CD3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0143EE3-74C1-47D5-A52D-1ECA706A78D5}"/>
                </a:ext>
              </a:extLst>
            </p:cNvPr>
            <p:cNvSpPr/>
            <p:nvPr/>
          </p:nvSpPr>
          <p:spPr>
            <a:xfrm>
              <a:off x="876334" y="2634344"/>
              <a:ext cx="180630" cy="894110"/>
            </a:xfrm>
            <a:custGeom>
              <a:avLst/>
              <a:gdLst>
                <a:gd name="connsiteX0" fmla="*/ 14152 w 180630"/>
                <a:gd name="connsiteY0" fmla="*/ 894111 h 894110"/>
                <a:gd name="connsiteX1" fmla="*/ 1179 w 180630"/>
                <a:gd name="connsiteY1" fmla="*/ 874455 h 894110"/>
                <a:gd name="connsiteX2" fmla="*/ 157241 w 180630"/>
                <a:gd name="connsiteY2" fmla="*/ 368926 h 894110"/>
                <a:gd name="connsiteX3" fmla="*/ 0 w 180630"/>
                <a:gd name="connsiteY3" fmla="*/ 34790 h 894110"/>
                <a:gd name="connsiteX4" fmla="*/ 13365 w 180630"/>
                <a:gd name="connsiteY4" fmla="*/ 0 h 894110"/>
                <a:gd name="connsiteX5" fmla="*/ 180631 w 180630"/>
                <a:gd name="connsiteY5" fmla="*/ 353792 h 894110"/>
                <a:gd name="connsiteX6" fmla="*/ 14152 w 180630"/>
                <a:gd name="connsiteY6" fmla="*/ 894111 h 894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0630" h="894110">
                  <a:moveTo>
                    <a:pt x="14152" y="894111"/>
                  </a:moveTo>
                  <a:lnTo>
                    <a:pt x="1179" y="874455"/>
                  </a:lnTo>
                  <a:cubicBezTo>
                    <a:pt x="2752" y="872293"/>
                    <a:pt x="157241" y="651174"/>
                    <a:pt x="157241" y="368926"/>
                  </a:cubicBezTo>
                  <a:cubicBezTo>
                    <a:pt x="157241" y="86679"/>
                    <a:pt x="2555" y="34790"/>
                    <a:pt x="0" y="34790"/>
                  </a:cubicBezTo>
                  <a:lnTo>
                    <a:pt x="13365" y="0"/>
                  </a:lnTo>
                  <a:cubicBezTo>
                    <a:pt x="20245" y="2162"/>
                    <a:pt x="180631" y="54052"/>
                    <a:pt x="180631" y="353792"/>
                  </a:cubicBezTo>
                  <a:cubicBezTo>
                    <a:pt x="180631" y="653532"/>
                    <a:pt x="20834" y="884479"/>
                    <a:pt x="14152" y="894111"/>
                  </a:cubicBezTo>
                  <a:close/>
                </a:path>
              </a:pathLst>
            </a:custGeom>
            <a:solidFill>
              <a:srgbClr val="566CD3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A4D2609E-03BA-4DDA-8C74-117E10258E41}"/>
                </a:ext>
              </a:extLst>
            </p:cNvPr>
            <p:cNvSpPr/>
            <p:nvPr/>
          </p:nvSpPr>
          <p:spPr>
            <a:xfrm>
              <a:off x="710052" y="3508799"/>
              <a:ext cx="180630" cy="893717"/>
            </a:xfrm>
            <a:custGeom>
              <a:avLst/>
              <a:gdLst>
                <a:gd name="connsiteX0" fmla="*/ 167462 w 180630"/>
                <a:gd name="connsiteY0" fmla="*/ 893717 h 893717"/>
                <a:gd name="connsiteX1" fmla="*/ 0 w 180630"/>
                <a:gd name="connsiteY1" fmla="*/ 547591 h 893717"/>
                <a:gd name="connsiteX2" fmla="*/ 167265 w 180630"/>
                <a:gd name="connsiteY2" fmla="*/ 0 h 893717"/>
                <a:gd name="connsiteX3" fmla="*/ 180630 w 180630"/>
                <a:gd name="connsiteY3" fmla="*/ 19655 h 893717"/>
                <a:gd name="connsiteX4" fmla="*/ 24372 w 180630"/>
                <a:gd name="connsiteY4" fmla="*/ 533833 h 893717"/>
                <a:gd name="connsiteX5" fmla="*/ 180434 w 180630"/>
                <a:gd name="connsiteY5" fmla="*/ 859321 h 893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630" h="893717">
                  <a:moveTo>
                    <a:pt x="167462" y="893717"/>
                  </a:moveTo>
                  <a:cubicBezTo>
                    <a:pt x="160779" y="891949"/>
                    <a:pt x="0" y="848314"/>
                    <a:pt x="0" y="547591"/>
                  </a:cubicBezTo>
                  <a:cubicBezTo>
                    <a:pt x="0" y="246868"/>
                    <a:pt x="160386" y="9828"/>
                    <a:pt x="167265" y="0"/>
                  </a:cubicBezTo>
                  <a:lnTo>
                    <a:pt x="180630" y="19655"/>
                  </a:lnTo>
                  <a:cubicBezTo>
                    <a:pt x="179058" y="22014"/>
                    <a:pt x="24372" y="251389"/>
                    <a:pt x="24372" y="533833"/>
                  </a:cubicBezTo>
                  <a:cubicBezTo>
                    <a:pt x="24372" y="816276"/>
                    <a:pt x="178861" y="858928"/>
                    <a:pt x="180434" y="859321"/>
                  </a:cubicBezTo>
                  <a:close/>
                </a:path>
              </a:pathLst>
            </a:custGeom>
            <a:solidFill>
              <a:srgbClr val="566CD3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D42DF69B-B206-46BC-A49F-869DB6043FF5}"/>
                </a:ext>
              </a:extLst>
            </p:cNvPr>
            <p:cNvSpPr/>
            <p:nvPr/>
          </p:nvSpPr>
          <p:spPr>
            <a:xfrm>
              <a:off x="876334" y="3501134"/>
              <a:ext cx="180630" cy="893913"/>
            </a:xfrm>
            <a:custGeom>
              <a:avLst/>
              <a:gdLst>
                <a:gd name="connsiteX0" fmla="*/ 14152 w 180630"/>
                <a:gd name="connsiteY0" fmla="*/ 893914 h 893913"/>
                <a:gd name="connsiteX1" fmla="*/ 1179 w 180630"/>
                <a:gd name="connsiteY1" fmla="*/ 874259 h 893913"/>
                <a:gd name="connsiteX2" fmla="*/ 157241 w 180630"/>
                <a:gd name="connsiteY2" fmla="*/ 368730 h 893913"/>
                <a:gd name="connsiteX3" fmla="*/ 0 w 180630"/>
                <a:gd name="connsiteY3" fmla="*/ 34593 h 893913"/>
                <a:gd name="connsiteX4" fmla="*/ 13365 w 180630"/>
                <a:gd name="connsiteY4" fmla="*/ 0 h 893913"/>
                <a:gd name="connsiteX5" fmla="*/ 180631 w 180630"/>
                <a:gd name="connsiteY5" fmla="*/ 353792 h 893913"/>
                <a:gd name="connsiteX6" fmla="*/ 14152 w 180630"/>
                <a:gd name="connsiteY6" fmla="*/ 893914 h 893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0630" h="893913">
                  <a:moveTo>
                    <a:pt x="14152" y="893914"/>
                  </a:moveTo>
                  <a:lnTo>
                    <a:pt x="1179" y="874259"/>
                  </a:lnTo>
                  <a:cubicBezTo>
                    <a:pt x="2752" y="872097"/>
                    <a:pt x="157241" y="650977"/>
                    <a:pt x="157241" y="368730"/>
                  </a:cubicBezTo>
                  <a:cubicBezTo>
                    <a:pt x="157241" y="86482"/>
                    <a:pt x="2555" y="34593"/>
                    <a:pt x="0" y="34593"/>
                  </a:cubicBezTo>
                  <a:lnTo>
                    <a:pt x="13365" y="0"/>
                  </a:lnTo>
                  <a:cubicBezTo>
                    <a:pt x="20245" y="1965"/>
                    <a:pt x="180631" y="53855"/>
                    <a:pt x="180631" y="353792"/>
                  </a:cubicBezTo>
                  <a:cubicBezTo>
                    <a:pt x="180631" y="653729"/>
                    <a:pt x="20834" y="884283"/>
                    <a:pt x="14152" y="893914"/>
                  </a:cubicBezTo>
                  <a:close/>
                </a:path>
              </a:pathLst>
            </a:custGeom>
            <a:solidFill>
              <a:srgbClr val="566CD3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6062258-5D7F-45AB-9F4C-CC445A6B75B0}"/>
                </a:ext>
              </a:extLst>
            </p:cNvPr>
            <p:cNvSpPr/>
            <p:nvPr/>
          </p:nvSpPr>
          <p:spPr>
            <a:xfrm>
              <a:off x="710052" y="4374999"/>
              <a:ext cx="180630" cy="552308"/>
            </a:xfrm>
            <a:custGeom>
              <a:avLst/>
              <a:gdLst>
                <a:gd name="connsiteX0" fmla="*/ 24372 w 180630"/>
                <a:gd name="connsiteY0" fmla="*/ 538550 h 552308"/>
                <a:gd name="connsiteX1" fmla="*/ 24372 w 180630"/>
                <a:gd name="connsiteY1" fmla="*/ 534029 h 552308"/>
                <a:gd name="connsiteX2" fmla="*/ 180630 w 180630"/>
                <a:gd name="connsiteY2" fmla="*/ 19655 h 552308"/>
                <a:gd name="connsiteX3" fmla="*/ 167265 w 180630"/>
                <a:gd name="connsiteY3" fmla="*/ 0 h 552308"/>
                <a:gd name="connsiteX4" fmla="*/ 0 w 180630"/>
                <a:gd name="connsiteY4" fmla="*/ 547591 h 552308"/>
                <a:gd name="connsiteX5" fmla="*/ 0 w 180630"/>
                <a:gd name="connsiteY5" fmla="*/ 552308 h 55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630" h="552308">
                  <a:moveTo>
                    <a:pt x="24372" y="538550"/>
                  </a:moveTo>
                  <a:lnTo>
                    <a:pt x="24372" y="534029"/>
                  </a:lnTo>
                  <a:cubicBezTo>
                    <a:pt x="24372" y="251389"/>
                    <a:pt x="179058" y="22997"/>
                    <a:pt x="180630" y="19655"/>
                  </a:cubicBezTo>
                  <a:lnTo>
                    <a:pt x="167265" y="0"/>
                  </a:lnTo>
                  <a:cubicBezTo>
                    <a:pt x="160386" y="10024"/>
                    <a:pt x="0" y="247065"/>
                    <a:pt x="0" y="547591"/>
                  </a:cubicBezTo>
                  <a:cubicBezTo>
                    <a:pt x="0" y="549164"/>
                    <a:pt x="0" y="550540"/>
                    <a:pt x="0" y="552308"/>
                  </a:cubicBezTo>
                  <a:close/>
                </a:path>
              </a:pathLst>
            </a:custGeom>
            <a:solidFill>
              <a:srgbClr val="566CD3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4DC102A-9B99-4177-83C8-A177FC21A824}"/>
                </a:ext>
              </a:extLst>
            </p:cNvPr>
            <p:cNvSpPr/>
            <p:nvPr/>
          </p:nvSpPr>
          <p:spPr>
            <a:xfrm>
              <a:off x="876530" y="4368317"/>
              <a:ext cx="180630" cy="372660"/>
            </a:xfrm>
            <a:custGeom>
              <a:avLst/>
              <a:gdLst>
                <a:gd name="connsiteX0" fmla="*/ 156455 w 180630"/>
                <a:gd name="connsiteY0" fmla="*/ 367747 h 372660"/>
                <a:gd name="connsiteX1" fmla="*/ 156455 w 180630"/>
                <a:gd name="connsiteY1" fmla="*/ 372661 h 372660"/>
                <a:gd name="connsiteX2" fmla="*/ 180631 w 180630"/>
                <a:gd name="connsiteY2" fmla="*/ 358706 h 372660"/>
                <a:gd name="connsiteX3" fmla="*/ 180631 w 180630"/>
                <a:gd name="connsiteY3" fmla="*/ 353792 h 372660"/>
                <a:gd name="connsiteX4" fmla="*/ 13365 w 180630"/>
                <a:gd name="connsiteY4" fmla="*/ 0 h 372660"/>
                <a:gd name="connsiteX5" fmla="*/ 0 w 180630"/>
                <a:gd name="connsiteY5" fmla="*/ 34790 h 372660"/>
                <a:gd name="connsiteX6" fmla="*/ 156455 w 180630"/>
                <a:gd name="connsiteY6" fmla="*/ 367747 h 372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0630" h="372660">
                  <a:moveTo>
                    <a:pt x="156455" y="367747"/>
                  </a:moveTo>
                  <a:lnTo>
                    <a:pt x="156455" y="372661"/>
                  </a:lnTo>
                  <a:lnTo>
                    <a:pt x="180631" y="358706"/>
                  </a:lnTo>
                  <a:cubicBezTo>
                    <a:pt x="180631" y="357133"/>
                    <a:pt x="180631" y="355561"/>
                    <a:pt x="180631" y="353792"/>
                  </a:cubicBezTo>
                  <a:cubicBezTo>
                    <a:pt x="180631" y="53265"/>
                    <a:pt x="20245" y="1376"/>
                    <a:pt x="13365" y="0"/>
                  </a:cubicBezTo>
                  <a:lnTo>
                    <a:pt x="0" y="34790"/>
                  </a:lnTo>
                  <a:cubicBezTo>
                    <a:pt x="2359" y="34593"/>
                    <a:pt x="156455" y="85303"/>
                    <a:pt x="156455" y="367747"/>
                  </a:cubicBezTo>
                  <a:close/>
                </a:path>
              </a:pathLst>
            </a:custGeom>
            <a:solidFill>
              <a:srgbClr val="566CD3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86D5B88-4B62-4E1A-AE88-7FE809BFFDBC}"/>
                </a:ext>
              </a:extLst>
            </p:cNvPr>
            <p:cNvSpPr/>
            <p:nvPr/>
          </p:nvSpPr>
          <p:spPr>
            <a:xfrm>
              <a:off x="794569" y="3330920"/>
              <a:ext cx="178861" cy="135620"/>
            </a:xfrm>
            <a:custGeom>
              <a:avLst/>
              <a:gdLst>
                <a:gd name="connsiteX0" fmla="*/ 178862 w 178861"/>
                <a:gd name="connsiteY0" fmla="*/ 32431 h 135620"/>
                <a:gd name="connsiteX1" fmla="*/ 0 w 178861"/>
                <a:gd name="connsiteY1" fmla="*/ 135620 h 135620"/>
                <a:gd name="connsiteX2" fmla="*/ 0 w 178861"/>
                <a:gd name="connsiteY2" fmla="*/ 103386 h 135620"/>
                <a:gd name="connsiteX3" fmla="*/ 178862 w 178861"/>
                <a:gd name="connsiteY3" fmla="*/ 0 h 135620"/>
                <a:gd name="connsiteX4" fmla="*/ 178862 w 178861"/>
                <a:gd name="connsiteY4" fmla="*/ 32431 h 13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61" h="135620">
                  <a:moveTo>
                    <a:pt x="178862" y="32431"/>
                  </a:moveTo>
                  <a:lnTo>
                    <a:pt x="0" y="135620"/>
                  </a:lnTo>
                  <a:lnTo>
                    <a:pt x="0" y="103386"/>
                  </a:lnTo>
                  <a:lnTo>
                    <a:pt x="178862" y="0"/>
                  </a:lnTo>
                  <a:lnTo>
                    <a:pt x="178862" y="32431"/>
                  </a:lnTo>
                  <a:close/>
                </a:path>
              </a:pathLst>
            </a:custGeom>
            <a:solidFill>
              <a:srgbClr val="566CD3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69C2DF56-FEEA-4C4A-88A7-6A4B1F4886DF}"/>
                </a:ext>
              </a:extLst>
            </p:cNvPr>
            <p:cNvSpPr/>
            <p:nvPr/>
          </p:nvSpPr>
          <p:spPr>
            <a:xfrm>
              <a:off x="794569" y="2701957"/>
              <a:ext cx="178861" cy="135620"/>
            </a:xfrm>
            <a:custGeom>
              <a:avLst/>
              <a:gdLst>
                <a:gd name="connsiteX0" fmla="*/ 178862 w 178861"/>
                <a:gd name="connsiteY0" fmla="*/ 32431 h 135620"/>
                <a:gd name="connsiteX1" fmla="*/ 0 w 178861"/>
                <a:gd name="connsiteY1" fmla="*/ 135620 h 135620"/>
                <a:gd name="connsiteX2" fmla="*/ 0 w 178861"/>
                <a:gd name="connsiteY2" fmla="*/ 103386 h 135620"/>
                <a:gd name="connsiteX3" fmla="*/ 178862 w 178861"/>
                <a:gd name="connsiteY3" fmla="*/ 0 h 135620"/>
                <a:gd name="connsiteX4" fmla="*/ 178862 w 178861"/>
                <a:gd name="connsiteY4" fmla="*/ 32431 h 13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61" h="135620">
                  <a:moveTo>
                    <a:pt x="178862" y="32431"/>
                  </a:moveTo>
                  <a:lnTo>
                    <a:pt x="0" y="135620"/>
                  </a:lnTo>
                  <a:lnTo>
                    <a:pt x="0" y="103386"/>
                  </a:lnTo>
                  <a:lnTo>
                    <a:pt x="178862" y="0"/>
                  </a:lnTo>
                  <a:lnTo>
                    <a:pt x="178862" y="32431"/>
                  </a:lnTo>
                  <a:close/>
                </a:path>
              </a:pathLst>
            </a:custGeom>
            <a:solidFill>
              <a:srgbClr val="566CD3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496A1AE-D663-45F5-9B67-8505C7FDDEE5}"/>
                </a:ext>
              </a:extLst>
            </p:cNvPr>
            <p:cNvSpPr/>
            <p:nvPr/>
          </p:nvSpPr>
          <p:spPr>
            <a:xfrm>
              <a:off x="739927" y="2825784"/>
              <a:ext cx="289716" cy="199695"/>
            </a:xfrm>
            <a:custGeom>
              <a:avLst/>
              <a:gdLst>
                <a:gd name="connsiteX0" fmla="*/ 289716 w 289716"/>
                <a:gd name="connsiteY0" fmla="*/ 32431 h 199695"/>
                <a:gd name="connsiteX1" fmla="*/ 0 w 289716"/>
                <a:gd name="connsiteY1" fmla="*/ 199696 h 199695"/>
                <a:gd name="connsiteX2" fmla="*/ 0 w 289716"/>
                <a:gd name="connsiteY2" fmla="*/ 167265 h 199695"/>
                <a:gd name="connsiteX3" fmla="*/ 289716 w 289716"/>
                <a:gd name="connsiteY3" fmla="*/ 0 h 199695"/>
                <a:gd name="connsiteX4" fmla="*/ 289716 w 289716"/>
                <a:gd name="connsiteY4" fmla="*/ 32431 h 199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716" h="199695">
                  <a:moveTo>
                    <a:pt x="289716" y="32431"/>
                  </a:moveTo>
                  <a:lnTo>
                    <a:pt x="0" y="199696"/>
                  </a:lnTo>
                  <a:lnTo>
                    <a:pt x="0" y="167265"/>
                  </a:lnTo>
                  <a:lnTo>
                    <a:pt x="289716" y="0"/>
                  </a:lnTo>
                  <a:lnTo>
                    <a:pt x="289716" y="32431"/>
                  </a:lnTo>
                  <a:close/>
                </a:path>
              </a:pathLst>
            </a:custGeom>
            <a:solidFill>
              <a:srgbClr val="566CD3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5465DA8B-3076-400A-9924-5EEF8F507B03}"/>
                </a:ext>
              </a:extLst>
            </p:cNvPr>
            <p:cNvSpPr/>
            <p:nvPr/>
          </p:nvSpPr>
          <p:spPr>
            <a:xfrm>
              <a:off x="742482" y="3143804"/>
              <a:ext cx="287161" cy="198123"/>
            </a:xfrm>
            <a:custGeom>
              <a:avLst/>
              <a:gdLst>
                <a:gd name="connsiteX0" fmla="*/ 287161 w 287161"/>
                <a:gd name="connsiteY0" fmla="*/ 32234 h 198123"/>
                <a:gd name="connsiteX1" fmla="*/ 0 w 287161"/>
                <a:gd name="connsiteY1" fmla="*/ 198123 h 198123"/>
                <a:gd name="connsiteX2" fmla="*/ 0 w 287161"/>
                <a:gd name="connsiteY2" fmla="*/ 165692 h 198123"/>
                <a:gd name="connsiteX3" fmla="*/ 287161 w 287161"/>
                <a:gd name="connsiteY3" fmla="*/ 0 h 198123"/>
                <a:gd name="connsiteX4" fmla="*/ 287161 w 287161"/>
                <a:gd name="connsiteY4" fmla="*/ 32234 h 198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7161" h="198123">
                  <a:moveTo>
                    <a:pt x="287161" y="32234"/>
                  </a:moveTo>
                  <a:lnTo>
                    <a:pt x="0" y="198123"/>
                  </a:lnTo>
                  <a:lnTo>
                    <a:pt x="0" y="165692"/>
                  </a:lnTo>
                  <a:lnTo>
                    <a:pt x="287161" y="0"/>
                  </a:lnTo>
                  <a:lnTo>
                    <a:pt x="287161" y="32234"/>
                  </a:lnTo>
                  <a:close/>
                </a:path>
              </a:pathLst>
            </a:custGeom>
            <a:solidFill>
              <a:srgbClr val="566CD3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359E6B9F-9814-47D8-AF49-E144B12C89BD}"/>
                </a:ext>
              </a:extLst>
            </p:cNvPr>
            <p:cNvSpPr/>
            <p:nvPr/>
          </p:nvSpPr>
          <p:spPr>
            <a:xfrm>
              <a:off x="722238" y="2979684"/>
              <a:ext cx="323523" cy="219154"/>
            </a:xfrm>
            <a:custGeom>
              <a:avLst/>
              <a:gdLst>
                <a:gd name="connsiteX0" fmla="*/ 323523 w 323523"/>
                <a:gd name="connsiteY0" fmla="*/ 32234 h 219154"/>
                <a:gd name="connsiteX1" fmla="*/ 0 w 323523"/>
                <a:gd name="connsiteY1" fmla="*/ 219154 h 219154"/>
                <a:gd name="connsiteX2" fmla="*/ 0 w 323523"/>
                <a:gd name="connsiteY2" fmla="*/ 186723 h 219154"/>
                <a:gd name="connsiteX3" fmla="*/ 323523 w 323523"/>
                <a:gd name="connsiteY3" fmla="*/ 0 h 219154"/>
                <a:gd name="connsiteX4" fmla="*/ 323523 w 323523"/>
                <a:gd name="connsiteY4" fmla="*/ 32234 h 219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523" h="219154">
                  <a:moveTo>
                    <a:pt x="323523" y="32234"/>
                  </a:moveTo>
                  <a:lnTo>
                    <a:pt x="0" y="219154"/>
                  </a:lnTo>
                  <a:lnTo>
                    <a:pt x="0" y="186723"/>
                  </a:lnTo>
                  <a:lnTo>
                    <a:pt x="323523" y="0"/>
                  </a:lnTo>
                  <a:lnTo>
                    <a:pt x="323523" y="32234"/>
                  </a:lnTo>
                  <a:close/>
                </a:path>
              </a:pathLst>
            </a:custGeom>
            <a:solidFill>
              <a:srgbClr val="566CD3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50ED3C79-55A6-4B6B-A9E6-D4E77B64D5D8}"/>
                </a:ext>
              </a:extLst>
            </p:cNvPr>
            <p:cNvSpPr/>
            <p:nvPr/>
          </p:nvSpPr>
          <p:spPr>
            <a:xfrm>
              <a:off x="794569" y="2465113"/>
              <a:ext cx="178861" cy="135620"/>
            </a:xfrm>
            <a:custGeom>
              <a:avLst/>
              <a:gdLst>
                <a:gd name="connsiteX0" fmla="*/ 178862 w 178861"/>
                <a:gd name="connsiteY0" fmla="*/ 32431 h 135620"/>
                <a:gd name="connsiteX1" fmla="*/ 0 w 178861"/>
                <a:gd name="connsiteY1" fmla="*/ 135620 h 135620"/>
                <a:gd name="connsiteX2" fmla="*/ 0 w 178861"/>
                <a:gd name="connsiteY2" fmla="*/ 103386 h 135620"/>
                <a:gd name="connsiteX3" fmla="*/ 178862 w 178861"/>
                <a:gd name="connsiteY3" fmla="*/ 0 h 135620"/>
                <a:gd name="connsiteX4" fmla="*/ 178862 w 178861"/>
                <a:gd name="connsiteY4" fmla="*/ 32431 h 13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61" h="135620">
                  <a:moveTo>
                    <a:pt x="178862" y="32431"/>
                  </a:moveTo>
                  <a:lnTo>
                    <a:pt x="0" y="135620"/>
                  </a:lnTo>
                  <a:lnTo>
                    <a:pt x="0" y="103386"/>
                  </a:lnTo>
                  <a:lnTo>
                    <a:pt x="178862" y="0"/>
                  </a:lnTo>
                  <a:lnTo>
                    <a:pt x="178862" y="32431"/>
                  </a:lnTo>
                  <a:close/>
                </a:path>
              </a:pathLst>
            </a:custGeom>
            <a:solidFill>
              <a:srgbClr val="566CD3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400ABBC8-CBF2-4ED3-8A12-2577D4C15D94}"/>
                </a:ext>
              </a:extLst>
            </p:cNvPr>
            <p:cNvSpPr/>
            <p:nvPr/>
          </p:nvSpPr>
          <p:spPr>
            <a:xfrm>
              <a:off x="742482" y="2277997"/>
              <a:ext cx="287161" cy="198123"/>
            </a:xfrm>
            <a:custGeom>
              <a:avLst/>
              <a:gdLst>
                <a:gd name="connsiteX0" fmla="*/ 287161 w 287161"/>
                <a:gd name="connsiteY0" fmla="*/ 32234 h 198123"/>
                <a:gd name="connsiteX1" fmla="*/ 0 w 287161"/>
                <a:gd name="connsiteY1" fmla="*/ 198123 h 198123"/>
                <a:gd name="connsiteX2" fmla="*/ 0 w 287161"/>
                <a:gd name="connsiteY2" fmla="*/ 165692 h 198123"/>
                <a:gd name="connsiteX3" fmla="*/ 287161 w 287161"/>
                <a:gd name="connsiteY3" fmla="*/ 0 h 198123"/>
                <a:gd name="connsiteX4" fmla="*/ 287161 w 287161"/>
                <a:gd name="connsiteY4" fmla="*/ 32234 h 198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7161" h="198123">
                  <a:moveTo>
                    <a:pt x="287161" y="32234"/>
                  </a:moveTo>
                  <a:lnTo>
                    <a:pt x="0" y="198123"/>
                  </a:lnTo>
                  <a:lnTo>
                    <a:pt x="0" y="165692"/>
                  </a:lnTo>
                  <a:lnTo>
                    <a:pt x="287161" y="0"/>
                  </a:lnTo>
                  <a:lnTo>
                    <a:pt x="287161" y="32234"/>
                  </a:lnTo>
                  <a:close/>
                </a:path>
              </a:pathLst>
            </a:custGeom>
            <a:solidFill>
              <a:srgbClr val="566CD3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0247D670-02A5-4D15-8EEA-E36F7F579598}"/>
                </a:ext>
              </a:extLst>
            </p:cNvPr>
            <p:cNvSpPr/>
            <p:nvPr/>
          </p:nvSpPr>
          <p:spPr>
            <a:xfrm>
              <a:off x="794569" y="4198497"/>
              <a:ext cx="178861" cy="135620"/>
            </a:xfrm>
            <a:custGeom>
              <a:avLst/>
              <a:gdLst>
                <a:gd name="connsiteX0" fmla="*/ 178862 w 178861"/>
                <a:gd name="connsiteY0" fmla="*/ 32431 h 135620"/>
                <a:gd name="connsiteX1" fmla="*/ 0 w 178861"/>
                <a:gd name="connsiteY1" fmla="*/ 135620 h 135620"/>
                <a:gd name="connsiteX2" fmla="*/ 0 w 178861"/>
                <a:gd name="connsiteY2" fmla="*/ 103189 h 135620"/>
                <a:gd name="connsiteX3" fmla="*/ 178862 w 178861"/>
                <a:gd name="connsiteY3" fmla="*/ 0 h 135620"/>
                <a:gd name="connsiteX4" fmla="*/ 178862 w 178861"/>
                <a:gd name="connsiteY4" fmla="*/ 32431 h 13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61" h="135620">
                  <a:moveTo>
                    <a:pt x="178862" y="32431"/>
                  </a:moveTo>
                  <a:lnTo>
                    <a:pt x="0" y="135620"/>
                  </a:lnTo>
                  <a:lnTo>
                    <a:pt x="0" y="103189"/>
                  </a:lnTo>
                  <a:lnTo>
                    <a:pt x="178862" y="0"/>
                  </a:lnTo>
                  <a:lnTo>
                    <a:pt x="178862" y="32431"/>
                  </a:lnTo>
                  <a:close/>
                </a:path>
              </a:pathLst>
            </a:custGeom>
            <a:solidFill>
              <a:srgbClr val="566CD3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56BAB238-2169-413C-A2A4-05AE5B8B6E59}"/>
                </a:ext>
              </a:extLst>
            </p:cNvPr>
            <p:cNvSpPr/>
            <p:nvPr/>
          </p:nvSpPr>
          <p:spPr>
            <a:xfrm>
              <a:off x="794569" y="3569533"/>
              <a:ext cx="178861" cy="135620"/>
            </a:xfrm>
            <a:custGeom>
              <a:avLst/>
              <a:gdLst>
                <a:gd name="connsiteX0" fmla="*/ 178862 w 178861"/>
                <a:gd name="connsiteY0" fmla="*/ 32234 h 135620"/>
                <a:gd name="connsiteX1" fmla="*/ 0 w 178861"/>
                <a:gd name="connsiteY1" fmla="*/ 135620 h 135620"/>
                <a:gd name="connsiteX2" fmla="*/ 0 w 178861"/>
                <a:gd name="connsiteY2" fmla="*/ 103189 h 135620"/>
                <a:gd name="connsiteX3" fmla="*/ 178862 w 178861"/>
                <a:gd name="connsiteY3" fmla="*/ 0 h 135620"/>
                <a:gd name="connsiteX4" fmla="*/ 178862 w 178861"/>
                <a:gd name="connsiteY4" fmla="*/ 32234 h 13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61" h="135620">
                  <a:moveTo>
                    <a:pt x="178862" y="32234"/>
                  </a:moveTo>
                  <a:lnTo>
                    <a:pt x="0" y="135620"/>
                  </a:lnTo>
                  <a:lnTo>
                    <a:pt x="0" y="103189"/>
                  </a:lnTo>
                  <a:lnTo>
                    <a:pt x="178862" y="0"/>
                  </a:lnTo>
                  <a:lnTo>
                    <a:pt x="178862" y="32234"/>
                  </a:lnTo>
                  <a:close/>
                </a:path>
              </a:pathLst>
            </a:custGeom>
            <a:solidFill>
              <a:srgbClr val="566CD3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2D842D2-7BC4-4FE3-9ACC-53E5F9EEEA5D}"/>
                </a:ext>
              </a:extLst>
            </p:cNvPr>
            <p:cNvSpPr/>
            <p:nvPr/>
          </p:nvSpPr>
          <p:spPr>
            <a:xfrm>
              <a:off x="739927" y="3693361"/>
              <a:ext cx="289716" cy="199499"/>
            </a:xfrm>
            <a:custGeom>
              <a:avLst/>
              <a:gdLst>
                <a:gd name="connsiteX0" fmla="*/ 289716 w 289716"/>
                <a:gd name="connsiteY0" fmla="*/ 32234 h 199499"/>
                <a:gd name="connsiteX1" fmla="*/ 0 w 289716"/>
                <a:gd name="connsiteY1" fmla="*/ 199499 h 199499"/>
                <a:gd name="connsiteX2" fmla="*/ 0 w 289716"/>
                <a:gd name="connsiteY2" fmla="*/ 167265 h 199499"/>
                <a:gd name="connsiteX3" fmla="*/ 289716 w 289716"/>
                <a:gd name="connsiteY3" fmla="*/ 0 h 199499"/>
                <a:gd name="connsiteX4" fmla="*/ 289716 w 289716"/>
                <a:gd name="connsiteY4" fmla="*/ 32234 h 199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716" h="199499">
                  <a:moveTo>
                    <a:pt x="289716" y="32234"/>
                  </a:moveTo>
                  <a:lnTo>
                    <a:pt x="0" y="199499"/>
                  </a:lnTo>
                  <a:lnTo>
                    <a:pt x="0" y="167265"/>
                  </a:lnTo>
                  <a:lnTo>
                    <a:pt x="289716" y="0"/>
                  </a:lnTo>
                  <a:lnTo>
                    <a:pt x="289716" y="32234"/>
                  </a:lnTo>
                  <a:close/>
                </a:path>
              </a:pathLst>
            </a:custGeom>
            <a:solidFill>
              <a:srgbClr val="566CD3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3BCEE7EE-1554-44AC-B5C9-1F6680C68270}"/>
                </a:ext>
              </a:extLst>
            </p:cNvPr>
            <p:cNvSpPr/>
            <p:nvPr/>
          </p:nvSpPr>
          <p:spPr>
            <a:xfrm>
              <a:off x="742482" y="4011183"/>
              <a:ext cx="287161" cy="198123"/>
            </a:xfrm>
            <a:custGeom>
              <a:avLst/>
              <a:gdLst>
                <a:gd name="connsiteX0" fmla="*/ 287161 w 287161"/>
                <a:gd name="connsiteY0" fmla="*/ 32431 h 198123"/>
                <a:gd name="connsiteX1" fmla="*/ 0 w 287161"/>
                <a:gd name="connsiteY1" fmla="*/ 198123 h 198123"/>
                <a:gd name="connsiteX2" fmla="*/ 0 w 287161"/>
                <a:gd name="connsiteY2" fmla="*/ 165889 h 198123"/>
                <a:gd name="connsiteX3" fmla="*/ 287161 w 287161"/>
                <a:gd name="connsiteY3" fmla="*/ 0 h 198123"/>
                <a:gd name="connsiteX4" fmla="*/ 287161 w 287161"/>
                <a:gd name="connsiteY4" fmla="*/ 32431 h 198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7161" h="198123">
                  <a:moveTo>
                    <a:pt x="287161" y="32431"/>
                  </a:moveTo>
                  <a:lnTo>
                    <a:pt x="0" y="198123"/>
                  </a:lnTo>
                  <a:lnTo>
                    <a:pt x="0" y="165889"/>
                  </a:lnTo>
                  <a:lnTo>
                    <a:pt x="287161" y="0"/>
                  </a:lnTo>
                  <a:lnTo>
                    <a:pt x="287161" y="32431"/>
                  </a:lnTo>
                  <a:close/>
                </a:path>
              </a:pathLst>
            </a:custGeom>
            <a:solidFill>
              <a:srgbClr val="566CD3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C3E021C-28B1-4EC3-ADB3-392A5568CFFB}"/>
                </a:ext>
              </a:extLst>
            </p:cNvPr>
            <p:cNvSpPr/>
            <p:nvPr/>
          </p:nvSpPr>
          <p:spPr>
            <a:xfrm>
              <a:off x="722238" y="3847064"/>
              <a:ext cx="323523" cy="219154"/>
            </a:xfrm>
            <a:custGeom>
              <a:avLst/>
              <a:gdLst>
                <a:gd name="connsiteX0" fmla="*/ 323523 w 323523"/>
                <a:gd name="connsiteY0" fmla="*/ 32431 h 219154"/>
                <a:gd name="connsiteX1" fmla="*/ 0 w 323523"/>
                <a:gd name="connsiteY1" fmla="*/ 219154 h 219154"/>
                <a:gd name="connsiteX2" fmla="*/ 0 w 323523"/>
                <a:gd name="connsiteY2" fmla="*/ 186920 h 219154"/>
                <a:gd name="connsiteX3" fmla="*/ 323523 w 323523"/>
                <a:gd name="connsiteY3" fmla="*/ 0 h 219154"/>
                <a:gd name="connsiteX4" fmla="*/ 323523 w 323523"/>
                <a:gd name="connsiteY4" fmla="*/ 32431 h 219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523" h="219154">
                  <a:moveTo>
                    <a:pt x="323523" y="32431"/>
                  </a:moveTo>
                  <a:lnTo>
                    <a:pt x="0" y="219154"/>
                  </a:lnTo>
                  <a:lnTo>
                    <a:pt x="0" y="186920"/>
                  </a:lnTo>
                  <a:lnTo>
                    <a:pt x="323523" y="0"/>
                  </a:lnTo>
                  <a:lnTo>
                    <a:pt x="323523" y="32431"/>
                  </a:lnTo>
                  <a:close/>
                </a:path>
              </a:pathLst>
            </a:custGeom>
            <a:solidFill>
              <a:srgbClr val="566CD3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4B7424-C47C-4E23-8753-A8241314BB2C}"/>
                </a:ext>
              </a:extLst>
            </p:cNvPr>
            <p:cNvSpPr/>
            <p:nvPr/>
          </p:nvSpPr>
          <p:spPr>
            <a:xfrm>
              <a:off x="794569" y="4436127"/>
              <a:ext cx="178861" cy="135620"/>
            </a:xfrm>
            <a:custGeom>
              <a:avLst/>
              <a:gdLst>
                <a:gd name="connsiteX0" fmla="*/ 178862 w 178861"/>
                <a:gd name="connsiteY0" fmla="*/ 32431 h 135620"/>
                <a:gd name="connsiteX1" fmla="*/ 0 w 178861"/>
                <a:gd name="connsiteY1" fmla="*/ 135620 h 135620"/>
                <a:gd name="connsiteX2" fmla="*/ 0 w 178861"/>
                <a:gd name="connsiteY2" fmla="*/ 103386 h 135620"/>
                <a:gd name="connsiteX3" fmla="*/ 178862 w 178861"/>
                <a:gd name="connsiteY3" fmla="*/ 0 h 135620"/>
                <a:gd name="connsiteX4" fmla="*/ 178862 w 178861"/>
                <a:gd name="connsiteY4" fmla="*/ 32431 h 13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61" h="135620">
                  <a:moveTo>
                    <a:pt x="178862" y="32431"/>
                  </a:moveTo>
                  <a:lnTo>
                    <a:pt x="0" y="135620"/>
                  </a:lnTo>
                  <a:lnTo>
                    <a:pt x="0" y="103386"/>
                  </a:lnTo>
                  <a:lnTo>
                    <a:pt x="178862" y="0"/>
                  </a:lnTo>
                  <a:lnTo>
                    <a:pt x="178862" y="32431"/>
                  </a:lnTo>
                  <a:close/>
                </a:path>
              </a:pathLst>
            </a:custGeom>
            <a:solidFill>
              <a:srgbClr val="566CD3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04A90DE1-6EFE-45F8-9A49-5973A4D56783}"/>
                </a:ext>
              </a:extLst>
            </p:cNvPr>
            <p:cNvSpPr/>
            <p:nvPr/>
          </p:nvSpPr>
          <p:spPr>
            <a:xfrm>
              <a:off x="739927" y="4559954"/>
              <a:ext cx="289716" cy="199499"/>
            </a:xfrm>
            <a:custGeom>
              <a:avLst/>
              <a:gdLst>
                <a:gd name="connsiteX0" fmla="*/ 289716 w 289716"/>
                <a:gd name="connsiteY0" fmla="*/ 32431 h 199499"/>
                <a:gd name="connsiteX1" fmla="*/ 0 w 289716"/>
                <a:gd name="connsiteY1" fmla="*/ 199499 h 199499"/>
                <a:gd name="connsiteX2" fmla="*/ 0 w 289716"/>
                <a:gd name="connsiteY2" fmla="*/ 167265 h 199499"/>
                <a:gd name="connsiteX3" fmla="*/ 289716 w 289716"/>
                <a:gd name="connsiteY3" fmla="*/ 0 h 199499"/>
                <a:gd name="connsiteX4" fmla="*/ 289716 w 289716"/>
                <a:gd name="connsiteY4" fmla="*/ 32431 h 199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716" h="199499">
                  <a:moveTo>
                    <a:pt x="289716" y="32431"/>
                  </a:moveTo>
                  <a:lnTo>
                    <a:pt x="0" y="199499"/>
                  </a:lnTo>
                  <a:lnTo>
                    <a:pt x="0" y="167265"/>
                  </a:lnTo>
                  <a:lnTo>
                    <a:pt x="289716" y="0"/>
                  </a:lnTo>
                  <a:lnTo>
                    <a:pt x="289716" y="32431"/>
                  </a:lnTo>
                  <a:close/>
                </a:path>
              </a:pathLst>
            </a:custGeom>
            <a:solidFill>
              <a:srgbClr val="566CD3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EE9402F-45EC-426E-83E4-9552453CA5BF}"/>
                </a:ext>
              </a:extLst>
            </p:cNvPr>
            <p:cNvSpPr/>
            <p:nvPr/>
          </p:nvSpPr>
          <p:spPr>
            <a:xfrm>
              <a:off x="486770" y="1527172"/>
              <a:ext cx="1294878" cy="746500"/>
            </a:xfrm>
            <a:custGeom>
              <a:avLst/>
              <a:gdLst>
                <a:gd name="connsiteX0" fmla="*/ 1294879 w 1294878"/>
                <a:gd name="connsiteY0" fmla="*/ 34003 h 746500"/>
                <a:gd name="connsiteX1" fmla="*/ 1236306 w 1294878"/>
                <a:gd name="connsiteY1" fmla="*/ 0 h 746500"/>
                <a:gd name="connsiteX2" fmla="*/ 0 w 1294878"/>
                <a:gd name="connsiteY2" fmla="*/ 712694 h 746500"/>
                <a:gd name="connsiteX3" fmla="*/ 58572 w 1294878"/>
                <a:gd name="connsiteY3" fmla="*/ 746501 h 746500"/>
                <a:gd name="connsiteX4" fmla="*/ 1294879 w 1294878"/>
                <a:gd name="connsiteY4" fmla="*/ 34003 h 74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4878" h="746500">
                  <a:moveTo>
                    <a:pt x="1294879" y="34003"/>
                  </a:moveTo>
                  <a:lnTo>
                    <a:pt x="1236306" y="0"/>
                  </a:lnTo>
                  <a:lnTo>
                    <a:pt x="0" y="712694"/>
                  </a:lnTo>
                  <a:lnTo>
                    <a:pt x="58572" y="746501"/>
                  </a:lnTo>
                  <a:lnTo>
                    <a:pt x="1294879" y="340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75A188E-1B9B-4A9E-8757-B5807F16B003}"/>
                </a:ext>
              </a:extLst>
            </p:cNvPr>
            <p:cNvSpPr/>
            <p:nvPr/>
          </p:nvSpPr>
          <p:spPr>
            <a:xfrm>
              <a:off x="486770" y="2239866"/>
              <a:ext cx="58572" cy="2928806"/>
            </a:xfrm>
            <a:custGeom>
              <a:avLst/>
              <a:gdLst>
                <a:gd name="connsiteX0" fmla="*/ 58572 w 58572"/>
                <a:gd name="connsiteY0" fmla="*/ 2928806 h 2928806"/>
                <a:gd name="connsiteX1" fmla="*/ 0 w 58572"/>
                <a:gd name="connsiteY1" fmla="*/ 2895000 h 2928806"/>
                <a:gd name="connsiteX2" fmla="*/ 0 w 58572"/>
                <a:gd name="connsiteY2" fmla="*/ 0 h 2928806"/>
                <a:gd name="connsiteX3" fmla="*/ 58572 w 58572"/>
                <a:gd name="connsiteY3" fmla="*/ 33807 h 2928806"/>
                <a:gd name="connsiteX4" fmla="*/ 58572 w 58572"/>
                <a:gd name="connsiteY4" fmla="*/ 2928806 h 292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572" h="2928806">
                  <a:moveTo>
                    <a:pt x="58572" y="2928806"/>
                  </a:moveTo>
                  <a:lnTo>
                    <a:pt x="0" y="2895000"/>
                  </a:lnTo>
                  <a:lnTo>
                    <a:pt x="0" y="0"/>
                  </a:lnTo>
                  <a:lnTo>
                    <a:pt x="58572" y="33807"/>
                  </a:lnTo>
                  <a:lnTo>
                    <a:pt x="58572" y="2928806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315CDB7-E9FB-4536-AC5D-41FEA9136140}"/>
                </a:ext>
              </a:extLst>
            </p:cNvPr>
            <p:cNvSpPr/>
            <p:nvPr/>
          </p:nvSpPr>
          <p:spPr>
            <a:xfrm>
              <a:off x="1163495" y="1803978"/>
              <a:ext cx="496291" cy="327045"/>
            </a:xfrm>
            <a:custGeom>
              <a:avLst/>
              <a:gdLst>
                <a:gd name="connsiteX0" fmla="*/ 473295 w 496291"/>
                <a:gd name="connsiteY0" fmla="*/ 64407 h 327045"/>
                <a:gd name="connsiteX1" fmla="*/ 22996 w 496291"/>
                <a:gd name="connsiteY1" fmla="*/ 324247 h 327045"/>
                <a:gd name="connsiteX2" fmla="*/ 0 w 496291"/>
                <a:gd name="connsiteY2" fmla="*/ 306754 h 327045"/>
                <a:gd name="connsiteX3" fmla="*/ 0 w 496291"/>
                <a:gd name="connsiteY3" fmla="*/ 306754 h 327045"/>
                <a:gd name="connsiteX4" fmla="*/ 22996 w 496291"/>
                <a:gd name="connsiteY4" fmla="*/ 262727 h 327045"/>
                <a:gd name="connsiteX5" fmla="*/ 473295 w 496291"/>
                <a:gd name="connsiteY5" fmla="*/ 2886 h 327045"/>
                <a:gd name="connsiteX6" fmla="*/ 496292 w 496291"/>
                <a:gd name="connsiteY6" fmla="*/ 20183 h 327045"/>
                <a:gd name="connsiteX7" fmla="*/ 496292 w 496291"/>
                <a:gd name="connsiteY7" fmla="*/ 20183 h 327045"/>
                <a:gd name="connsiteX8" fmla="*/ 473295 w 496291"/>
                <a:gd name="connsiteY8" fmla="*/ 64407 h 327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6291" h="327045">
                  <a:moveTo>
                    <a:pt x="473295" y="64407"/>
                  </a:moveTo>
                  <a:lnTo>
                    <a:pt x="22996" y="324247"/>
                  </a:lnTo>
                  <a:cubicBezTo>
                    <a:pt x="10417" y="331520"/>
                    <a:pt x="0" y="324247"/>
                    <a:pt x="0" y="306754"/>
                  </a:cubicBezTo>
                  <a:lnTo>
                    <a:pt x="0" y="306754"/>
                  </a:lnTo>
                  <a:cubicBezTo>
                    <a:pt x="322" y="289281"/>
                    <a:pt x="8841" y="272967"/>
                    <a:pt x="22996" y="262727"/>
                  </a:cubicBezTo>
                  <a:lnTo>
                    <a:pt x="473295" y="2886"/>
                  </a:lnTo>
                  <a:cubicBezTo>
                    <a:pt x="485874" y="-4583"/>
                    <a:pt x="496292" y="2886"/>
                    <a:pt x="496292" y="20183"/>
                  </a:cubicBezTo>
                  <a:lnTo>
                    <a:pt x="496292" y="20183"/>
                  </a:lnTo>
                  <a:cubicBezTo>
                    <a:pt x="496030" y="37735"/>
                    <a:pt x="487506" y="54108"/>
                    <a:pt x="473295" y="64407"/>
                  </a:cubicBezTo>
                  <a:close/>
                </a:path>
              </a:pathLst>
            </a:custGeom>
            <a:solidFill>
              <a:srgbClr val="FFA1D0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1106B7-F0F0-454A-B3A2-2C57C44EC6D1}"/>
                </a:ext>
              </a:extLst>
            </p:cNvPr>
            <p:cNvSpPr/>
            <p:nvPr/>
          </p:nvSpPr>
          <p:spPr>
            <a:xfrm>
              <a:off x="1163495" y="1943140"/>
              <a:ext cx="496291" cy="327129"/>
            </a:xfrm>
            <a:custGeom>
              <a:avLst/>
              <a:gdLst>
                <a:gd name="connsiteX0" fmla="*/ 473295 w 496291"/>
                <a:gd name="connsiteY0" fmla="*/ 64403 h 327129"/>
                <a:gd name="connsiteX1" fmla="*/ 22996 w 496291"/>
                <a:gd name="connsiteY1" fmla="*/ 324244 h 327129"/>
                <a:gd name="connsiteX2" fmla="*/ 0 w 496291"/>
                <a:gd name="connsiteY2" fmla="*/ 306947 h 327129"/>
                <a:gd name="connsiteX3" fmla="*/ 0 w 496291"/>
                <a:gd name="connsiteY3" fmla="*/ 306947 h 327129"/>
                <a:gd name="connsiteX4" fmla="*/ 22996 w 496291"/>
                <a:gd name="connsiteY4" fmla="*/ 262723 h 327129"/>
                <a:gd name="connsiteX5" fmla="*/ 473295 w 496291"/>
                <a:gd name="connsiteY5" fmla="*/ 2883 h 327129"/>
                <a:gd name="connsiteX6" fmla="*/ 496292 w 496291"/>
                <a:gd name="connsiteY6" fmla="*/ 20376 h 327129"/>
                <a:gd name="connsiteX7" fmla="*/ 496292 w 496291"/>
                <a:gd name="connsiteY7" fmla="*/ 20376 h 327129"/>
                <a:gd name="connsiteX8" fmla="*/ 473295 w 496291"/>
                <a:gd name="connsiteY8" fmla="*/ 64403 h 327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6291" h="327129">
                  <a:moveTo>
                    <a:pt x="473295" y="64403"/>
                  </a:moveTo>
                  <a:lnTo>
                    <a:pt x="22996" y="324244"/>
                  </a:lnTo>
                  <a:cubicBezTo>
                    <a:pt x="10417" y="331713"/>
                    <a:pt x="0" y="324244"/>
                    <a:pt x="0" y="306947"/>
                  </a:cubicBezTo>
                  <a:lnTo>
                    <a:pt x="0" y="306947"/>
                  </a:lnTo>
                  <a:cubicBezTo>
                    <a:pt x="261" y="289395"/>
                    <a:pt x="8786" y="273023"/>
                    <a:pt x="22996" y="262723"/>
                  </a:cubicBezTo>
                  <a:lnTo>
                    <a:pt x="473295" y="2883"/>
                  </a:lnTo>
                  <a:cubicBezTo>
                    <a:pt x="485874" y="-4586"/>
                    <a:pt x="496292" y="2883"/>
                    <a:pt x="496292" y="20376"/>
                  </a:cubicBezTo>
                  <a:lnTo>
                    <a:pt x="496292" y="20376"/>
                  </a:lnTo>
                  <a:cubicBezTo>
                    <a:pt x="495969" y="37849"/>
                    <a:pt x="487451" y="54163"/>
                    <a:pt x="473295" y="64403"/>
                  </a:cubicBezTo>
                  <a:close/>
                </a:path>
              </a:pathLst>
            </a:custGeom>
            <a:solidFill>
              <a:srgbClr val="FFA1D0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7BCEC4C8-9AE0-4AAB-B127-DE6D5B62FF26}"/>
                </a:ext>
              </a:extLst>
            </p:cNvPr>
            <p:cNvSpPr/>
            <p:nvPr/>
          </p:nvSpPr>
          <p:spPr>
            <a:xfrm>
              <a:off x="1163495" y="2081792"/>
              <a:ext cx="496291" cy="327154"/>
            </a:xfrm>
            <a:custGeom>
              <a:avLst/>
              <a:gdLst>
                <a:gd name="connsiteX0" fmla="*/ 473295 w 496291"/>
                <a:gd name="connsiteY0" fmla="*/ 64516 h 327154"/>
                <a:gd name="connsiteX1" fmla="*/ 22996 w 496291"/>
                <a:gd name="connsiteY1" fmla="*/ 324356 h 327154"/>
                <a:gd name="connsiteX2" fmla="*/ 0 w 496291"/>
                <a:gd name="connsiteY2" fmla="*/ 306863 h 327154"/>
                <a:gd name="connsiteX3" fmla="*/ 0 w 496291"/>
                <a:gd name="connsiteY3" fmla="*/ 306863 h 327154"/>
                <a:gd name="connsiteX4" fmla="*/ 22996 w 496291"/>
                <a:gd name="connsiteY4" fmla="*/ 262836 h 327154"/>
                <a:gd name="connsiteX5" fmla="*/ 473295 w 496291"/>
                <a:gd name="connsiteY5" fmla="*/ 2799 h 327154"/>
                <a:gd name="connsiteX6" fmla="*/ 496292 w 496291"/>
                <a:gd name="connsiteY6" fmla="*/ 20292 h 327154"/>
                <a:gd name="connsiteX7" fmla="*/ 496292 w 496291"/>
                <a:gd name="connsiteY7" fmla="*/ 20292 h 327154"/>
                <a:gd name="connsiteX8" fmla="*/ 473295 w 496291"/>
                <a:gd name="connsiteY8" fmla="*/ 64516 h 32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6291" h="327154">
                  <a:moveTo>
                    <a:pt x="473295" y="64516"/>
                  </a:moveTo>
                  <a:lnTo>
                    <a:pt x="22996" y="324356"/>
                  </a:lnTo>
                  <a:cubicBezTo>
                    <a:pt x="10417" y="331629"/>
                    <a:pt x="0" y="324356"/>
                    <a:pt x="0" y="306863"/>
                  </a:cubicBezTo>
                  <a:lnTo>
                    <a:pt x="0" y="306863"/>
                  </a:lnTo>
                  <a:cubicBezTo>
                    <a:pt x="322" y="289390"/>
                    <a:pt x="8841" y="273076"/>
                    <a:pt x="22996" y="262836"/>
                  </a:cubicBezTo>
                  <a:lnTo>
                    <a:pt x="473295" y="2799"/>
                  </a:lnTo>
                  <a:cubicBezTo>
                    <a:pt x="485874" y="-4474"/>
                    <a:pt x="496292" y="2799"/>
                    <a:pt x="496292" y="20292"/>
                  </a:cubicBezTo>
                  <a:lnTo>
                    <a:pt x="496292" y="20292"/>
                  </a:lnTo>
                  <a:cubicBezTo>
                    <a:pt x="495938" y="37805"/>
                    <a:pt x="487435" y="54158"/>
                    <a:pt x="473295" y="64516"/>
                  </a:cubicBezTo>
                  <a:close/>
                </a:path>
              </a:pathLst>
            </a:custGeom>
            <a:solidFill>
              <a:srgbClr val="FFA1D0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FB826E33-F9CC-4356-B393-F87FB3E96653}"/>
                </a:ext>
              </a:extLst>
            </p:cNvPr>
            <p:cNvSpPr/>
            <p:nvPr/>
          </p:nvSpPr>
          <p:spPr>
            <a:xfrm>
              <a:off x="1163495" y="2785051"/>
              <a:ext cx="496291" cy="327155"/>
            </a:xfrm>
            <a:custGeom>
              <a:avLst/>
              <a:gdLst>
                <a:gd name="connsiteX0" fmla="*/ 473295 w 496291"/>
                <a:gd name="connsiteY0" fmla="*/ 64516 h 327155"/>
                <a:gd name="connsiteX1" fmla="*/ 22996 w 496291"/>
                <a:gd name="connsiteY1" fmla="*/ 324356 h 327155"/>
                <a:gd name="connsiteX2" fmla="*/ 0 w 496291"/>
                <a:gd name="connsiteY2" fmla="*/ 306863 h 327155"/>
                <a:gd name="connsiteX3" fmla="*/ 0 w 496291"/>
                <a:gd name="connsiteY3" fmla="*/ 306863 h 327155"/>
                <a:gd name="connsiteX4" fmla="*/ 22996 w 496291"/>
                <a:gd name="connsiteY4" fmla="*/ 262836 h 327155"/>
                <a:gd name="connsiteX5" fmla="*/ 473295 w 496291"/>
                <a:gd name="connsiteY5" fmla="*/ 2799 h 327155"/>
                <a:gd name="connsiteX6" fmla="*/ 496292 w 496291"/>
                <a:gd name="connsiteY6" fmla="*/ 20292 h 327155"/>
                <a:gd name="connsiteX7" fmla="*/ 496292 w 496291"/>
                <a:gd name="connsiteY7" fmla="*/ 20292 h 327155"/>
                <a:gd name="connsiteX8" fmla="*/ 473295 w 496291"/>
                <a:gd name="connsiteY8" fmla="*/ 64516 h 32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6291" h="327155">
                  <a:moveTo>
                    <a:pt x="473295" y="64516"/>
                  </a:moveTo>
                  <a:lnTo>
                    <a:pt x="22996" y="324356"/>
                  </a:lnTo>
                  <a:cubicBezTo>
                    <a:pt x="10417" y="331629"/>
                    <a:pt x="0" y="324356"/>
                    <a:pt x="0" y="306863"/>
                  </a:cubicBezTo>
                  <a:lnTo>
                    <a:pt x="0" y="306863"/>
                  </a:lnTo>
                  <a:cubicBezTo>
                    <a:pt x="322" y="289390"/>
                    <a:pt x="8841" y="273076"/>
                    <a:pt x="22996" y="262836"/>
                  </a:cubicBezTo>
                  <a:lnTo>
                    <a:pt x="473295" y="2799"/>
                  </a:lnTo>
                  <a:cubicBezTo>
                    <a:pt x="485874" y="-4474"/>
                    <a:pt x="496292" y="2799"/>
                    <a:pt x="496292" y="20292"/>
                  </a:cubicBezTo>
                  <a:lnTo>
                    <a:pt x="496292" y="20292"/>
                  </a:lnTo>
                  <a:cubicBezTo>
                    <a:pt x="495938" y="37805"/>
                    <a:pt x="487435" y="54158"/>
                    <a:pt x="473295" y="64516"/>
                  </a:cubicBezTo>
                  <a:close/>
                </a:path>
              </a:pathLst>
            </a:custGeom>
            <a:solidFill>
              <a:srgbClr val="FFA1D0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4E0F258-FFF4-461B-BD58-2CDDF46802AA}"/>
                </a:ext>
              </a:extLst>
            </p:cNvPr>
            <p:cNvSpPr/>
            <p:nvPr/>
          </p:nvSpPr>
          <p:spPr>
            <a:xfrm>
              <a:off x="1163495" y="2924319"/>
              <a:ext cx="496291" cy="327129"/>
            </a:xfrm>
            <a:custGeom>
              <a:avLst/>
              <a:gdLst>
                <a:gd name="connsiteX0" fmla="*/ 473295 w 496291"/>
                <a:gd name="connsiteY0" fmla="*/ 64407 h 327129"/>
                <a:gd name="connsiteX1" fmla="*/ 22996 w 496291"/>
                <a:gd name="connsiteY1" fmla="*/ 324247 h 327129"/>
                <a:gd name="connsiteX2" fmla="*/ 0 w 496291"/>
                <a:gd name="connsiteY2" fmla="*/ 306754 h 327129"/>
                <a:gd name="connsiteX3" fmla="*/ 0 w 496291"/>
                <a:gd name="connsiteY3" fmla="*/ 306754 h 327129"/>
                <a:gd name="connsiteX4" fmla="*/ 22996 w 496291"/>
                <a:gd name="connsiteY4" fmla="*/ 262727 h 327129"/>
                <a:gd name="connsiteX5" fmla="*/ 473295 w 496291"/>
                <a:gd name="connsiteY5" fmla="*/ 2886 h 327129"/>
                <a:gd name="connsiteX6" fmla="*/ 496292 w 496291"/>
                <a:gd name="connsiteY6" fmla="*/ 20183 h 327129"/>
                <a:gd name="connsiteX7" fmla="*/ 496292 w 496291"/>
                <a:gd name="connsiteY7" fmla="*/ 20183 h 327129"/>
                <a:gd name="connsiteX8" fmla="*/ 473295 w 496291"/>
                <a:gd name="connsiteY8" fmla="*/ 64407 h 327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6291" h="327129">
                  <a:moveTo>
                    <a:pt x="473295" y="64407"/>
                  </a:moveTo>
                  <a:lnTo>
                    <a:pt x="22996" y="324247"/>
                  </a:lnTo>
                  <a:cubicBezTo>
                    <a:pt x="10417" y="331716"/>
                    <a:pt x="0" y="324247"/>
                    <a:pt x="0" y="306754"/>
                  </a:cubicBezTo>
                  <a:lnTo>
                    <a:pt x="0" y="306754"/>
                  </a:lnTo>
                  <a:cubicBezTo>
                    <a:pt x="322" y="289281"/>
                    <a:pt x="8841" y="272967"/>
                    <a:pt x="22996" y="262727"/>
                  </a:cubicBezTo>
                  <a:lnTo>
                    <a:pt x="473295" y="2886"/>
                  </a:lnTo>
                  <a:cubicBezTo>
                    <a:pt x="485874" y="-4583"/>
                    <a:pt x="496292" y="2886"/>
                    <a:pt x="496292" y="20183"/>
                  </a:cubicBezTo>
                  <a:lnTo>
                    <a:pt x="496292" y="20183"/>
                  </a:lnTo>
                  <a:cubicBezTo>
                    <a:pt x="496030" y="37735"/>
                    <a:pt x="487506" y="54107"/>
                    <a:pt x="473295" y="64407"/>
                  </a:cubicBezTo>
                  <a:close/>
                </a:path>
              </a:pathLst>
            </a:custGeom>
            <a:solidFill>
              <a:srgbClr val="FFA1D0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BA10CCBD-C460-4CBE-8F1B-E6B89E12D120}"/>
                </a:ext>
              </a:extLst>
            </p:cNvPr>
            <p:cNvSpPr/>
            <p:nvPr/>
          </p:nvSpPr>
          <p:spPr>
            <a:xfrm>
              <a:off x="1163495" y="3062974"/>
              <a:ext cx="496291" cy="327155"/>
            </a:xfrm>
            <a:custGeom>
              <a:avLst/>
              <a:gdLst>
                <a:gd name="connsiteX0" fmla="*/ 473295 w 496291"/>
                <a:gd name="connsiteY0" fmla="*/ 64516 h 327155"/>
                <a:gd name="connsiteX1" fmla="*/ 22996 w 496291"/>
                <a:gd name="connsiteY1" fmla="*/ 324356 h 327155"/>
                <a:gd name="connsiteX2" fmla="*/ 0 w 496291"/>
                <a:gd name="connsiteY2" fmla="*/ 306863 h 327155"/>
                <a:gd name="connsiteX3" fmla="*/ 0 w 496291"/>
                <a:gd name="connsiteY3" fmla="*/ 306863 h 327155"/>
                <a:gd name="connsiteX4" fmla="*/ 22996 w 496291"/>
                <a:gd name="connsiteY4" fmla="*/ 262836 h 327155"/>
                <a:gd name="connsiteX5" fmla="*/ 473295 w 496291"/>
                <a:gd name="connsiteY5" fmla="*/ 2799 h 327155"/>
                <a:gd name="connsiteX6" fmla="*/ 496292 w 496291"/>
                <a:gd name="connsiteY6" fmla="*/ 20292 h 327155"/>
                <a:gd name="connsiteX7" fmla="*/ 496292 w 496291"/>
                <a:gd name="connsiteY7" fmla="*/ 20292 h 327155"/>
                <a:gd name="connsiteX8" fmla="*/ 473295 w 496291"/>
                <a:gd name="connsiteY8" fmla="*/ 64516 h 32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6291" h="327155">
                  <a:moveTo>
                    <a:pt x="473295" y="64516"/>
                  </a:moveTo>
                  <a:lnTo>
                    <a:pt x="22996" y="324356"/>
                  </a:lnTo>
                  <a:cubicBezTo>
                    <a:pt x="10417" y="331629"/>
                    <a:pt x="0" y="324356"/>
                    <a:pt x="0" y="306863"/>
                  </a:cubicBezTo>
                  <a:lnTo>
                    <a:pt x="0" y="306863"/>
                  </a:lnTo>
                  <a:cubicBezTo>
                    <a:pt x="322" y="289390"/>
                    <a:pt x="8841" y="273076"/>
                    <a:pt x="22996" y="262836"/>
                  </a:cubicBezTo>
                  <a:lnTo>
                    <a:pt x="473295" y="2799"/>
                  </a:lnTo>
                  <a:cubicBezTo>
                    <a:pt x="485874" y="-4474"/>
                    <a:pt x="496292" y="2799"/>
                    <a:pt x="496292" y="20292"/>
                  </a:cubicBezTo>
                  <a:lnTo>
                    <a:pt x="496292" y="20292"/>
                  </a:lnTo>
                  <a:cubicBezTo>
                    <a:pt x="495938" y="37805"/>
                    <a:pt x="487435" y="54158"/>
                    <a:pt x="473295" y="64516"/>
                  </a:cubicBezTo>
                  <a:close/>
                </a:path>
              </a:pathLst>
            </a:custGeom>
            <a:solidFill>
              <a:srgbClr val="FFA1D0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C14AD58-BB72-44ED-9ABB-67A06D7820C4}"/>
                </a:ext>
              </a:extLst>
            </p:cNvPr>
            <p:cNvSpPr/>
            <p:nvPr/>
          </p:nvSpPr>
          <p:spPr>
            <a:xfrm>
              <a:off x="1163495" y="2218835"/>
              <a:ext cx="496291" cy="736083"/>
            </a:xfrm>
            <a:custGeom>
              <a:avLst/>
              <a:gdLst>
                <a:gd name="connsiteX0" fmla="*/ 496292 w 496291"/>
                <a:gd name="connsiteY0" fmla="*/ 449512 h 736083"/>
                <a:gd name="connsiteX1" fmla="*/ 0 w 496291"/>
                <a:gd name="connsiteY1" fmla="*/ 736083 h 736083"/>
                <a:gd name="connsiteX2" fmla="*/ 0 w 496291"/>
                <a:gd name="connsiteY2" fmla="*/ 286571 h 736083"/>
                <a:gd name="connsiteX3" fmla="*/ 496292 w 496291"/>
                <a:gd name="connsiteY3" fmla="*/ 0 h 736083"/>
                <a:gd name="connsiteX4" fmla="*/ 496292 w 496291"/>
                <a:gd name="connsiteY4" fmla="*/ 449512 h 736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291" h="736083">
                  <a:moveTo>
                    <a:pt x="496292" y="449512"/>
                  </a:moveTo>
                  <a:lnTo>
                    <a:pt x="0" y="736083"/>
                  </a:lnTo>
                  <a:lnTo>
                    <a:pt x="0" y="286571"/>
                  </a:lnTo>
                  <a:lnTo>
                    <a:pt x="496292" y="0"/>
                  </a:lnTo>
                  <a:lnTo>
                    <a:pt x="496292" y="449512"/>
                  </a:ln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BC110C5-CEC3-4A40-BE13-CBE54F1C8B30}"/>
                </a:ext>
              </a:extLst>
            </p:cNvPr>
            <p:cNvSpPr/>
            <p:nvPr/>
          </p:nvSpPr>
          <p:spPr>
            <a:xfrm>
              <a:off x="1163495" y="3623388"/>
              <a:ext cx="496291" cy="600856"/>
            </a:xfrm>
            <a:custGeom>
              <a:avLst/>
              <a:gdLst>
                <a:gd name="connsiteX0" fmla="*/ 496292 w 496291"/>
                <a:gd name="connsiteY0" fmla="*/ 314285 h 600856"/>
                <a:gd name="connsiteX1" fmla="*/ 0 w 496291"/>
                <a:gd name="connsiteY1" fmla="*/ 600857 h 600856"/>
                <a:gd name="connsiteX2" fmla="*/ 0 w 496291"/>
                <a:gd name="connsiteY2" fmla="*/ 286571 h 600856"/>
                <a:gd name="connsiteX3" fmla="*/ 496292 w 496291"/>
                <a:gd name="connsiteY3" fmla="*/ 0 h 600856"/>
                <a:gd name="connsiteX4" fmla="*/ 496292 w 496291"/>
                <a:gd name="connsiteY4" fmla="*/ 314285 h 600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291" h="600856">
                  <a:moveTo>
                    <a:pt x="496292" y="314285"/>
                  </a:moveTo>
                  <a:lnTo>
                    <a:pt x="0" y="600857"/>
                  </a:lnTo>
                  <a:lnTo>
                    <a:pt x="0" y="286571"/>
                  </a:lnTo>
                  <a:lnTo>
                    <a:pt x="496292" y="0"/>
                  </a:lnTo>
                  <a:lnTo>
                    <a:pt x="496292" y="314285"/>
                  </a:ln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5C8892C8-F392-4184-B2F9-058DFE963D08}"/>
                </a:ext>
              </a:extLst>
            </p:cNvPr>
            <p:cNvSpPr/>
            <p:nvPr/>
          </p:nvSpPr>
          <p:spPr>
            <a:xfrm>
              <a:off x="1163495" y="3204098"/>
              <a:ext cx="496291" cy="327154"/>
            </a:xfrm>
            <a:custGeom>
              <a:avLst/>
              <a:gdLst>
                <a:gd name="connsiteX0" fmla="*/ 473295 w 496291"/>
                <a:gd name="connsiteY0" fmla="*/ 64516 h 327154"/>
                <a:gd name="connsiteX1" fmla="*/ 22996 w 496291"/>
                <a:gd name="connsiteY1" fmla="*/ 324356 h 327154"/>
                <a:gd name="connsiteX2" fmla="*/ 0 w 496291"/>
                <a:gd name="connsiteY2" fmla="*/ 306863 h 327154"/>
                <a:gd name="connsiteX3" fmla="*/ 0 w 496291"/>
                <a:gd name="connsiteY3" fmla="*/ 306863 h 327154"/>
                <a:gd name="connsiteX4" fmla="*/ 22996 w 496291"/>
                <a:gd name="connsiteY4" fmla="*/ 262836 h 327154"/>
                <a:gd name="connsiteX5" fmla="*/ 473295 w 496291"/>
                <a:gd name="connsiteY5" fmla="*/ 2799 h 327154"/>
                <a:gd name="connsiteX6" fmla="*/ 496292 w 496291"/>
                <a:gd name="connsiteY6" fmla="*/ 20292 h 327154"/>
                <a:gd name="connsiteX7" fmla="*/ 496292 w 496291"/>
                <a:gd name="connsiteY7" fmla="*/ 20292 h 327154"/>
                <a:gd name="connsiteX8" fmla="*/ 473295 w 496291"/>
                <a:gd name="connsiteY8" fmla="*/ 64516 h 32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6291" h="327154">
                  <a:moveTo>
                    <a:pt x="473295" y="64516"/>
                  </a:moveTo>
                  <a:lnTo>
                    <a:pt x="22996" y="324356"/>
                  </a:lnTo>
                  <a:cubicBezTo>
                    <a:pt x="10417" y="331628"/>
                    <a:pt x="0" y="324356"/>
                    <a:pt x="0" y="306863"/>
                  </a:cubicBezTo>
                  <a:lnTo>
                    <a:pt x="0" y="306863"/>
                  </a:lnTo>
                  <a:cubicBezTo>
                    <a:pt x="322" y="289390"/>
                    <a:pt x="8841" y="273076"/>
                    <a:pt x="22996" y="262836"/>
                  </a:cubicBezTo>
                  <a:lnTo>
                    <a:pt x="473295" y="2799"/>
                  </a:lnTo>
                  <a:cubicBezTo>
                    <a:pt x="485874" y="-4474"/>
                    <a:pt x="496292" y="2799"/>
                    <a:pt x="496292" y="20292"/>
                  </a:cubicBezTo>
                  <a:lnTo>
                    <a:pt x="496292" y="20292"/>
                  </a:lnTo>
                  <a:cubicBezTo>
                    <a:pt x="495938" y="37805"/>
                    <a:pt x="487435" y="54157"/>
                    <a:pt x="473295" y="64516"/>
                  </a:cubicBezTo>
                  <a:close/>
                </a:path>
              </a:pathLst>
            </a:custGeom>
            <a:solidFill>
              <a:srgbClr val="FFA1D0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6AB2927-B8A7-471D-895B-6DD9F57F8A4F}"/>
                </a:ext>
              </a:extLst>
            </p:cNvPr>
            <p:cNvSpPr/>
            <p:nvPr/>
          </p:nvSpPr>
          <p:spPr>
            <a:xfrm>
              <a:off x="1163495" y="3343365"/>
              <a:ext cx="496291" cy="327130"/>
            </a:xfrm>
            <a:custGeom>
              <a:avLst/>
              <a:gdLst>
                <a:gd name="connsiteX0" fmla="*/ 473295 w 496291"/>
                <a:gd name="connsiteY0" fmla="*/ 64407 h 327130"/>
                <a:gd name="connsiteX1" fmla="*/ 22996 w 496291"/>
                <a:gd name="connsiteY1" fmla="*/ 324247 h 327130"/>
                <a:gd name="connsiteX2" fmla="*/ 0 w 496291"/>
                <a:gd name="connsiteY2" fmla="*/ 306754 h 327130"/>
                <a:gd name="connsiteX3" fmla="*/ 0 w 496291"/>
                <a:gd name="connsiteY3" fmla="*/ 306754 h 327130"/>
                <a:gd name="connsiteX4" fmla="*/ 22996 w 496291"/>
                <a:gd name="connsiteY4" fmla="*/ 262727 h 327130"/>
                <a:gd name="connsiteX5" fmla="*/ 473295 w 496291"/>
                <a:gd name="connsiteY5" fmla="*/ 2886 h 327130"/>
                <a:gd name="connsiteX6" fmla="*/ 496292 w 496291"/>
                <a:gd name="connsiteY6" fmla="*/ 20183 h 327130"/>
                <a:gd name="connsiteX7" fmla="*/ 496292 w 496291"/>
                <a:gd name="connsiteY7" fmla="*/ 20183 h 327130"/>
                <a:gd name="connsiteX8" fmla="*/ 473295 w 496291"/>
                <a:gd name="connsiteY8" fmla="*/ 64407 h 327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6291" h="327130">
                  <a:moveTo>
                    <a:pt x="473295" y="64407"/>
                  </a:moveTo>
                  <a:lnTo>
                    <a:pt x="22996" y="324247"/>
                  </a:lnTo>
                  <a:cubicBezTo>
                    <a:pt x="10417" y="331716"/>
                    <a:pt x="0" y="324247"/>
                    <a:pt x="0" y="306754"/>
                  </a:cubicBezTo>
                  <a:lnTo>
                    <a:pt x="0" y="306754"/>
                  </a:lnTo>
                  <a:cubicBezTo>
                    <a:pt x="322" y="289281"/>
                    <a:pt x="8841" y="272967"/>
                    <a:pt x="22996" y="262727"/>
                  </a:cubicBezTo>
                  <a:lnTo>
                    <a:pt x="473295" y="2886"/>
                  </a:lnTo>
                  <a:cubicBezTo>
                    <a:pt x="485874" y="-4583"/>
                    <a:pt x="496292" y="2886"/>
                    <a:pt x="496292" y="20183"/>
                  </a:cubicBezTo>
                  <a:lnTo>
                    <a:pt x="496292" y="20183"/>
                  </a:lnTo>
                  <a:cubicBezTo>
                    <a:pt x="496030" y="37735"/>
                    <a:pt x="487506" y="54127"/>
                    <a:pt x="473295" y="64407"/>
                  </a:cubicBezTo>
                  <a:close/>
                </a:path>
              </a:pathLst>
            </a:custGeom>
            <a:solidFill>
              <a:srgbClr val="FFA1D0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18E92761-840A-442E-9C0C-F38CD9FDD1AF}"/>
                </a:ext>
              </a:extLst>
            </p:cNvPr>
            <p:cNvSpPr/>
            <p:nvPr/>
          </p:nvSpPr>
          <p:spPr>
            <a:xfrm>
              <a:off x="1163495" y="3482611"/>
              <a:ext cx="496291" cy="327154"/>
            </a:xfrm>
            <a:custGeom>
              <a:avLst/>
              <a:gdLst>
                <a:gd name="connsiteX0" fmla="*/ 473295 w 496291"/>
                <a:gd name="connsiteY0" fmla="*/ 63926 h 327154"/>
                <a:gd name="connsiteX1" fmla="*/ 22996 w 496291"/>
                <a:gd name="connsiteY1" fmla="*/ 324356 h 327154"/>
                <a:gd name="connsiteX2" fmla="*/ 0 w 496291"/>
                <a:gd name="connsiteY2" fmla="*/ 306863 h 327154"/>
                <a:gd name="connsiteX3" fmla="*/ 0 w 496291"/>
                <a:gd name="connsiteY3" fmla="*/ 306863 h 327154"/>
                <a:gd name="connsiteX4" fmla="*/ 22996 w 496291"/>
                <a:gd name="connsiteY4" fmla="*/ 262836 h 327154"/>
                <a:gd name="connsiteX5" fmla="*/ 473295 w 496291"/>
                <a:gd name="connsiteY5" fmla="*/ 2799 h 327154"/>
                <a:gd name="connsiteX6" fmla="*/ 496292 w 496291"/>
                <a:gd name="connsiteY6" fmla="*/ 20292 h 327154"/>
                <a:gd name="connsiteX7" fmla="*/ 496292 w 496291"/>
                <a:gd name="connsiteY7" fmla="*/ 20292 h 327154"/>
                <a:gd name="connsiteX8" fmla="*/ 473295 w 496291"/>
                <a:gd name="connsiteY8" fmla="*/ 63926 h 32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6291" h="327154">
                  <a:moveTo>
                    <a:pt x="473295" y="63926"/>
                  </a:moveTo>
                  <a:lnTo>
                    <a:pt x="22996" y="324356"/>
                  </a:lnTo>
                  <a:cubicBezTo>
                    <a:pt x="10417" y="331628"/>
                    <a:pt x="0" y="324356"/>
                    <a:pt x="0" y="306863"/>
                  </a:cubicBezTo>
                  <a:lnTo>
                    <a:pt x="0" y="306863"/>
                  </a:lnTo>
                  <a:cubicBezTo>
                    <a:pt x="322" y="289390"/>
                    <a:pt x="8841" y="273076"/>
                    <a:pt x="22996" y="262836"/>
                  </a:cubicBezTo>
                  <a:lnTo>
                    <a:pt x="473295" y="2799"/>
                  </a:lnTo>
                  <a:cubicBezTo>
                    <a:pt x="485874" y="-4474"/>
                    <a:pt x="496292" y="2799"/>
                    <a:pt x="496292" y="20292"/>
                  </a:cubicBezTo>
                  <a:lnTo>
                    <a:pt x="496292" y="20292"/>
                  </a:lnTo>
                  <a:cubicBezTo>
                    <a:pt x="495757" y="37608"/>
                    <a:pt x="487274" y="53705"/>
                    <a:pt x="473295" y="63926"/>
                  </a:cubicBezTo>
                  <a:close/>
                </a:path>
              </a:pathLst>
            </a:custGeom>
            <a:solidFill>
              <a:srgbClr val="FFA1D0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0672770-1920-4E22-A637-22BF331B670F}"/>
                </a:ext>
              </a:extLst>
            </p:cNvPr>
            <p:cNvSpPr/>
            <p:nvPr/>
          </p:nvSpPr>
          <p:spPr>
            <a:xfrm>
              <a:off x="1163495" y="4041602"/>
              <a:ext cx="496291" cy="327045"/>
            </a:xfrm>
            <a:custGeom>
              <a:avLst/>
              <a:gdLst>
                <a:gd name="connsiteX0" fmla="*/ 473295 w 496291"/>
                <a:gd name="connsiteY0" fmla="*/ 64319 h 327045"/>
                <a:gd name="connsiteX1" fmla="*/ 22996 w 496291"/>
                <a:gd name="connsiteY1" fmla="*/ 324159 h 327045"/>
                <a:gd name="connsiteX2" fmla="*/ 0 w 496291"/>
                <a:gd name="connsiteY2" fmla="*/ 306863 h 327045"/>
                <a:gd name="connsiteX3" fmla="*/ 0 w 496291"/>
                <a:gd name="connsiteY3" fmla="*/ 306863 h 327045"/>
                <a:gd name="connsiteX4" fmla="*/ 22996 w 496291"/>
                <a:gd name="connsiteY4" fmla="*/ 262639 h 327045"/>
                <a:gd name="connsiteX5" fmla="*/ 473295 w 496291"/>
                <a:gd name="connsiteY5" fmla="*/ 2799 h 327045"/>
                <a:gd name="connsiteX6" fmla="*/ 496292 w 496291"/>
                <a:gd name="connsiteY6" fmla="*/ 20292 h 327045"/>
                <a:gd name="connsiteX7" fmla="*/ 496292 w 496291"/>
                <a:gd name="connsiteY7" fmla="*/ 20292 h 327045"/>
                <a:gd name="connsiteX8" fmla="*/ 473295 w 496291"/>
                <a:gd name="connsiteY8" fmla="*/ 64319 h 327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6291" h="327045">
                  <a:moveTo>
                    <a:pt x="473295" y="64319"/>
                  </a:moveTo>
                  <a:lnTo>
                    <a:pt x="22996" y="324159"/>
                  </a:lnTo>
                  <a:cubicBezTo>
                    <a:pt x="10417" y="331628"/>
                    <a:pt x="0" y="324159"/>
                    <a:pt x="0" y="306863"/>
                  </a:cubicBezTo>
                  <a:lnTo>
                    <a:pt x="0" y="306863"/>
                  </a:lnTo>
                  <a:cubicBezTo>
                    <a:pt x="354" y="289350"/>
                    <a:pt x="8857" y="272997"/>
                    <a:pt x="22996" y="262639"/>
                  </a:cubicBezTo>
                  <a:lnTo>
                    <a:pt x="473295" y="2799"/>
                  </a:lnTo>
                  <a:cubicBezTo>
                    <a:pt x="485874" y="-4474"/>
                    <a:pt x="496292" y="2799"/>
                    <a:pt x="496292" y="20292"/>
                  </a:cubicBezTo>
                  <a:lnTo>
                    <a:pt x="496292" y="20292"/>
                  </a:lnTo>
                  <a:cubicBezTo>
                    <a:pt x="495969" y="37765"/>
                    <a:pt x="487451" y="54079"/>
                    <a:pt x="473295" y="64319"/>
                  </a:cubicBezTo>
                  <a:close/>
                </a:path>
              </a:pathLst>
            </a:custGeom>
            <a:solidFill>
              <a:srgbClr val="FFA1D0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B77F1CD-BE76-41BF-BD3E-674178FE6D01}"/>
                </a:ext>
              </a:extLst>
            </p:cNvPr>
            <p:cNvSpPr/>
            <p:nvPr/>
          </p:nvSpPr>
          <p:spPr>
            <a:xfrm>
              <a:off x="1163495" y="4180760"/>
              <a:ext cx="496291" cy="327155"/>
            </a:xfrm>
            <a:custGeom>
              <a:avLst/>
              <a:gdLst>
                <a:gd name="connsiteX0" fmla="*/ 473295 w 496291"/>
                <a:gd name="connsiteY0" fmla="*/ 64319 h 327155"/>
                <a:gd name="connsiteX1" fmla="*/ 22996 w 496291"/>
                <a:gd name="connsiteY1" fmla="*/ 324356 h 327155"/>
                <a:gd name="connsiteX2" fmla="*/ 0 w 496291"/>
                <a:gd name="connsiteY2" fmla="*/ 306863 h 327155"/>
                <a:gd name="connsiteX3" fmla="*/ 0 w 496291"/>
                <a:gd name="connsiteY3" fmla="*/ 306863 h 327155"/>
                <a:gd name="connsiteX4" fmla="*/ 22996 w 496291"/>
                <a:gd name="connsiteY4" fmla="*/ 262639 h 327155"/>
                <a:gd name="connsiteX5" fmla="*/ 473295 w 496291"/>
                <a:gd name="connsiteY5" fmla="*/ 2799 h 327155"/>
                <a:gd name="connsiteX6" fmla="*/ 496292 w 496291"/>
                <a:gd name="connsiteY6" fmla="*/ 20292 h 327155"/>
                <a:gd name="connsiteX7" fmla="*/ 496292 w 496291"/>
                <a:gd name="connsiteY7" fmla="*/ 20292 h 327155"/>
                <a:gd name="connsiteX8" fmla="*/ 473295 w 496291"/>
                <a:gd name="connsiteY8" fmla="*/ 64319 h 32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6291" h="327155">
                  <a:moveTo>
                    <a:pt x="473295" y="64319"/>
                  </a:moveTo>
                  <a:lnTo>
                    <a:pt x="22996" y="324356"/>
                  </a:lnTo>
                  <a:cubicBezTo>
                    <a:pt x="10417" y="331629"/>
                    <a:pt x="0" y="324356"/>
                    <a:pt x="0" y="306863"/>
                  </a:cubicBezTo>
                  <a:lnTo>
                    <a:pt x="0" y="306863"/>
                  </a:lnTo>
                  <a:cubicBezTo>
                    <a:pt x="354" y="289350"/>
                    <a:pt x="8857" y="272997"/>
                    <a:pt x="22996" y="262639"/>
                  </a:cubicBezTo>
                  <a:lnTo>
                    <a:pt x="473295" y="2799"/>
                  </a:lnTo>
                  <a:cubicBezTo>
                    <a:pt x="485874" y="-4474"/>
                    <a:pt x="496292" y="2799"/>
                    <a:pt x="496292" y="20292"/>
                  </a:cubicBezTo>
                  <a:lnTo>
                    <a:pt x="496292" y="20292"/>
                  </a:lnTo>
                  <a:cubicBezTo>
                    <a:pt x="495969" y="37765"/>
                    <a:pt x="487451" y="54079"/>
                    <a:pt x="473295" y="64319"/>
                  </a:cubicBezTo>
                  <a:close/>
                </a:path>
              </a:pathLst>
            </a:custGeom>
            <a:solidFill>
              <a:srgbClr val="FFA1D0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71DBD6C6-88E5-446C-9DD0-0B11890D1D0D}"/>
                </a:ext>
              </a:extLst>
            </p:cNvPr>
            <p:cNvSpPr/>
            <p:nvPr/>
          </p:nvSpPr>
          <p:spPr>
            <a:xfrm>
              <a:off x="1163495" y="4319441"/>
              <a:ext cx="496291" cy="327130"/>
            </a:xfrm>
            <a:custGeom>
              <a:avLst/>
              <a:gdLst>
                <a:gd name="connsiteX0" fmla="*/ 473295 w 496291"/>
                <a:gd name="connsiteY0" fmla="*/ 64403 h 327130"/>
                <a:gd name="connsiteX1" fmla="*/ 22996 w 496291"/>
                <a:gd name="connsiteY1" fmla="*/ 324244 h 327130"/>
                <a:gd name="connsiteX2" fmla="*/ 0 w 496291"/>
                <a:gd name="connsiteY2" fmla="*/ 306947 h 327130"/>
                <a:gd name="connsiteX3" fmla="*/ 0 w 496291"/>
                <a:gd name="connsiteY3" fmla="*/ 306947 h 327130"/>
                <a:gd name="connsiteX4" fmla="*/ 22996 w 496291"/>
                <a:gd name="connsiteY4" fmla="*/ 262723 h 327130"/>
                <a:gd name="connsiteX5" fmla="*/ 473295 w 496291"/>
                <a:gd name="connsiteY5" fmla="*/ 2883 h 327130"/>
                <a:gd name="connsiteX6" fmla="*/ 496292 w 496291"/>
                <a:gd name="connsiteY6" fmla="*/ 20376 h 327130"/>
                <a:gd name="connsiteX7" fmla="*/ 496292 w 496291"/>
                <a:gd name="connsiteY7" fmla="*/ 20376 h 327130"/>
                <a:gd name="connsiteX8" fmla="*/ 473295 w 496291"/>
                <a:gd name="connsiteY8" fmla="*/ 64403 h 327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6291" h="327130">
                  <a:moveTo>
                    <a:pt x="473295" y="64403"/>
                  </a:moveTo>
                  <a:lnTo>
                    <a:pt x="22996" y="324244"/>
                  </a:lnTo>
                  <a:cubicBezTo>
                    <a:pt x="10417" y="331713"/>
                    <a:pt x="0" y="324244"/>
                    <a:pt x="0" y="306947"/>
                  </a:cubicBezTo>
                  <a:lnTo>
                    <a:pt x="0" y="306947"/>
                  </a:lnTo>
                  <a:cubicBezTo>
                    <a:pt x="261" y="289395"/>
                    <a:pt x="8786" y="273023"/>
                    <a:pt x="22996" y="262723"/>
                  </a:cubicBezTo>
                  <a:lnTo>
                    <a:pt x="473295" y="2883"/>
                  </a:lnTo>
                  <a:cubicBezTo>
                    <a:pt x="485874" y="-4586"/>
                    <a:pt x="496292" y="2883"/>
                    <a:pt x="496292" y="20376"/>
                  </a:cubicBezTo>
                  <a:lnTo>
                    <a:pt x="496292" y="20376"/>
                  </a:lnTo>
                  <a:cubicBezTo>
                    <a:pt x="495969" y="37849"/>
                    <a:pt x="487451" y="54163"/>
                    <a:pt x="473295" y="64403"/>
                  </a:cubicBezTo>
                  <a:close/>
                </a:path>
              </a:pathLst>
            </a:custGeom>
            <a:solidFill>
              <a:srgbClr val="FFA1D0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D9BC428F-808C-4624-9301-EB24CDA9E09C}"/>
                </a:ext>
              </a:extLst>
            </p:cNvPr>
            <p:cNvSpPr/>
            <p:nvPr/>
          </p:nvSpPr>
          <p:spPr>
            <a:xfrm>
              <a:off x="1319939" y="2255444"/>
              <a:ext cx="911320" cy="1078228"/>
            </a:xfrm>
            <a:custGeom>
              <a:avLst/>
              <a:gdLst>
                <a:gd name="connsiteX0" fmla="*/ 885473 w 911320"/>
                <a:gd name="connsiteY0" fmla="*/ 83680 h 1078228"/>
                <a:gd name="connsiteX1" fmla="*/ 905128 w 911320"/>
                <a:gd name="connsiteY1" fmla="*/ 60487 h 1078228"/>
                <a:gd name="connsiteX2" fmla="*/ 819432 w 911320"/>
                <a:gd name="connsiteY2" fmla="*/ 15477 h 1078228"/>
                <a:gd name="connsiteX3" fmla="*/ 816680 w 911320"/>
                <a:gd name="connsiteY3" fmla="*/ 13904 h 1078228"/>
                <a:gd name="connsiteX4" fmla="*/ 810784 w 911320"/>
                <a:gd name="connsiteY4" fmla="*/ 10956 h 1078228"/>
                <a:gd name="connsiteX5" fmla="*/ 810784 w 911320"/>
                <a:gd name="connsiteY5" fmla="*/ 10956 h 1078228"/>
                <a:gd name="connsiteX6" fmla="*/ 456992 w 911320"/>
                <a:gd name="connsiteY6" fmla="*/ 305783 h 1078228"/>
                <a:gd name="connsiteX7" fmla="*/ 421613 w 911320"/>
                <a:gd name="connsiteY7" fmla="*/ 287307 h 1078228"/>
                <a:gd name="connsiteX8" fmla="*/ 415913 w 911320"/>
                <a:gd name="connsiteY8" fmla="*/ 284162 h 1078228"/>
                <a:gd name="connsiteX9" fmla="*/ 413947 w 911320"/>
                <a:gd name="connsiteY9" fmla="*/ 283179 h 1078228"/>
                <a:gd name="connsiteX10" fmla="*/ 413947 w 911320"/>
                <a:gd name="connsiteY10" fmla="*/ 283179 h 1078228"/>
                <a:gd name="connsiteX11" fmla="*/ 58386 w 911320"/>
                <a:gd name="connsiteY11" fmla="*/ 498403 h 1078228"/>
                <a:gd name="connsiteX12" fmla="*/ 73324 w 911320"/>
                <a:gd name="connsiteY12" fmla="*/ 911160 h 1078228"/>
                <a:gd name="connsiteX13" fmla="*/ 87476 w 911320"/>
                <a:gd name="connsiteY13" fmla="*/ 924918 h 1078228"/>
                <a:gd name="connsiteX14" fmla="*/ 154696 w 911320"/>
                <a:gd name="connsiteY14" fmla="*/ 970715 h 1078228"/>
                <a:gd name="connsiteX15" fmla="*/ 154696 w 911320"/>
                <a:gd name="connsiteY15" fmla="*/ 970715 h 1078228"/>
                <a:gd name="connsiteX16" fmla="*/ 272627 w 911320"/>
                <a:gd name="connsiteY16" fmla="*/ 1031842 h 1078228"/>
                <a:gd name="connsiteX17" fmla="*/ 281275 w 911320"/>
                <a:gd name="connsiteY17" fmla="*/ 1013366 h 1078228"/>
                <a:gd name="connsiteX18" fmla="*/ 454437 w 911320"/>
                <a:gd name="connsiteY18" fmla="*/ 1078228 h 1078228"/>
                <a:gd name="connsiteX19" fmla="*/ 672608 w 911320"/>
                <a:gd name="connsiteY19" fmla="*/ 749398 h 1078228"/>
                <a:gd name="connsiteX20" fmla="*/ 822577 w 911320"/>
                <a:gd name="connsiteY20" fmla="*/ 499582 h 1078228"/>
                <a:gd name="connsiteX21" fmla="*/ 836729 w 911320"/>
                <a:gd name="connsiteY21" fmla="*/ 469706 h 1078228"/>
                <a:gd name="connsiteX22" fmla="*/ 885473 w 911320"/>
                <a:gd name="connsiteY22" fmla="*/ 83680 h 1078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1320" h="1078228">
                  <a:moveTo>
                    <a:pt x="885473" y="83680"/>
                  </a:moveTo>
                  <a:lnTo>
                    <a:pt x="905128" y="60487"/>
                  </a:lnTo>
                  <a:lnTo>
                    <a:pt x="819432" y="15477"/>
                  </a:lnTo>
                  <a:lnTo>
                    <a:pt x="816680" y="13904"/>
                  </a:lnTo>
                  <a:lnTo>
                    <a:pt x="810784" y="10956"/>
                  </a:lnTo>
                  <a:lnTo>
                    <a:pt x="810784" y="10956"/>
                  </a:lnTo>
                  <a:cubicBezTo>
                    <a:pt x="650988" y="-63930"/>
                    <a:pt x="476647" y="268242"/>
                    <a:pt x="456992" y="305783"/>
                  </a:cubicBezTo>
                  <a:lnTo>
                    <a:pt x="421613" y="287307"/>
                  </a:lnTo>
                  <a:lnTo>
                    <a:pt x="415913" y="284162"/>
                  </a:lnTo>
                  <a:lnTo>
                    <a:pt x="413947" y="283179"/>
                  </a:lnTo>
                  <a:lnTo>
                    <a:pt x="413947" y="283179"/>
                  </a:lnTo>
                  <a:cubicBezTo>
                    <a:pt x="342402" y="247800"/>
                    <a:pt x="189879" y="217924"/>
                    <a:pt x="58386" y="498403"/>
                  </a:cubicBezTo>
                  <a:cubicBezTo>
                    <a:pt x="-41265" y="711071"/>
                    <a:pt x="2173" y="837650"/>
                    <a:pt x="73324" y="911160"/>
                  </a:cubicBezTo>
                  <a:cubicBezTo>
                    <a:pt x="77845" y="915877"/>
                    <a:pt x="82562" y="920594"/>
                    <a:pt x="87476" y="924918"/>
                  </a:cubicBezTo>
                  <a:cubicBezTo>
                    <a:pt x="107919" y="942883"/>
                    <a:pt x="130495" y="958273"/>
                    <a:pt x="154696" y="970715"/>
                  </a:cubicBezTo>
                  <a:lnTo>
                    <a:pt x="154696" y="970715"/>
                  </a:lnTo>
                  <a:lnTo>
                    <a:pt x="272627" y="1031842"/>
                  </a:lnTo>
                  <a:lnTo>
                    <a:pt x="281275" y="1013366"/>
                  </a:lnTo>
                  <a:cubicBezTo>
                    <a:pt x="358127" y="1036953"/>
                    <a:pt x="454437" y="1078228"/>
                    <a:pt x="454437" y="1078228"/>
                  </a:cubicBezTo>
                  <a:cubicBezTo>
                    <a:pt x="454437" y="1078228"/>
                    <a:pt x="595560" y="854946"/>
                    <a:pt x="672608" y="749398"/>
                  </a:cubicBezTo>
                  <a:cubicBezTo>
                    <a:pt x="729471" y="670463"/>
                    <a:pt x="779650" y="586890"/>
                    <a:pt x="822577" y="499582"/>
                  </a:cubicBezTo>
                  <a:cubicBezTo>
                    <a:pt x="827491" y="489754"/>
                    <a:pt x="832208" y="479927"/>
                    <a:pt x="836729" y="469706"/>
                  </a:cubicBezTo>
                  <a:cubicBezTo>
                    <a:pt x="899821" y="335462"/>
                    <a:pt x="940507" y="184904"/>
                    <a:pt x="885473" y="83680"/>
                  </a:cubicBezTo>
                  <a:close/>
                </a:path>
              </a:pathLst>
            </a:custGeom>
            <a:solidFill>
              <a:srgbClr val="FD2786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4C27D3F-B848-44AC-9433-E17B6AC78A57}"/>
                </a:ext>
              </a:extLst>
            </p:cNvPr>
            <p:cNvSpPr/>
            <p:nvPr/>
          </p:nvSpPr>
          <p:spPr>
            <a:xfrm>
              <a:off x="1419984" y="2306594"/>
              <a:ext cx="909734" cy="914257"/>
            </a:xfrm>
            <a:custGeom>
              <a:avLst/>
              <a:gdLst>
                <a:gd name="connsiteX0" fmla="*/ 621898 w 909734"/>
                <a:gd name="connsiteY0" fmla="*/ 195864 h 914257"/>
                <a:gd name="connsiteX1" fmla="*/ 538364 w 909734"/>
                <a:gd name="connsiteY1" fmla="*/ 766845 h 914257"/>
                <a:gd name="connsiteX2" fmla="*/ 485885 w 909734"/>
                <a:gd name="connsiteY2" fmla="*/ 672893 h 914257"/>
                <a:gd name="connsiteX3" fmla="*/ 423971 w 909734"/>
                <a:gd name="connsiteY3" fmla="*/ 708469 h 914257"/>
                <a:gd name="connsiteX4" fmla="*/ 366578 w 909734"/>
                <a:gd name="connsiteY4" fmla="*/ 343278 h 914257"/>
                <a:gd name="connsiteX5" fmla="*/ 283044 w 909734"/>
                <a:gd name="connsiteY5" fmla="*/ 914258 h 914257"/>
                <a:gd name="connsiteX6" fmla="*/ 230565 w 909734"/>
                <a:gd name="connsiteY6" fmla="*/ 820307 h 914257"/>
                <a:gd name="connsiteX7" fmla="*/ 73324 w 909734"/>
                <a:gd name="connsiteY7" fmla="*/ 911703 h 914257"/>
                <a:gd name="connsiteX8" fmla="*/ 58386 w 909734"/>
                <a:gd name="connsiteY8" fmla="*/ 498946 h 914257"/>
                <a:gd name="connsiteX9" fmla="*/ 455419 w 909734"/>
                <a:gd name="connsiteY9" fmla="*/ 310257 h 914257"/>
                <a:gd name="connsiteX10" fmla="*/ 851273 w 909734"/>
                <a:gd name="connsiteY10" fmla="*/ 40785 h 914257"/>
                <a:gd name="connsiteX11" fmla="*/ 836532 w 909734"/>
                <a:gd name="connsiteY11" fmla="*/ 470249 h 914257"/>
                <a:gd name="connsiteX12" fmla="*/ 679291 w 909734"/>
                <a:gd name="connsiteY12" fmla="*/ 561056 h 914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9734" h="914257">
                  <a:moveTo>
                    <a:pt x="621898" y="195864"/>
                  </a:moveTo>
                  <a:lnTo>
                    <a:pt x="538364" y="766845"/>
                  </a:lnTo>
                  <a:lnTo>
                    <a:pt x="485885" y="672893"/>
                  </a:lnTo>
                  <a:lnTo>
                    <a:pt x="423971" y="708469"/>
                  </a:lnTo>
                  <a:lnTo>
                    <a:pt x="366578" y="343278"/>
                  </a:lnTo>
                  <a:lnTo>
                    <a:pt x="283044" y="914258"/>
                  </a:lnTo>
                  <a:lnTo>
                    <a:pt x="230565" y="820307"/>
                  </a:lnTo>
                  <a:lnTo>
                    <a:pt x="73324" y="911703"/>
                  </a:lnTo>
                  <a:cubicBezTo>
                    <a:pt x="2173" y="838390"/>
                    <a:pt x="-41265" y="711811"/>
                    <a:pt x="58386" y="498946"/>
                  </a:cubicBezTo>
                  <a:cubicBezTo>
                    <a:pt x="237248" y="117244"/>
                    <a:pt x="455419" y="310257"/>
                    <a:pt x="455419" y="310257"/>
                  </a:cubicBezTo>
                  <a:cubicBezTo>
                    <a:pt x="455419" y="310257"/>
                    <a:pt x="672412" y="-134145"/>
                    <a:pt x="851273" y="40785"/>
                  </a:cubicBezTo>
                  <a:cubicBezTo>
                    <a:pt x="950925" y="139061"/>
                    <a:pt x="907683" y="314777"/>
                    <a:pt x="836532" y="470249"/>
                  </a:cubicBezTo>
                  <a:lnTo>
                    <a:pt x="679291" y="561056"/>
                  </a:lnTo>
                  <a:close/>
                </a:path>
              </a:pathLst>
            </a:custGeom>
            <a:solidFill>
              <a:srgbClr val="FF559A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971ACD1-4F41-4ADE-BAA8-B083D251B6DD}"/>
                </a:ext>
              </a:extLst>
            </p:cNvPr>
            <p:cNvSpPr/>
            <p:nvPr/>
          </p:nvSpPr>
          <p:spPr>
            <a:xfrm>
              <a:off x="1506870" y="2612723"/>
              <a:ext cx="736083" cy="772641"/>
            </a:xfrm>
            <a:custGeom>
              <a:avLst/>
              <a:gdLst>
                <a:gd name="connsiteX0" fmla="*/ 203037 w 736083"/>
                <a:gd name="connsiteY0" fmla="*/ 665129 h 772641"/>
                <a:gd name="connsiteX1" fmla="*/ 278906 w 736083"/>
                <a:gd name="connsiteY1" fmla="*/ 147413 h 772641"/>
                <a:gd name="connsiteX2" fmla="*/ 323523 w 736083"/>
                <a:gd name="connsiteY2" fmla="*/ 432019 h 772641"/>
                <a:gd name="connsiteX3" fmla="*/ 389171 w 736083"/>
                <a:gd name="connsiteY3" fmla="*/ 394085 h 772641"/>
                <a:gd name="connsiteX4" fmla="*/ 458357 w 736083"/>
                <a:gd name="connsiteY4" fmla="*/ 517715 h 772641"/>
                <a:gd name="connsiteX5" fmla="*/ 534226 w 736083"/>
                <a:gd name="connsiteY5" fmla="*/ 0 h 772641"/>
                <a:gd name="connsiteX6" fmla="*/ 578843 w 736083"/>
                <a:gd name="connsiteY6" fmla="*/ 284606 h 772641"/>
                <a:gd name="connsiteX7" fmla="*/ 736084 w 736083"/>
                <a:gd name="connsiteY7" fmla="*/ 193996 h 772641"/>
                <a:gd name="connsiteX8" fmla="*/ 585919 w 736083"/>
                <a:gd name="connsiteY8" fmla="*/ 444009 h 772641"/>
                <a:gd name="connsiteX9" fmla="*/ 367944 w 736083"/>
                <a:gd name="connsiteY9" fmla="*/ 772642 h 772641"/>
                <a:gd name="connsiteX10" fmla="*/ 149772 w 736083"/>
                <a:gd name="connsiteY10" fmla="*/ 695594 h 772641"/>
                <a:gd name="connsiteX11" fmla="*/ 0 w 736083"/>
                <a:gd name="connsiteY11" fmla="*/ 619332 h 772641"/>
                <a:gd name="connsiteX12" fmla="*/ 134441 w 736083"/>
                <a:gd name="connsiteY12" fmla="*/ 540712 h 772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36083" h="772641">
                  <a:moveTo>
                    <a:pt x="203037" y="665129"/>
                  </a:moveTo>
                  <a:lnTo>
                    <a:pt x="278906" y="147413"/>
                  </a:lnTo>
                  <a:lnTo>
                    <a:pt x="323523" y="432019"/>
                  </a:lnTo>
                  <a:lnTo>
                    <a:pt x="389171" y="394085"/>
                  </a:lnTo>
                  <a:lnTo>
                    <a:pt x="458357" y="517715"/>
                  </a:lnTo>
                  <a:lnTo>
                    <a:pt x="534226" y="0"/>
                  </a:lnTo>
                  <a:lnTo>
                    <a:pt x="578843" y="284606"/>
                  </a:lnTo>
                  <a:lnTo>
                    <a:pt x="736084" y="193996"/>
                  </a:lnTo>
                  <a:cubicBezTo>
                    <a:pt x="692960" y="281304"/>
                    <a:pt x="642742" y="364936"/>
                    <a:pt x="585919" y="444009"/>
                  </a:cubicBezTo>
                  <a:cubicBezTo>
                    <a:pt x="508871" y="549360"/>
                    <a:pt x="367944" y="772642"/>
                    <a:pt x="367944" y="772642"/>
                  </a:cubicBezTo>
                  <a:cubicBezTo>
                    <a:pt x="297067" y="742000"/>
                    <a:pt x="224167" y="716251"/>
                    <a:pt x="149772" y="695594"/>
                  </a:cubicBezTo>
                  <a:cubicBezTo>
                    <a:pt x="94341" y="682857"/>
                    <a:pt x="42901" y="656677"/>
                    <a:pt x="0" y="619332"/>
                  </a:cubicBezTo>
                  <a:lnTo>
                    <a:pt x="134441" y="540712"/>
                  </a:lnTo>
                  <a:close/>
                </a:path>
              </a:pathLst>
            </a:custGeom>
            <a:solidFill>
              <a:srgbClr val="FF559A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A16DAD3-D2E3-46FC-B1B3-FF785026003B}"/>
                </a:ext>
              </a:extLst>
            </p:cNvPr>
            <p:cNvSpPr/>
            <p:nvPr/>
          </p:nvSpPr>
          <p:spPr>
            <a:xfrm>
              <a:off x="1491932" y="2502458"/>
              <a:ext cx="764583" cy="775393"/>
            </a:xfrm>
            <a:custGeom>
              <a:avLst/>
              <a:gdLst>
                <a:gd name="connsiteX0" fmla="*/ 158617 w 764583"/>
                <a:gd name="connsiteY0" fmla="*/ 624442 h 775393"/>
                <a:gd name="connsiteX1" fmla="*/ 211096 w 764583"/>
                <a:gd name="connsiteY1" fmla="*/ 718394 h 775393"/>
                <a:gd name="connsiteX2" fmla="*/ 294630 w 764583"/>
                <a:gd name="connsiteY2" fmla="*/ 147413 h 775393"/>
                <a:gd name="connsiteX3" fmla="*/ 352023 w 764583"/>
                <a:gd name="connsiteY3" fmla="*/ 512605 h 775393"/>
                <a:gd name="connsiteX4" fmla="*/ 413937 w 764583"/>
                <a:gd name="connsiteY4" fmla="*/ 477029 h 775393"/>
                <a:gd name="connsiteX5" fmla="*/ 466416 w 764583"/>
                <a:gd name="connsiteY5" fmla="*/ 570980 h 775393"/>
                <a:gd name="connsiteX6" fmla="*/ 549950 w 764583"/>
                <a:gd name="connsiteY6" fmla="*/ 0 h 775393"/>
                <a:gd name="connsiteX7" fmla="*/ 607343 w 764583"/>
                <a:gd name="connsiteY7" fmla="*/ 365192 h 775393"/>
                <a:gd name="connsiteX8" fmla="*/ 764584 w 764583"/>
                <a:gd name="connsiteY8" fmla="*/ 274385 h 775393"/>
                <a:gd name="connsiteX9" fmla="*/ 750629 w 764583"/>
                <a:gd name="connsiteY9" fmla="*/ 304261 h 775393"/>
                <a:gd name="connsiteX10" fmla="*/ 593388 w 764583"/>
                <a:gd name="connsiteY10" fmla="*/ 394871 h 775393"/>
                <a:gd name="connsiteX11" fmla="*/ 548771 w 764583"/>
                <a:gd name="connsiteY11" fmla="*/ 110265 h 775393"/>
                <a:gd name="connsiteX12" fmla="*/ 472902 w 764583"/>
                <a:gd name="connsiteY12" fmla="*/ 627980 h 775393"/>
                <a:gd name="connsiteX13" fmla="*/ 403716 w 764583"/>
                <a:gd name="connsiteY13" fmla="*/ 504350 h 775393"/>
                <a:gd name="connsiteX14" fmla="*/ 338068 w 764583"/>
                <a:gd name="connsiteY14" fmla="*/ 542284 h 775393"/>
                <a:gd name="connsiteX15" fmla="*/ 293451 w 764583"/>
                <a:gd name="connsiteY15" fmla="*/ 257678 h 775393"/>
                <a:gd name="connsiteX16" fmla="*/ 217582 w 764583"/>
                <a:gd name="connsiteY16" fmla="*/ 775394 h 775393"/>
                <a:gd name="connsiteX17" fmla="*/ 148593 w 764583"/>
                <a:gd name="connsiteY17" fmla="*/ 651763 h 775393"/>
                <a:gd name="connsiteX18" fmla="*/ 14152 w 764583"/>
                <a:gd name="connsiteY18" fmla="*/ 730383 h 775393"/>
                <a:gd name="connsiteX19" fmla="*/ 0 w 764583"/>
                <a:gd name="connsiteY19" fmla="*/ 716625 h 775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64583" h="775393">
                  <a:moveTo>
                    <a:pt x="158617" y="624442"/>
                  </a:moveTo>
                  <a:lnTo>
                    <a:pt x="211096" y="718394"/>
                  </a:lnTo>
                  <a:lnTo>
                    <a:pt x="294630" y="147413"/>
                  </a:lnTo>
                  <a:lnTo>
                    <a:pt x="352023" y="512605"/>
                  </a:lnTo>
                  <a:lnTo>
                    <a:pt x="413937" y="477029"/>
                  </a:lnTo>
                  <a:lnTo>
                    <a:pt x="466416" y="570980"/>
                  </a:lnTo>
                  <a:lnTo>
                    <a:pt x="549950" y="0"/>
                  </a:lnTo>
                  <a:lnTo>
                    <a:pt x="607343" y="365192"/>
                  </a:lnTo>
                  <a:lnTo>
                    <a:pt x="764584" y="274385"/>
                  </a:lnTo>
                  <a:cubicBezTo>
                    <a:pt x="760063" y="284409"/>
                    <a:pt x="755346" y="294040"/>
                    <a:pt x="750629" y="304261"/>
                  </a:cubicBezTo>
                  <a:lnTo>
                    <a:pt x="593388" y="394871"/>
                  </a:lnTo>
                  <a:lnTo>
                    <a:pt x="548771" y="110265"/>
                  </a:lnTo>
                  <a:lnTo>
                    <a:pt x="472902" y="627980"/>
                  </a:lnTo>
                  <a:lnTo>
                    <a:pt x="403716" y="504350"/>
                  </a:lnTo>
                  <a:lnTo>
                    <a:pt x="338068" y="542284"/>
                  </a:lnTo>
                  <a:lnTo>
                    <a:pt x="293451" y="257678"/>
                  </a:lnTo>
                  <a:lnTo>
                    <a:pt x="217582" y="775394"/>
                  </a:lnTo>
                  <a:lnTo>
                    <a:pt x="148593" y="651763"/>
                  </a:lnTo>
                  <a:lnTo>
                    <a:pt x="14152" y="730383"/>
                  </a:lnTo>
                  <a:cubicBezTo>
                    <a:pt x="9238" y="726059"/>
                    <a:pt x="4521" y="721342"/>
                    <a:pt x="0" y="716625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CA6998FB-6F48-407D-8042-C330BECB292E}"/>
                </a:ext>
              </a:extLst>
            </p:cNvPr>
            <p:cNvSpPr/>
            <p:nvPr/>
          </p:nvSpPr>
          <p:spPr>
            <a:xfrm>
              <a:off x="3986951" y="2985346"/>
              <a:ext cx="387402" cy="575931"/>
            </a:xfrm>
            <a:custGeom>
              <a:avLst/>
              <a:gdLst>
                <a:gd name="connsiteX0" fmla="*/ 387402 w 387402"/>
                <a:gd name="connsiteY0" fmla="*/ 59592 h 575931"/>
                <a:gd name="connsiteX1" fmla="*/ 301903 w 387402"/>
                <a:gd name="connsiteY1" fmla="*/ 9669 h 575931"/>
                <a:gd name="connsiteX2" fmla="*/ 301903 w 387402"/>
                <a:gd name="connsiteY2" fmla="*/ 9669 h 575931"/>
                <a:gd name="connsiteX3" fmla="*/ 301903 w 387402"/>
                <a:gd name="connsiteY3" fmla="*/ 9669 h 575931"/>
                <a:gd name="connsiteX4" fmla="*/ 185741 w 387402"/>
                <a:gd name="connsiteY4" fmla="*/ 22248 h 575931"/>
                <a:gd name="connsiteX5" fmla="*/ 0 w 387402"/>
                <a:gd name="connsiteY5" fmla="*/ 377022 h 575931"/>
                <a:gd name="connsiteX6" fmla="*/ 64469 w 387402"/>
                <a:gd name="connsiteY6" fmla="*/ 527187 h 575931"/>
                <a:gd name="connsiteX7" fmla="*/ 147610 w 387402"/>
                <a:gd name="connsiteY7" fmla="*/ 575932 h 575931"/>
                <a:gd name="connsiteX8" fmla="*/ 171589 w 387402"/>
                <a:gd name="connsiteY8" fmla="*/ 524632 h 575931"/>
                <a:gd name="connsiteX9" fmla="*/ 185741 w 387402"/>
                <a:gd name="connsiteY9" fmla="*/ 517360 h 575931"/>
                <a:gd name="connsiteX10" fmla="*/ 371482 w 387402"/>
                <a:gd name="connsiteY10" fmla="*/ 162585 h 575931"/>
                <a:gd name="connsiteX11" fmla="*/ 365978 w 387402"/>
                <a:gd name="connsiteY11" fmla="*/ 107158 h 575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402" h="575931">
                  <a:moveTo>
                    <a:pt x="387402" y="59592"/>
                  </a:moveTo>
                  <a:lnTo>
                    <a:pt x="301903" y="9669"/>
                  </a:lnTo>
                  <a:lnTo>
                    <a:pt x="301903" y="9669"/>
                  </a:lnTo>
                  <a:lnTo>
                    <a:pt x="301903" y="9669"/>
                  </a:lnTo>
                  <a:cubicBezTo>
                    <a:pt x="270061" y="-6056"/>
                    <a:pt x="229768" y="-3107"/>
                    <a:pt x="185741" y="22248"/>
                  </a:cubicBezTo>
                  <a:cubicBezTo>
                    <a:pt x="83141" y="81213"/>
                    <a:pt x="0" y="240223"/>
                    <a:pt x="0" y="377022"/>
                  </a:cubicBezTo>
                  <a:cubicBezTo>
                    <a:pt x="0" y="451908"/>
                    <a:pt x="25159" y="504387"/>
                    <a:pt x="64469" y="527187"/>
                  </a:cubicBezTo>
                  <a:lnTo>
                    <a:pt x="147610" y="575932"/>
                  </a:lnTo>
                  <a:lnTo>
                    <a:pt x="171589" y="524632"/>
                  </a:lnTo>
                  <a:cubicBezTo>
                    <a:pt x="176306" y="522470"/>
                    <a:pt x="181024" y="520112"/>
                    <a:pt x="185741" y="517360"/>
                  </a:cubicBezTo>
                  <a:cubicBezTo>
                    <a:pt x="288341" y="458395"/>
                    <a:pt x="371482" y="299385"/>
                    <a:pt x="371482" y="162585"/>
                  </a:cubicBezTo>
                  <a:cubicBezTo>
                    <a:pt x="371482" y="143972"/>
                    <a:pt x="369634" y="125398"/>
                    <a:pt x="365978" y="107158"/>
                  </a:cubicBezTo>
                  <a:close/>
                </a:path>
              </a:pathLst>
            </a:custGeom>
            <a:solidFill>
              <a:srgbClr val="FD2786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C5700917-BABC-4C91-9BF9-0DAEC52D9C1A}"/>
                </a:ext>
              </a:extLst>
            </p:cNvPr>
            <p:cNvSpPr/>
            <p:nvPr/>
          </p:nvSpPr>
          <p:spPr>
            <a:xfrm>
              <a:off x="4064392" y="3029954"/>
              <a:ext cx="371284" cy="539760"/>
            </a:xfrm>
            <a:custGeom>
              <a:avLst/>
              <a:gdLst>
                <a:gd name="connsiteX0" fmla="*/ 371285 w 371284"/>
                <a:gd name="connsiteY0" fmla="*/ 163774 h 539760"/>
                <a:gd name="connsiteX1" fmla="*/ 185741 w 371284"/>
                <a:gd name="connsiteY1" fmla="*/ 517565 h 539760"/>
                <a:gd name="connsiteX2" fmla="*/ 0 w 371284"/>
                <a:gd name="connsiteY2" fmla="*/ 377228 h 539760"/>
                <a:gd name="connsiteX3" fmla="*/ 185741 w 371284"/>
                <a:gd name="connsiteY3" fmla="*/ 22453 h 539760"/>
                <a:gd name="connsiteX4" fmla="*/ 371285 w 371284"/>
                <a:gd name="connsiteY4" fmla="*/ 163774 h 539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284" h="539760">
                  <a:moveTo>
                    <a:pt x="371285" y="163774"/>
                  </a:moveTo>
                  <a:cubicBezTo>
                    <a:pt x="371285" y="301359"/>
                    <a:pt x="288144" y="458600"/>
                    <a:pt x="185741" y="517565"/>
                  </a:cubicBezTo>
                  <a:cubicBezTo>
                    <a:pt x="83338" y="576531"/>
                    <a:pt x="0" y="514027"/>
                    <a:pt x="0" y="377228"/>
                  </a:cubicBezTo>
                  <a:cubicBezTo>
                    <a:pt x="0" y="240428"/>
                    <a:pt x="83141" y="82402"/>
                    <a:pt x="185741" y="22453"/>
                  </a:cubicBezTo>
                  <a:cubicBezTo>
                    <a:pt x="288340" y="-37495"/>
                    <a:pt x="371285" y="26974"/>
                    <a:pt x="371285" y="163774"/>
                  </a:cubicBezTo>
                  <a:close/>
                </a:path>
              </a:pathLst>
            </a:custGeom>
            <a:solidFill>
              <a:srgbClr val="FF559A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D034A02-1741-40AB-8665-257DE696128A}"/>
                </a:ext>
              </a:extLst>
            </p:cNvPr>
            <p:cNvSpPr/>
            <p:nvPr/>
          </p:nvSpPr>
          <p:spPr>
            <a:xfrm>
              <a:off x="4184485" y="3109604"/>
              <a:ext cx="130903" cy="379481"/>
            </a:xfrm>
            <a:custGeom>
              <a:avLst/>
              <a:gdLst>
                <a:gd name="connsiteX0" fmla="*/ 130903 w 130903"/>
                <a:gd name="connsiteY0" fmla="*/ 220727 h 379481"/>
                <a:gd name="connsiteX1" fmla="*/ 71938 w 130903"/>
                <a:gd name="connsiteY1" fmla="*/ 0 h 379481"/>
                <a:gd name="connsiteX2" fmla="*/ 0 w 130903"/>
                <a:gd name="connsiteY2" fmla="*/ 296399 h 379481"/>
                <a:gd name="connsiteX3" fmla="*/ 71152 w 130903"/>
                <a:gd name="connsiteY3" fmla="*/ 371481 h 379481"/>
                <a:gd name="connsiteX4" fmla="*/ 71152 w 130903"/>
                <a:gd name="connsiteY4" fmla="*/ 371481 h 379481"/>
                <a:gd name="connsiteX5" fmla="*/ 130903 w 130903"/>
                <a:gd name="connsiteY5" fmla="*/ 220727 h 379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03" h="379481">
                  <a:moveTo>
                    <a:pt x="130903" y="220727"/>
                  </a:moveTo>
                  <a:cubicBezTo>
                    <a:pt x="130903" y="156651"/>
                    <a:pt x="71938" y="0"/>
                    <a:pt x="71938" y="0"/>
                  </a:cubicBezTo>
                  <a:cubicBezTo>
                    <a:pt x="71938" y="0"/>
                    <a:pt x="0" y="232127"/>
                    <a:pt x="0" y="296399"/>
                  </a:cubicBezTo>
                  <a:cubicBezTo>
                    <a:pt x="0" y="360671"/>
                    <a:pt x="27124" y="396443"/>
                    <a:pt x="71152" y="371481"/>
                  </a:cubicBezTo>
                  <a:lnTo>
                    <a:pt x="71152" y="371481"/>
                  </a:lnTo>
                  <a:cubicBezTo>
                    <a:pt x="115965" y="345537"/>
                    <a:pt x="130903" y="284606"/>
                    <a:pt x="130903" y="220727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75860E4-C9AA-4DB8-8054-E1AE33749CBF}"/>
                </a:ext>
              </a:extLst>
            </p:cNvPr>
            <p:cNvSpPr/>
            <p:nvPr/>
          </p:nvSpPr>
          <p:spPr>
            <a:xfrm>
              <a:off x="4724804" y="5231784"/>
              <a:ext cx="165731" cy="182133"/>
            </a:xfrm>
            <a:custGeom>
              <a:avLst/>
              <a:gdLst>
                <a:gd name="connsiteX0" fmla="*/ 35379 w 165731"/>
                <a:gd name="connsiteY0" fmla="*/ 1160 h 182133"/>
                <a:gd name="connsiteX1" fmla="*/ 165496 w 165731"/>
                <a:gd name="connsiteY1" fmla="*/ 119091 h 182133"/>
                <a:gd name="connsiteX2" fmla="*/ 0 w 165731"/>
                <a:gd name="connsiteY2" fmla="*/ 123611 h 18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731" h="182133">
                  <a:moveTo>
                    <a:pt x="35379" y="1160"/>
                  </a:moveTo>
                  <a:cubicBezTo>
                    <a:pt x="35379" y="1160"/>
                    <a:pt x="158027" y="-20067"/>
                    <a:pt x="165496" y="119091"/>
                  </a:cubicBezTo>
                  <a:cubicBezTo>
                    <a:pt x="172965" y="258249"/>
                    <a:pt x="0" y="123611"/>
                    <a:pt x="0" y="123611"/>
                  </a:cubicBezTo>
                  <a:close/>
                </a:path>
              </a:pathLst>
            </a:custGeom>
            <a:solidFill>
              <a:srgbClr val="9A9AD6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CE0E309-982E-40A2-90A8-32EDA71899C1}"/>
                </a:ext>
              </a:extLst>
            </p:cNvPr>
            <p:cNvSpPr/>
            <p:nvPr/>
          </p:nvSpPr>
          <p:spPr>
            <a:xfrm>
              <a:off x="4243254" y="5347056"/>
              <a:ext cx="197140" cy="356431"/>
            </a:xfrm>
            <a:custGeom>
              <a:avLst/>
              <a:gdLst>
                <a:gd name="connsiteX0" fmla="*/ 179255 w 197140"/>
                <a:gd name="connsiteY0" fmla="*/ 34284 h 356431"/>
                <a:gd name="connsiteX1" fmla="*/ 142893 w 197140"/>
                <a:gd name="connsiteY1" fmla="*/ 870 h 356431"/>
                <a:gd name="connsiteX2" fmla="*/ 0 w 197140"/>
                <a:gd name="connsiteY2" fmla="*/ 73201 h 356431"/>
                <a:gd name="connsiteX3" fmla="*/ 149182 w 197140"/>
                <a:gd name="connsiteY3" fmla="*/ 356431 h 356431"/>
                <a:gd name="connsiteX4" fmla="*/ 197141 w 197140"/>
                <a:gd name="connsiteY4" fmla="*/ 326163 h 356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40" h="356431">
                  <a:moveTo>
                    <a:pt x="179255" y="34284"/>
                  </a:moveTo>
                  <a:cubicBezTo>
                    <a:pt x="179255" y="34284"/>
                    <a:pt x="166479" y="-6402"/>
                    <a:pt x="142893" y="870"/>
                  </a:cubicBezTo>
                  <a:cubicBezTo>
                    <a:pt x="93263" y="20840"/>
                    <a:pt x="45462" y="45036"/>
                    <a:pt x="0" y="73201"/>
                  </a:cubicBezTo>
                  <a:cubicBezTo>
                    <a:pt x="4914" y="83029"/>
                    <a:pt x="149182" y="356431"/>
                    <a:pt x="149182" y="356431"/>
                  </a:cubicBezTo>
                  <a:lnTo>
                    <a:pt x="197141" y="326163"/>
                  </a:lnTo>
                  <a:close/>
                </a:path>
              </a:pathLst>
            </a:custGeom>
            <a:solidFill>
              <a:srgbClr val="C7AFD8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4CF79F1-CD00-4A20-885B-857A1558C90A}"/>
                </a:ext>
              </a:extLst>
            </p:cNvPr>
            <p:cNvSpPr/>
            <p:nvPr/>
          </p:nvSpPr>
          <p:spPr>
            <a:xfrm>
              <a:off x="4237691" y="5418662"/>
              <a:ext cx="161427" cy="284825"/>
            </a:xfrm>
            <a:custGeom>
              <a:avLst/>
              <a:gdLst>
                <a:gd name="connsiteX0" fmla="*/ 38387 w 161427"/>
                <a:gd name="connsiteY0" fmla="*/ 35599 h 284825"/>
                <a:gd name="connsiteX1" fmla="*/ 16766 w 161427"/>
                <a:gd name="connsiteY1" fmla="*/ 2382 h 284825"/>
                <a:gd name="connsiteX2" fmla="*/ 2811 w 161427"/>
                <a:gd name="connsiteY2" fmla="*/ 25378 h 284825"/>
                <a:gd name="connsiteX3" fmla="*/ 43694 w 161427"/>
                <a:gd name="connsiteY3" fmla="*/ 85916 h 284825"/>
                <a:gd name="connsiteX4" fmla="*/ 153959 w 161427"/>
                <a:gd name="connsiteY4" fmla="*/ 284825 h 284825"/>
                <a:gd name="connsiteX5" fmla="*/ 161428 w 161427"/>
                <a:gd name="connsiteY5" fmla="*/ 280108 h 28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1427" h="284825">
                  <a:moveTo>
                    <a:pt x="38387" y="35599"/>
                  </a:moveTo>
                  <a:cubicBezTo>
                    <a:pt x="34357" y="22764"/>
                    <a:pt x="26869" y="11266"/>
                    <a:pt x="16766" y="2382"/>
                  </a:cubicBezTo>
                  <a:cubicBezTo>
                    <a:pt x="2614" y="-6659"/>
                    <a:pt x="-4265" y="12013"/>
                    <a:pt x="2811" y="25378"/>
                  </a:cubicBezTo>
                  <a:cubicBezTo>
                    <a:pt x="9887" y="38744"/>
                    <a:pt x="28756" y="57023"/>
                    <a:pt x="43694" y="85916"/>
                  </a:cubicBezTo>
                  <a:cubicBezTo>
                    <a:pt x="69835" y="136430"/>
                    <a:pt x="153959" y="284825"/>
                    <a:pt x="153959" y="284825"/>
                  </a:cubicBezTo>
                  <a:lnTo>
                    <a:pt x="161428" y="280108"/>
                  </a:lnTo>
                  <a:close/>
                </a:path>
              </a:pathLst>
            </a:custGeom>
            <a:solidFill>
              <a:srgbClr val="AC93C1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0BF069A-F3E4-42D5-93EF-AF247D2660EF}"/>
                </a:ext>
              </a:extLst>
            </p:cNvPr>
            <p:cNvSpPr/>
            <p:nvPr/>
          </p:nvSpPr>
          <p:spPr>
            <a:xfrm>
              <a:off x="4267233" y="5390972"/>
              <a:ext cx="276940" cy="317429"/>
            </a:xfrm>
            <a:custGeom>
              <a:avLst/>
              <a:gdLst>
                <a:gd name="connsiteX0" fmla="*/ 276940 w 276940"/>
                <a:gd name="connsiteY0" fmla="*/ 244509 h 317429"/>
                <a:gd name="connsiteX1" fmla="*/ 131493 w 276940"/>
                <a:gd name="connsiteY1" fmla="*/ 317430 h 317429"/>
                <a:gd name="connsiteX2" fmla="*/ 0 w 276940"/>
                <a:gd name="connsiteY2" fmla="*/ 72920 h 317429"/>
                <a:gd name="connsiteX3" fmla="*/ 145644 w 276940"/>
                <a:gd name="connsiteY3" fmla="*/ 0 h 317429"/>
                <a:gd name="connsiteX4" fmla="*/ 276940 w 276940"/>
                <a:gd name="connsiteY4" fmla="*/ 244509 h 317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940" h="317429">
                  <a:moveTo>
                    <a:pt x="276940" y="244509"/>
                  </a:moveTo>
                  <a:lnTo>
                    <a:pt x="131493" y="317430"/>
                  </a:lnTo>
                  <a:lnTo>
                    <a:pt x="0" y="72920"/>
                  </a:lnTo>
                  <a:lnTo>
                    <a:pt x="145644" y="0"/>
                  </a:lnTo>
                  <a:lnTo>
                    <a:pt x="276940" y="244509"/>
                  </a:lnTo>
                  <a:close/>
                </a:path>
              </a:pathLst>
            </a:custGeom>
            <a:solidFill>
              <a:srgbClr val="DFC8ED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F6DDDCF-30B9-41C5-9C7D-18824E6F7284}"/>
                </a:ext>
              </a:extLst>
            </p:cNvPr>
            <p:cNvSpPr/>
            <p:nvPr/>
          </p:nvSpPr>
          <p:spPr>
            <a:xfrm>
              <a:off x="4276864" y="5381341"/>
              <a:ext cx="276940" cy="317430"/>
            </a:xfrm>
            <a:custGeom>
              <a:avLst/>
              <a:gdLst>
                <a:gd name="connsiteX0" fmla="*/ 276940 w 276940"/>
                <a:gd name="connsiteY0" fmla="*/ 244313 h 317430"/>
                <a:gd name="connsiteX1" fmla="*/ 131296 w 276940"/>
                <a:gd name="connsiteY1" fmla="*/ 317430 h 317430"/>
                <a:gd name="connsiteX2" fmla="*/ 0 w 276940"/>
                <a:gd name="connsiteY2" fmla="*/ 72920 h 317430"/>
                <a:gd name="connsiteX3" fmla="*/ 145644 w 276940"/>
                <a:gd name="connsiteY3" fmla="*/ 0 h 317430"/>
                <a:gd name="connsiteX4" fmla="*/ 276940 w 276940"/>
                <a:gd name="connsiteY4" fmla="*/ 244313 h 31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940" h="317430">
                  <a:moveTo>
                    <a:pt x="276940" y="244313"/>
                  </a:moveTo>
                  <a:lnTo>
                    <a:pt x="131296" y="317430"/>
                  </a:lnTo>
                  <a:lnTo>
                    <a:pt x="0" y="72920"/>
                  </a:lnTo>
                  <a:lnTo>
                    <a:pt x="145644" y="0"/>
                  </a:lnTo>
                  <a:lnTo>
                    <a:pt x="276940" y="244313"/>
                  </a:lnTo>
                  <a:close/>
                </a:path>
              </a:pathLst>
            </a:custGeom>
            <a:solidFill>
              <a:srgbClr val="F3E0FC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FAB3E71-A433-4AB5-B856-EDDE893C25A9}"/>
                </a:ext>
              </a:extLst>
            </p:cNvPr>
            <p:cNvSpPr/>
            <p:nvPr/>
          </p:nvSpPr>
          <p:spPr>
            <a:xfrm>
              <a:off x="4267233" y="5454261"/>
              <a:ext cx="140927" cy="254140"/>
            </a:xfrm>
            <a:custGeom>
              <a:avLst/>
              <a:gdLst>
                <a:gd name="connsiteX0" fmla="*/ 9631 w 140927"/>
                <a:gd name="connsiteY0" fmla="*/ 0 h 254140"/>
                <a:gd name="connsiteX1" fmla="*/ 0 w 140927"/>
                <a:gd name="connsiteY1" fmla="*/ 9631 h 254140"/>
                <a:gd name="connsiteX2" fmla="*/ 131493 w 140927"/>
                <a:gd name="connsiteY2" fmla="*/ 254141 h 254140"/>
                <a:gd name="connsiteX3" fmla="*/ 140927 w 140927"/>
                <a:gd name="connsiteY3" fmla="*/ 244510 h 254140"/>
                <a:gd name="connsiteX4" fmla="*/ 9631 w 140927"/>
                <a:gd name="connsiteY4" fmla="*/ 0 h 254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27" h="254140">
                  <a:moveTo>
                    <a:pt x="9631" y="0"/>
                  </a:moveTo>
                  <a:lnTo>
                    <a:pt x="0" y="9631"/>
                  </a:lnTo>
                  <a:lnTo>
                    <a:pt x="131493" y="254141"/>
                  </a:lnTo>
                  <a:lnTo>
                    <a:pt x="140927" y="244510"/>
                  </a:lnTo>
                  <a:lnTo>
                    <a:pt x="9631" y="0"/>
                  </a:lnTo>
                  <a:close/>
                </a:path>
              </a:pathLst>
            </a:custGeom>
            <a:solidFill>
              <a:srgbClr val="DFC8ED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7AA858FF-ED1E-4505-B3C5-9A0ECAF4A64C}"/>
                </a:ext>
              </a:extLst>
            </p:cNvPr>
            <p:cNvSpPr/>
            <p:nvPr/>
          </p:nvSpPr>
          <p:spPr>
            <a:xfrm>
              <a:off x="4398726" y="5625654"/>
              <a:ext cx="155078" cy="82747"/>
            </a:xfrm>
            <a:custGeom>
              <a:avLst/>
              <a:gdLst>
                <a:gd name="connsiteX0" fmla="*/ 145448 w 155078"/>
                <a:gd name="connsiteY0" fmla="*/ 9828 h 82747"/>
                <a:gd name="connsiteX1" fmla="*/ 155079 w 155078"/>
                <a:gd name="connsiteY1" fmla="*/ 0 h 82747"/>
                <a:gd name="connsiteX2" fmla="*/ 9434 w 155078"/>
                <a:gd name="connsiteY2" fmla="*/ 73117 h 82747"/>
                <a:gd name="connsiteX3" fmla="*/ 0 w 155078"/>
                <a:gd name="connsiteY3" fmla="*/ 82748 h 82747"/>
                <a:gd name="connsiteX4" fmla="*/ 145448 w 155078"/>
                <a:gd name="connsiteY4" fmla="*/ 9828 h 82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78" h="82747">
                  <a:moveTo>
                    <a:pt x="145448" y="9828"/>
                  </a:moveTo>
                  <a:lnTo>
                    <a:pt x="155079" y="0"/>
                  </a:lnTo>
                  <a:lnTo>
                    <a:pt x="9434" y="73117"/>
                  </a:lnTo>
                  <a:lnTo>
                    <a:pt x="0" y="82748"/>
                  </a:lnTo>
                  <a:lnTo>
                    <a:pt x="145448" y="9828"/>
                  </a:lnTo>
                  <a:close/>
                </a:path>
              </a:pathLst>
            </a:custGeom>
            <a:solidFill>
              <a:srgbClr val="C7AFD8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1658EDF-CE2B-47C2-B0D9-3A3B005432D1}"/>
                </a:ext>
              </a:extLst>
            </p:cNvPr>
            <p:cNvSpPr/>
            <p:nvPr/>
          </p:nvSpPr>
          <p:spPr>
            <a:xfrm>
              <a:off x="4255244" y="5630743"/>
              <a:ext cx="441855" cy="341168"/>
            </a:xfrm>
            <a:custGeom>
              <a:avLst/>
              <a:gdLst>
                <a:gd name="connsiteX0" fmla="*/ 0 w 441855"/>
                <a:gd name="connsiteY0" fmla="*/ 283055 h 341168"/>
                <a:gd name="connsiteX1" fmla="*/ 240185 w 441855"/>
                <a:gd name="connsiteY1" fmla="*/ 174952 h 341168"/>
                <a:gd name="connsiteX2" fmla="*/ 414526 w 441855"/>
                <a:gd name="connsiteY2" fmla="*/ 414 h 341168"/>
                <a:gd name="connsiteX3" fmla="*/ 423371 w 441855"/>
                <a:gd name="connsiteY3" fmla="*/ 341037 h 341168"/>
                <a:gd name="connsiteX4" fmla="*/ 0 w 441855"/>
                <a:gd name="connsiteY4" fmla="*/ 283055 h 34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1855" h="341168">
                  <a:moveTo>
                    <a:pt x="0" y="283055"/>
                  </a:moveTo>
                  <a:cubicBezTo>
                    <a:pt x="0" y="283055"/>
                    <a:pt x="198516" y="175738"/>
                    <a:pt x="240185" y="174952"/>
                  </a:cubicBezTo>
                  <a:cubicBezTo>
                    <a:pt x="327651" y="47586"/>
                    <a:pt x="404699" y="-5286"/>
                    <a:pt x="414526" y="414"/>
                  </a:cubicBezTo>
                  <a:cubicBezTo>
                    <a:pt x="470347" y="32649"/>
                    <a:pt x="423371" y="341037"/>
                    <a:pt x="423371" y="341037"/>
                  </a:cubicBezTo>
                  <a:cubicBezTo>
                    <a:pt x="423371" y="341037"/>
                    <a:pt x="38524" y="346737"/>
                    <a:pt x="0" y="283055"/>
                  </a:cubicBezTo>
                  <a:close/>
                </a:path>
              </a:pathLst>
            </a:custGeom>
            <a:solidFill>
              <a:srgbClr val="33211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6DD868F-12F4-4292-9F37-F9B5C25D712C}"/>
                </a:ext>
              </a:extLst>
            </p:cNvPr>
            <p:cNvSpPr/>
            <p:nvPr/>
          </p:nvSpPr>
          <p:spPr>
            <a:xfrm>
              <a:off x="4429584" y="5386254"/>
              <a:ext cx="34003" cy="53265"/>
            </a:xfrm>
            <a:custGeom>
              <a:avLst/>
              <a:gdLst>
                <a:gd name="connsiteX0" fmla="*/ 17689 w 34003"/>
                <a:gd name="connsiteY0" fmla="*/ 0 h 53265"/>
                <a:gd name="connsiteX1" fmla="*/ 5110 w 34003"/>
                <a:gd name="connsiteY1" fmla="*/ 30072 h 53265"/>
                <a:gd name="connsiteX2" fmla="*/ 0 w 34003"/>
                <a:gd name="connsiteY2" fmla="*/ 53265 h 53265"/>
                <a:gd name="connsiteX3" fmla="*/ 15921 w 34003"/>
                <a:gd name="connsiteY3" fmla="*/ 35969 h 53265"/>
                <a:gd name="connsiteX4" fmla="*/ 34003 w 34003"/>
                <a:gd name="connsiteY4" fmla="*/ 3341 h 53265"/>
                <a:gd name="connsiteX5" fmla="*/ 17689 w 34003"/>
                <a:gd name="connsiteY5" fmla="*/ 0 h 53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003" h="53265">
                  <a:moveTo>
                    <a:pt x="17689" y="0"/>
                  </a:moveTo>
                  <a:lnTo>
                    <a:pt x="5110" y="30072"/>
                  </a:lnTo>
                  <a:lnTo>
                    <a:pt x="0" y="53265"/>
                  </a:lnTo>
                  <a:lnTo>
                    <a:pt x="15921" y="35969"/>
                  </a:lnTo>
                  <a:lnTo>
                    <a:pt x="34003" y="3341"/>
                  </a:lnTo>
                  <a:lnTo>
                    <a:pt x="17689" y="0"/>
                  </a:lnTo>
                  <a:close/>
                </a:path>
              </a:pathLst>
            </a:custGeom>
            <a:solidFill>
              <a:srgbClr val="492E2E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185F294A-1EA5-400E-BB1B-8357D4E1D6F6}"/>
                </a:ext>
              </a:extLst>
            </p:cNvPr>
            <p:cNvSpPr/>
            <p:nvPr/>
          </p:nvSpPr>
          <p:spPr>
            <a:xfrm>
              <a:off x="4431746" y="5321669"/>
              <a:ext cx="244706" cy="214946"/>
            </a:xfrm>
            <a:custGeom>
              <a:avLst/>
              <a:gdLst>
                <a:gd name="connsiteX0" fmla="*/ 193603 w 244706"/>
                <a:gd name="connsiteY0" fmla="*/ 214947 h 214946"/>
                <a:gd name="connsiteX1" fmla="*/ 244706 w 244706"/>
                <a:gd name="connsiteY1" fmla="*/ 142812 h 214946"/>
                <a:gd name="connsiteX2" fmla="*/ 108693 w 244706"/>
                <a:gd name="connsiteY2" fmla="*/ 18985 h 214946"/>
                <a:gd name="connsiteX3" fmla="*/ 34986 w 244706"/>
                <a:gd name="connsiteY3" fmla="*/ 23506 h 214946"/>
                <a:gd name="connsiteX4" fmla="*/ 0 w 244706"/>
                <a:gd name="connsiteY4" fmla="*/ 58295 h 214946"/>
                <a:gd name="connsiteX5" fmla="*/ 15528 w 244706"/>
                <a:gd name="connsiteY5" fmla="*/ 64192 h 214946"/>
                <a:gd name="connsiteX6" fmla="*/ 18869 w 244706"/>
                <a:gd name="connsiteY6" fmla="*/ 71465 h 214946"/>
                <a:gd name="connsiteX7" fmla="*/ 50121 w 244706"/>
                <a:gd name="connsiteY7" fmla="*/ 75002 h 214946"/>
                <a:gd name="connsiteX8" fmla="*/ 100634 w 244706"/>
                <a:gd name="connsiteY8" fmla="*/ 84436 h 214946"/>
                <a:gd name="connsiteX9" fmla="*/ 179255 w 244706"/>
                <a:gd name="connsiteY9" fmla="*/ 195095 h 214946"/>
                <a:gd name="connsiteX10" fmla="*/ 193603 w 244706"/>
                <a:gd name="connsiteY10" fmla="*/ 214947 h 214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4706" h="214946">
                  <a:moveTo>
                    <a:pt x="193603" y="214947"/>
                  </a:moveTo>
                  <a:cubicBezTo>
                    <a:pt x="210506" y="190771"/>
                    <a:pt x="228196" y="167185"/>
                    <a:pt x="244706" y="142812"/>
                  </a:cubicBezTo>
                  <a:cubicBezTo>
                    <a:pt x="210113" y="94068"/>
                    <a:pt x="130903" y="45520"/>
                    <a:pt x="108693" y="18985"/>
                  </a:cubicBezTo>
                  <a:cubicBezTo>
                    <a:pt x="83338" y="-11284"/>
                    <a:pt x="57983" y="-2046"/>
                    <a:pt x="34986" y="23506"/>
                  </a:cubicBezTo>
                  <a:cubicBezTo>
                    <a:pt x="24333" y="36085"/>
                    <a:pt x="12638" y="47721"/>
                    <a:pt x="0" y="58295"/>
                  </a:cubicBezTo>
                  <a:cubicBezTo>
                    <a:pt x="3145" y="66551"/>
                    <a:pt x="4717" y="64388"/>
                    <a:pt x="15528" y="64192"/>
                  </a:cubicBezTo>
                  <a:cubicBezTo>
                    <a:pt x="12383" y="69695"/>
                    <a:pt x="14545" y="72054"/>
                    <a:pt x="18869" y="71465"/>
                  </a:cubicBezTo>
                  <a:cubicBezTo>
                    <a:pt x="29384" y="68909"/>
                    <a:pt x="40450" y="70167"/>
                    <a:pt x="50121" y="75002"/>
                  </a:cubicBezTo>
                  <a:cubicBezTo>
                    <a:pt x="56607" y="78540"/>
                    <a:pt x="81176" y="78540"/>
                    <a:pt x="100634" y="84436"/>
                  </a:cubicBezTo>
                  <a:cubicBezTo>
                    <a:pt x="113803" y="88368"/>
                    <a:pt x="135227" y="118637"/>
                    <a:pt x="179255" y="195095"/>
                  </a:cubicBezTo>
                  <a:cubicBezTo>
                    <a:pt x="183481" y="202092"/>
                    <a:pt x="188276" y="208735"/>
                    <a:pt x="193603" y="214947"/>
                  </a:cubicBezTo>
                  <a:close/>
                </a:path>
              </a:pathLst>
            </a:custGeom>
            <a:solidFill>
              <a:srgbClr val="FFC3C2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C304B85E-AFB5-4C31-8F6B-F8660D745716}"/>
                </a:ext>
              </a:extLst>
            </p:cNvPr>
            <p:cNvSpPr/>
            <p:nvPr/>
          </p:nvSpPr>
          <p:spPr>
            <a:xfrm>
              <a:off x="4467912" y="5348936"/>
              <a:ext cx="32541" cy="25721"/>
            </a:xfrm>
            <a:custGeom>
              <a:avLst/>
              <a:gdLst>
                <a:gd name="connsiteX0" fmla="*/ 0 w 32541"/>
                <a:gd name="connsiteY0" fmla="*/ 25721 h 25721"/>
                <a:gd name="connsiteX1" fmla="*/ 27517 w 32541"/>
                <a:gd name="connsiteY1" fmla="*/ 17269 h 25721"/>
                <a:gd name="connsiteX2" fmla="*/ 22800 w 32541"/>
                <a:gd name="connsiteY2" fmla="*/ 169 h 25721"/>
                <a:gd name="connsiteX3" fmla="*/ 3145 w 32541"/>
                <a:gd name="connsiteY3" fmla="*/ 3708 h 25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541" h="25721">
                  <a:moveTo>
                    <a:pt x="0" y="25721"/>
                  </a:moveTo>
                  <a:cubicBezTo>
                    <a:pt x="9690" y="24974"/>
                    <a:pt x="19085" y="22085"/>
                    <a:pt x="27517" y="17269"/>
                  </a:cubicBezTo>
                  <a:cubicBezTo>
                    <a:pt x="36559" y="10194"/>
                    <a:pt x="32431" y="1545"/>
                    <a:pt x="22800" y="169"/>
                  </a:cubicBezTo>
                  <a:cubicBezTo>
                    <a:pt x="16039" y="-479"/>
                    <a:pt x="9238" y="740"/>
                    <a:pt x="3145" y="3708"/>
                  </a:cubicBezTo>
                  <a:close/>
                </a:path>
              </a:pathLst>
            </a:custGeom>
            <a:solidFill>
              <a:srgbClr val="FFB4A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90945AD5-63B1-4589-B4C2-4C8BE39E6FA0}"/>
                </a:ext>
              </a:extLst>
            </p:cNvPr>
            <p:cNvSpPr/>
            <p:nvPr/>
          </p:nvSpPr>
          <p:spPr>
            <a:xfrm>
              <a:off x="4448650" y="5315299"/>
              <a:ext cx="45599" cy="67810"/>
            </a:xfrm>
            <a:custGeom>
              <a:avLst/>
              <a:gdLst>
                <a:gd name="connsiteX0" fmla="*/ 19262 w 45599"/>
                <a:gd name="connsiteY0" fmla="*/ 59359 h 67810"/>
                <a:gd name="connsiteX1" fmla="*/ 45600 w 45599"/>
                <a:gd name="connsiteY1" fmla="*/ 5111 h 67810"/>
                <a:gd name="connsiteX2" fmla="*/ 32038 w 45599"/>
                <a:gd name="connsiteY2" fmla="*/ 0 h 67810"/>
                <a:gd name="connsiteX3" fmla="*/ 0 w 45599"/>
                <a:gd name="connsiteY3" fmla="*/ 67810 h 67810"/>
                <a:gd name="connsiteX4" fmla="*/ 19262 w 45599"/>
                <a:gd name="connsiteY4" fmla="*/ 59359 h 67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99" h="67810">
                  <a:moveTo>
                    <a:pt x="19262" y="59359"/>
                  </a:moveTo>
                  <a:lnTo>
                    <a:pt x="45600" y="5111"/>
                  </a:lnTo>
                  <a:lnTo>
                    <a:pt x="32038" y="0"/>
                  </a:lnTo>
                  <a:cubicBezTo>
                    <a:pt x="32038" y="0"/>
                    <a:pt x="9238" y="49727"/>
                    <a:pt x="0" y="67810"/>
                  </a:cubicBezTo>
                  <a:cubicBezTo>
                    <a:pt x="4678" y="62051"/>
                    <a:pt x="11852" y="58907"/>
                    <a:pt x="19262" y="59359"/>
                  </a:cubicBezTo>
                  <a:close/>
                </a:path>
              </a:pathLst>
            </a:custGeom>
            <a:solidFill>
              <a:srgbClr val="492E2E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86B55D6F-1C2F-40EB-B5D1-C13E878883A4}"/>
                </a:ext>
              </a:extLst>
            </p:cNvPr>
            <p:cNvSpPr/>
            <p:nvPr/>
          </p:nvSpPr>
          <p:spPr>
            <a:xfrm>
              <a:off x="4480527" y="5313042"/>
              <a:ext cx="13873" cy="9483"/>
            </a:xfrm>
            <a:custGeom>
              <a:avLst/>
              <a:gdLst>
                <a:gd name="connsiteX0" fmla="*/ 13723 w 13873"/>
                <a:gd name="connsiteY0" fmla="*/ 7367 h 9483"/>
                <a:gd name="connsiteX1" fmla="*/ 5271 w 13873"/>
                <a:gd name="connsiteY1" fmla="*/ 8743 h 9483"/>
                <a:gd name="connsiteX2" fmla="*/ 161 w 13873"/>
                <a:gd name="connsiteY2" fmla="*/ 2257 h 9483"/>
                <a:gd name="connsiteX3" fmla="*/ 8416 w 13873"/>
                <a:gd name="connsiteY3" fmla="*/ 685 h 9483"/>
                <a:gd name="connsiteX4" fmla="*/ 13723 w 13873"/>
                <a:gd name="connsiteY4" fmla="*/ 7367 h 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73" h="9483">
                  <a:moveTo>
                    <a:pt x="13723" y="7367"/>
                  </a:moveTo>
                  <a:cubicBezTo>
                    <a:pt x="13723" y="9529"/>
                    <a:pt x="9005" y="10119"/>
                    <a:pt x="5271" y="8743"/>
                  </a:cubicBezTo>
                  <a:cubicBezTo>
                    <a:pt x="1536" y="7367"/>
                    <a:pt x="-626" y="4419"/>
                    <a:pt x="161" y="2257"/>
                  </a:cubicBezTo>
                  <a:cubicBezTo>
                    <a:pt x="947" y="95"/>
                    <a:pt x="4681" y="-691"/>
                    <a:pt x="8416" y="685"/>
                  </a:cubicBezTo>
                  <a:cubicBezTo>
                    <a:pt x="12150" y="2061"/>
                    <a:pt x="14509" y="5795"/>
                    <a:pt x="13723" y="7367"/>
                  </a:cubicBezTo>
                  <a:close/>
                </a:path>
              </a:pathLst>
            </a:custGeom>
            <a:solidFill>
              <a:srgbClr val="604040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2CC3D6A4-3A88-4618-8B1A-2A817882C6D1}"/>
                </a:ext>
              </a:extLst>
            </p:cNvPr>
            <p:cNvSpPr/>
            <p:nvPr/>
          </p:nvSpPr>
          <p:spPr>
            <a:xfrm>
              <a:off x="4341923" y="5692083"/>
              <a:ext cx="164630" cy="239921"/>
            </a:xfrm>
            <a:custGeom>
              <a:avLst/>
              <a:gdLst>
                <a:gd name="connsiteX0" fmla="*/ 134244 w 164630"/>
                <a:gd name="connsiteY0" fmla="*/ 217979 h 239921"/>
                <a:gd name="connsiteX1" fmla="*/ 153899 w 164630"/>
                <a:gd name="connsiteY1" fmla="*/ 131693 h 239921"/>
                <a:gd name="connsiteX2" fmla="*/ 148789 w 164630"/>
                <a:gd name="connsiteY2" fmla="*/ 49732 h 239921"/>
                <a:gd name="connsiteX3" fmla="*/ 83927 w 164630"/>
                <a:gd name="connsiteY3" fmla="*/ 21232 h 239921"/>
                <a:gd name="connsiteX4" fmla="*/ 62307 w 164630"/>
                <a:gd name="connsiteY4" fmla="*/ 112628 h 239921"/>
                <a:gd name="connsiteX5" fmla="*/ 0 w 164630"/>
                <a:gd name="connsiteY5" fmla="*/ 226431 h 239921"/>
                <a:gd name="connsiteX6" fmla="*/ 134244 w 164630"/>
                <a:gd name="connsiteY6" fmla="*/ 217979 h 239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630" h="239921">
                  <a:moveTo>
                    <a:pt x="134244" y="217979"/>
                  </a:moveTo>
                  <a:cubicBezTo>
                    <a:pt x="134598" y="188143"/>
                    <a:pt x="141281" y="158739"/>
                    <a:pt x="153899" y="131693"/>
                  </a:cubicBezTo>
                  <a:cubicBezTo>
                    <a:pt x="169899" y="106103"/>
                    <a:pt x="167855" y="73141"/>
                    <a:pt x="148789" y="49732"/>
                  </a:cubicBezTo>
                  <a:cubicBezTo>
                    <a:pt x="107513" y="-782"/>
                    <a:pt x="99848" y="-17292"/>
                    <a:pt x="83927" y="21232"/>
                  </a:cubicBezTo>
                  <a:cubicBezTo>
                    <a:pt x="68007" y="59756"/>
                    <a:pt x="88841" y="69584"/>
                    <a:pt x="62307" y="112628"/>
                  </a:cubicBezTo>
                  <a:cubicBezTo>
                    <a:pt x="35772" y="155672"/>
                    <a:pt x="0" y="226431"/>
                    <a:pt x="0" y="226431"/>
                  </a:cubicBezTo>
                  <a:cubicBezTo>
                    <a:pt x="0" y="226431"/>
                    <a:pt x="135620" y="261810"/>
                    <a:pt x="134244" y="217979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19B0A2AD-2285-47C8-9BB5-067A0B1C8782}"/>
                </a:ext>
              </a:extLst>
            </p:cNvPr>
            <p:cNvSpPr/>
            <p:nvPr/>
          </p:nvSpPr>
          <p:spPr>
            <a:xfrm>
              <a:off x="4210185" y="5758718"/>
              <a:ext cx="777915" cy="418819"/>
            </a:xfrm>
            <a:custGeom>
              <a:avLst/>
              <a:gdLst>
                <a:gd name="connsiteX0" fmla="*/ 720605 w 777915"/>
                <a:gd name="connsiteY0" fmla="*/ 0 h 418819"/>
                <a:gd name="connsiteX1" fmla="*/ 772298 w 777915"/>
                <a:gd name="connsiteY1" fmla="*/ 235861 h 418819"/>
                <a:gd name="connsiteX2" fmla="*/ 682867 w 777915"/>
                <a:gd name="connsiteY2" fmla="*/ 325882 h 418819"/>
                <a:gd name="connsiteX3" fmla="*/ 498895 w 777915"/>
                <a:gd name="connsiteY3" fmla="*/ 417278 h 418819"/>
                <a:gd name="connsiteX4" fmla="*/ 24224 w 777915"/>
                <a:gd name="connsiteY4" fmla="*/ 286965 h 418819"/>
                <a:gd name="connsiteX5" fmla="*/ 95572 w 777915"/>
                <a:gd name="connsiteY5" fmla="*/ 121469 h 418819"/>
                <a:gd name="connsiteX6" fmla="*/ 375265 w 777915"/>
                <a:gd name="connsiteY6" fmla="*/ 117734 h 41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7915" h="418819">
                  <a:moveTo>
                    <a:pt x="720605" y="0"/>
                  </a:moveTo>
                  <a:cubicBezTo>
                    <a:pt x="720605" y="0"/>
                    <a:pt x="799225" y="140927"/>
                    <a:pt x="772298" y="235861"/>
                  </a:cubicBezTo>
                  <a:cubicBezTo>
                    <a:pt x="763649" y="265933"/>
                    <a:pt x="731611" y="290896"/>
                    <a:pt x="682867" y="325882"/>
                  </a:cubicBezTo>
                  <a:cubicBezTo>
                    <a:pt x="627046" y="366175"/>
                    <a:pt x="616826" y="404502"/>
                    <a:pt x="498895" y="417278"/>
                  </a:cubicBezTo>
                  <a:cubicBezTo>
                    <a:pt x="387254" y="428482"/>
                    <a:pt x="91051" y="377968"/>
                    <a:pt x="24224" y="286965"/>
                  </a:cubicBezTo>
                  <a:cubicBezTo>
                    <a:pt x="-33365" y="208344"/>
                    <a:pt x="20293" y="121665"/>
                    <a:pt x="95572" y="121469"/>
                  </a:cubicBezTo>
                  <a:cubicBezTo>
                    <a:pt x="200923" y="121469"/>
                    <a:pt x="377427" y="118914"/>
                    <a:pt x="375265" y="117734"/>
                  </a:cubicBezTo>
                  <a:close/>
                </a:path>
              </a:pathLst>
            </a:custGeom>
            <a:solidFill>
              <a:srgbClr val="472E2E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C3258748-3911-4F43-9233-F93F8372CEC3}"/>
                </a:ext>
              </a:extLst>
            </p:cNvPr>
            <p:cNvSpPr/>
            <p:nvPr/>
          </p:nvSpPr>
          <p:spPr>
            <a:xfrm>
              <a:off x="4532594" y="5249062"/>
              <a:ext cx="422764" cy="722419"/>
            </a:xfrm>
            <a:custGeom>
              <a:avLst/>
              <a:gdLst>
                <a:gd name="connsiteX0" fmla="*/ 229162 w 422764"/>
                <a:gd name="connsiteY0" fmla="*/ 0 h 722419"/>
                <a:gd name="connsiteX1" fmla="*/ 307782 w 422764"/>
                <a:gd name="connsiteY1" fmla="*/ 18279 h 722419"/>
                <a:gd name="connsiteX2" fmla="*/ 379131 w 422764"/>
                <a:gd name="connsiteY2" fmla="*/ 201662 h 722419"/>
                <a:gd name="connsiteX3" fmla="*/ 371269 w 422764"/>
                <a:gd name="connsiteY3" fmla="*/ 398213 h 722419"/>
                <a:gd name="connsiteX4" fmla="*/ 422765 w 422764"/>
                <a:gd name="connsiteY4" fmla="*/ 562333 h 722419"/>
                <a:gd name="connsiteX5" fmla="*/ 244297 w 422764"/>
                <a:gd name="connsiteY5" fmla="*/ 718001 h 722419"/>
                <a:gd name="connsiteX6" fmla="*/ 25732 w 422764"/>
                <a:gd name="connsiteY6" fmla="*/ 640756 h 722419"/>
                <a:gd name="connsiteX7" fmla="*/ 40277 w 422764"/>
                <a:gd name="connsiteY7" fmla="*/ 559384 h 722419"/>
                <a:gd name="connsiteX8" fmla="*/ 967 w 422764"/>
                <a:gd name="connsiteY8" fmla="*/ 320575 h 722419"/>
                <a:gd name="connsiteX9" fmla="*/ 38115 w 422764"/>
                <a:gd name="connsiteY9" fmla="*/ 126186 h 722419"/>
                <a:gd name="connsiteX10" fmla="*/ 115163 w 422764"/>
                <a:gd name="connsiteY10" fmla="*/ 81765 h 722419"/>
                <a:gd name="connsiteX11" fmla="*/ 229162 w 422764"/>
                <a:gd name="connsiteY11" fmla="*/ 0 h 722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2764" h="722419">
                  <a:moveTo>
                    <a:pt x="229162" y="0"/>
                  </a:moveTo>
                  <a:cubicBezTo>
                    <a:pt x="229162" y="0"/>
                    <a:pt x="285769" y="0"/>
                    <a:pt x="307782" y="18279"/>
                  </a:cubicBezTo>
                  <a:cubicBezTo>
                    <a:pt x="352400" y="57589"/>
                    <a:pt x="370286" y="127758"/>
                    <a:pt x="379131" y="201662"/>
                  </a:cubicBezTo>
                  <a:cubicBezTo>
                    <a:pt x="387976" y="275565"/>
                    <a:pt x="371269" y="330009"/>
                    <a:pt x="371269" y="398213"/>
                  </a:cubicBezTo>
                  <a:cubicBezTo>
                    <a:pt x="371269" y="466416"/>
                    <a:pt x="422765" y="511033"/>
                    <a:pt x="422765" y="562333"/>
                  </a:cubicBezTo>
                  <a:cubicBezTo>
                    <a:pt x="422765" y="658643"/>
                    <a:pt x="317807" y="704243"/>
                    <a:pt x="244297" y="718001"/>
                  </a:cubicBezTo>
                  <a:cubicBezTo>
                    <a:pt x="137963" y="737656"/>
                    <a:pt x="53642" y="688125"/>
                    <a:pt x="25732" y="640756"/>
                  </a:cubicBezTo>
                  <a:cubicBezTo>
                    <a:pt x="18872" y="612787"/>
                    <a:pt x="24159" y="583246"/>
                    <a:pt x="40277" y="559384"/>
                  </a:cubicBezTo>
                  <a:cubicBezTo>
                    <a:pt x="53838" y="539729"/>
                    <a:pt x="967" y="395068"/>
                    <a:pt x="967" y="320575"/>
                  </a:cubicBezTo>
                  <a:cubicBezTo>
                    <a:pt x="967" y="250210"/>
                    <a:pt x="-9451" y="170213"/>
                    <a:pt x="38115" y="126186"/>
                  </a:cubicBezTo>
                  <a:cubicBezTo>
                    <a:pt x="60816" y="106727"/>
                    <a:pt x="86938" y="91652"/>
                    <a:pt x="115163" y="81765"/>
                  </a:cubicBezTo>
                  <a:cubicBezTo>
                    <a:pt x="157991" y="61953"/>
                    <a:pt x="196672" y="34219"/>
                    <a:pt x="229162" y="0"/>
                  </a:cubicBezTo>
                  <a:close/>
                </a:path>
              </a:pathLst>
            </a:custGeom>
            <a:solidFill>
              <a:schemeClr val="accent5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860B7A45-AE88-4413-8524-3EA72B3471D5}"/>
                </a:ext>
              </a:extLst>
            </p:cNvPr>
            <p:cNvSpPr/>
            <p:nvPr/>
          </p:nvSpPr>
          <p:spPr>
            <a:xfrm>
              <a:off x="4631246" y="5163169"/>
              <a:ext cx="162727" cy="173176"/>
            </a:xfrm>
            <a:custGeom>
              <a:avLst/>
              <a:gdLst>
                <a:gd name="connsiteX0" fmla="*/ 144858 w 162727"/>
                <a:gd name="connsiteY0" fmla="*/ 0 h 173176"/>
                <a:gd name="connsiteX1" fmla="*/ 155865 w 162727"/>
                <a:gd name="connsiteY1" fmla="*/ 116358 h 173176"/>
                <a:gd name="connsiteX2" fmla="*/ 111641 w 162727"/>
                <a:gd name="connsiteY2" fmla="*/ 164120 h 173176"/>
                <a:gd name="connsiteX3" fmla="*/ 0 w 162727"/>
                <a:gd name="connsiteY3" fmla="*/ 164120 h 173176"/>
                <a:gd name="connsiteX4" fmla="*/ 14938 w 162727"/>
                <a:gd name="connsiteY4" fmla="*/ 46190 h 17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727" h="173176">
                  <a:moveTo>
                    <a:pt x="144858" y="0"/>
                  </a:moveTo>
                  <a:cubicBezTo>
                    <a:pt x="144858" y="0"/>
                    <a:pt x="137979" y="95523"/>
                    <a:pt x="155865" y="116358"/>
                  </a:cubicBezTo>
                  <a:cubicBezTo>
                    <a:pt x="173751" y="137193"/>
                    <a:pt x="155865" y="157044"/>
                    <a:pt x="111641" y="164120"/>
                  </a:cubicBezTo>
                  <a:cubicBezTo>
                    <a:pt x="60734" y="172179"/>
                    <a:pt x="23783" y="179648"/>
                    <a:pt x="0" y="164120"/>
                  </a:cubicBezTo>
                  <a:cubicBezTo>
                    <a:pt x="7489" y="125164"/>
                    <a:pt x="12461" y="85775"/>
                    <a:pt x="14938" y="46190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FE84DC42-3F3E-41AA-845C-B331334FC823}"/>
                </a:ext>
              </a:extLst>
            </p:cNvPr>
            <p:cNvSpPr/>
            <p:nvPr/>
          </p:nvSpPr>
          <p:spPr>
            <a:xfrm>
              <a:off x="4582565" y="4974944"/>
              <a:ext cx="244441" cy="283028"/>
            </a:xfrm>
            <a:custGeom>
              <a:avLst/>
              <a:gdLst>
                <a:gd name="connsiteX0" fmla="*/ 236387 w 244441"/>
                <a:gd name="connsiteY0" fmla="*/ 64595 h 283028"/>
                <a:gd name="connsiteX1" fmla="*/ 83903 w 244441"/>
                <a:gd name="connsiteY1" fmla="*/ 11369 h 283028"/>
                <a:gd name="connsiteX2" fmla="*/ 50253 w 244441"/>
                <a:gd name="connsiteY2" fmla="*/ 36095 h 283028"/>
                <a:gd name="connsiteX3" fmla="*/ 61260 w 244441"/>
                <a:gd name="connsiteY3" fmla="*/ 282766 h 283028"/>
                <a:gd name="connsiteX4" fmla="*/ 196684 w 244441"/>
                <a:gd name="connsiteY4" fmla="*/ 230484 h 283028"/>
                <a:gd name="connsiteX5" fmla="*/ 236387 w 244441"/>
                <a:gd name="connsiteY5" fmla="*/ 64595 h 283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4441" h="283028">
                  <a:moveTo>
                    <a:pt x="236387" y="64595"/>
                  </a:moveTo>
                  <a:cubicBezTo>
                    <a:pt x="208968" y="7792"/>
                    <a:pt x="140706" y="-16030"/>
                    <a:pt x="83903" y="11369"/>
                  </a:cubicBezTo>
                  <a:cubicBezTo>
                    <a:pt x="71264" y="17481"/>
                    <a:pt x="59865" y="25855"/>
                    <a:pt x="50253" y="36095"/>
                  </a:cubicBezTo>
                  <a:cubicBezTo>
                    <a:pt x="-33478" y="114715"/>
                    <a:pt x="-457" y="271956"/>
                    <a:pt x="61260" y="282766"/>
                  </a:cubicBezTo>
                  <a:cubicBezTo>
                    <a:pt x="111793" y="285518"/>
                    <a:pt x="161108" y="266492"/>
                    <a:pt x="196684" y="230484"/>
                  </a:cubicBezTo>
                  <a:cubicBezTo>
                    <a:pt x="243856" y="182525"/>
                    <a:pt x="253880" y="101743"/>
                    <a:pt x="236387" y="64595"/>
                  </a:cubicBezTo>
                  <a:close/>
                </a:path>
              </a:pathLst>
            </a:custGeom>
            <a:solidFill>
              <a:srgbClr val="FFC3C2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84CEFBAC-1A75-4EA4-880E-A83C036B652A}"/>
                </a:ext>
              </a:extLst>
            </p:cNvPr>
            <p:cNvSpPr/>
            <p:nvPr/>
          </p:nvSpPr>
          <p:spPr>
            <a:xfrm>
              <a:off x="4585449" y="4945752"/>
              <a:ext cx="278474" cy="338688"/>
            </a:xfrm>
            <a:custGeom>
              <a:avLst/>
              <a:gdLst>
                <a:gd name="connsiteX0" fmla="*/ 0 w 278474"/>
                <a:gd name="connsiteY0" fmla="*/ 46810 h 338688"/>
                <a:gd name="connsiteX1" fmla="*/ 73707 w 278474"/>
                <a:gd name="connsiteY1" fmla="*/ 134472 h 338688"/>
                <a:gd name="connsiteX2" fmla="*/ 65255 w 278474"/>
                <a:gd name="connsiteY2" fmla="*/ 188720 h 338688"/>
                <a:gd name="connsiteX3" fmla="*/ 77638 w 278474"/>
                <a:gd name="connsiteY3" fmla="*/ 198941 h 338688"/>
                <a:gd name="connsiteX4" fmla="*/ 126775 w 278474"/>
                <a:gd name="connsiteY4" fmla="*/ 190292 h 338688"/>
                <a:gd name="connsiteX5" fmla="*/ 106137 w 278474"/>
                <a:gd name="connsiteY5" fmla="*/ 244934 h 338688"/>
                <a:gd name="connsiteX6" fmla="*/ 175520 w 278474"/>
                <a:gd name="connsiteY6" fmla="*/ 338689 h 338688"/>
                <a:gd name="connsiteX7" fmla="*/ 248244 w 278474"/>
                <a:gd name="connsiteY7" fmla="*/ 242378 h 338688"/>
                <a:gd name="connsiteX8" fmla="*/ 243724 w 278474"/>
                <a:gd name="connsiteY8" fmla="*/ 81207 h 338688"/>
                <a:gd name="connsiteX9" fmla="*/ 134225 w 278474"/>
                <a:gd name="connsiteY9" fmla="*/ 1152 h 338688"/>
                <a:gd name="connsiteX10" fmla="*/ 113213 w 278474"/>
                <a:gd name="connsiteY10" fmla="*/ 6911 h 338688"/>
                <a:gd name="connsiteX11" fmla="*/ 51693 w 278474"/>
                <a:gd name="connsiteY11" fmla="*/ 35804 h 338688"/>
                <a:gd name="connsiteX12" fmla="*/ 0 w 278474"/>
                <a:gd name="connsiteY12" fmla="*/ 46810 h 33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474" h="338688">
                  <a:moveTo>
                    <a:pt x="0" y="46810"/>
                  </a:moveTo>
                  <a:cubicBezTo>
                    <a:pt x="10496" y="85433"/>
                    <a:pt x="37443" y="117510"/>
                    <a:pt x="73707" y="134472"/>
                  </a:cubicBezTo>
                  <a:cubicBezTo>
                    <a:pt x="79230" y="152908"/>
                    <a:pt x="76124" y="172839"/>
                    <a:pt x="65255" y="188720"/>
                  </a:cubicBezTo>
                  <a:cubicBezTo>
                    <a:pt x="67220" y="195206"/>
                    <a:pt x="77638" y="198941"/>
                    <a:pt x="77638" y="198941"/>
                  </a:cubicBezTo>
                  <a:cubicBezTo>
                    <a:pt x="91396" y="179286"/>
                    <a:pt x="116948" y="168476"/>
                    <a:pt x="126775" y="190292"/>
                  </a:cubicBezTo>
                  <a:cubicBezTo>
                    <a:pt x="136603" y="212110"/>
                    <a:pt x="123237" y="224296"/>
                    <a:pt x="106137" y="244934"/>
                  </a:cubicBezTo>
                  <a:cubicBezTo>
                    <a:pt x="93362" y="303899"/>
                    <a:pt x="175520" y="338689"/>
                    <a:pt x="175520" y="338689"/>
                  </a:cubicBezTo>
                  <a:cubicBezTo>
                    <a:pt x="197651" y="305059"/>
                    <a:pt x="221946" y="272883"/>
                    <a:pt x="248244" y="242378"/>
                  </a:cubicBezTo>
                  <a:cubicBezTo>
                    <a:pt x="283230" y="203068"/>
                    <a:pt x="295220" y="119731"/>
                    <a:pt x="243724" y="81207"/>
                  </a:cubicBezTo>
                  <a:cubicBezTo>
                    <a:pt x="235586" y="28865"/>
                    <a:pt x="186566" y="-6986"/>
                    <a:pt x="134225" y="1152"/>
                  </a:cubicBezTo>
                  <a:cubicBezTo>
                    <a:pt x="127031" y="2252"/>
                    <a:pt x="119975" y="4198"/>
                    <a:pt x="113213" y="6911"/>
                  </a:cubicBezTo>
                  <a:cubicBezTo>
                    <a:pt x="85893" y="17131"/>
                    <a:pt x="70169" y="28138"/>
                    <a:pt x="51693" y="35804"/>
                  </a:cubicBezTo>
                  <a:cubicBezTo>
                    <a:pt x="35458" y="43174"/>
                    <a:pt x="17827" y="46928"/>
                    <a:pt x="0" y="46810"/>
                  </a:cubicBezTo>
                  <a:close/>
                </a:path>
              </a:pathLst>
            </a:custGeom>
            <a:solidFill>
              <a:srgbClr val="33211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DB5C997-4E7A-4FFA-A0E5-F7F5C4EC5E21}"/>
                </a:ext>
              </a:extLst>
            </p:cNvPr>
            <p:cNvSpPr/>
            <p:nvPr/>
          </p:nvSpPr>
          <p:spPr>
            <a:xfrm>
              <a:off x="4388966" y="5478437"/>
              <a:ext cx="244312" cy="296416"/>
            </a:xfrm>
            <a:custGeom>
              <a:avLst/>
              <a:gdLst>
                <a:gd name="connsiteX0" fmla="*/ 40618 w 244312"/>
                <a:gd name="connsiteY0" fmla="*/ 295416 h 296416"/>
                <a:gd name="connsiteX1" fmla="*/ 81894 w 244312"/>
                <a:gd name="connsiteY1" fmla="*/ 278120 h 296416"/>
                <a:gd name="connsiteX2" fmla="*/ 242280 w 244312"/>
                <a:gd name="connsiteY2" fmla="*/ 46779 h 296416"/>
                <a:gd name="connsiteX3" fmla="*/ 132604 w 244312"/>
                <a:gd name="connsiteY3" fmla="*/ 0 h 296416"/>
                <a:gd name="connsiteX4" fmla="*/ 1308 w 244312"/>
                <a:gd name="connsiteY4" fmla="*/ 228982 h 296416"/>
                <a:gd name="connsiteX5" fmla="*/ 40618 w 244312"/>
                <a:gd name="connsiteY5" fmla="*/ 295416 h 296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4312" h="296416">
                  <a:moveTo>
                    <a:pt x="40618" y="295416"/>
                  </a:moveTo>
                  <a:cubicBezTo>
                    <a:pt x="63025" y="298364"/>
                    <a:pt x="63615" y="295416"/>
                    <a:pt x="81894" y="278120"/>
                  </a:cubicBezTo>
                  <a:cubicBezTo>
                    <a:pt x="160514" y="202840"/>
                    <a:pt x="225573" y="82748"/>
                    <a:pt x="242280" y="46779"/>
                  </a:cubicBezTo>
                  <a:cubicBezTo>
                    <a:pt x="261935" y="4324"/>
                    <a:pt x="132604" y="0"/>
                    <a:pt x="132604" y="0"/>
                  </a:cubicBezTo>
                  <a:cubicBezTo>
                    <a:pt x="132604" y="0"/>
                    <a:pt x="39046" y="164316"/>
                    <a:pt x="1308" y="228982"/>
                  </a:cubicBezTo>
                  <a:cubicBezTo>
                    <a:pt x="-6358" y="241954"/>
                    <a:pt x="21356" y="292861"/>
                    <a:pt x="40618" y="295416"/>
                  </a:cubicBezTo>
                  <a:close/>
                </a:path>
              </a:pathLst>
            </a:custGeom>
            <a:solidFill>
              <a:srgbClr val="FFC3C2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4113CF3-E7B3-45AC-AB3D-E8DD7B70A117}"/>
                </a:ext>
              </a:extLst>
            </p:cNvPr>
            <p:cNvSpPr/>
            <p:nvPr/>
          </p:nvSpPr>
          <p:spPr>
            <a:xfrm>
              <a:off x="4440395" y="5365358"/>
              <a:ext cx="226744" cy="300391"/>
            </a:xfrm>
            <a:custGeom>
              <a:avLst/>
              <a:gdLst>
                <a:gd name="connsiteX0" fmla="*/ 142106 w 226744"/>
                <a:gd name="connsiteY0" fmla="*/ 300392 h 300391"/>
                <a:gd name="connsiteX1" fmla="*/ 0 w 226744"/>
                <a:gd name="connsiteY1" fmla="*/ 214892 h 300391"/>
                <a:gd name="connsiteX2" fmla="*/ 162941 w 226744"/>
                <a:gd name="connsiteY2" fmla="*/ 2813 h 300391"/>
                <a:gd name="connsiteX3" fmla="*/ 205789 w 226744"/>
                <a:gd name="connsiteY3" fmla="*/ 200937 h 300391"/>
                <a:gd name="connsiteX4" fmla="*/ 142106 w 226744"/>
                <a:gd name="connsiteY4" fmla="*/ 300392 h 30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744" h="300391">
                  <a:moveTo>
                    <a:pt x="142106" y="300392"/>
                  </a:moveTo>
                  <a:cubicBezTo>
                    <a:pt x="82158" y="283882"/>
                    <a:pt x="37738" y="266388"/>
                    <a:pt x="0" y="214892"/>
                  </a:cubicBezTo>
                  <a:cubicBezTo>
                    <a:pt x="52676" y="95586"/>
                    <a:pt x="111838" y="-19593"/>
                    <a:pt x="162941" y="2813"/>
                  </a:cubicBezTo>
                  <a:cubicBezTo>
                    <a:pt x="221906" y="28955"/>
                    <a:pt x="248441" y="113865"/>
                    <a:pt x="205789" y="200937"/>
                  </a:cubicBezTo>
                  <a:cubicBezTo>
                    <a:pt x="190360" y="237456"/>
                    <a:pt x="168818" y="271086"/>
                    <a:pt x="142106" y="300392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1E6B12A8-C3A7-41C8-845B-C586DB4BCC6C}"/>
                </a:ext>
              </a:extLst>
            </p:cNvPr>
            <p:cNvSpPr/>
            <p:nvPr/>
          </p:nvSpPr>
          <p:spPr>
            <a:xfrm>
              <a:off x="4611394" y="5820435"/>
              <a:ext cx="175716" cy="39870"/>
            </a:xfrm>
            <a:custGeom>
              <a:avLst/>
              <a:gdLst>
                <a:gd name="connsiteX0" fmla="*/ 0 w 175716"/>
                <a:gd name="connsiteY0" fmla="*/ 0 h 39870"/>
                <a:gd name="connsiteX1" fmla="*/ 93362 w 175716"/>
                <a:gd name="connsiteY1" fmla="*/ 15134 h 39870"/>
                <a:gd name="connsiteX2" fmla="*/ 175717 w 175716"/>
                <a:gd name="connsiteY2" fmla="*/ 7469 h 39870"/>
                <a:gd name="connsiteX3" fmla="*/ 93362 w 175716"/>
                <a:gd name="connsiteY3" fmla="*/ 39703 h 39870"/>
                <a:gd name="connsiteX4" fmla="*/ 0 w 175716"/>
                <a:gd name="connsiteY4" fmla="*/ 0 h 39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716" h="39870">
                  <a:moveTo>
                    <a:pt x="0" y="0"/>
                  </a:moveTo>
                  <a:cubicBezTo>
                    <a:pt x="30328" y="9101"/>
                    <a:pt x="61717" y="14191"/>
                    <a:pt x="93362" y="15134"/>
                  </a:cubicBezTo>
                  <a:cubicBezTo>
                    <a:pt x="132672" y="13759"/>
                    <a:pt x="175717" y="7469"/>
                    <a:pt x="175717" y="7469"/>
                  </a:cubicBezTo>
                  <a:cubicBezTo>
                    <a:pt x="154253" y="29660"/>
                    <a:pt x="124201" y="41433"/>
                    <a:pt x="93362" y="39703"/>
                  </a:cubicBezTo>
                  <a:cubicBezTo>
                    <a:pt x="58769" y="36932"/>
                    <a:pt x="26004" y="22996"/>
                    <a:pt x="0" y="0"/>
                  </a:cubicBezTo>
                  <a:close/>
                </a:path>
              </a:pathLst>
            </a:custGeom>
            <a:solidFill>
              <a:srgbClr val="9A9AD6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A70CFE39-4C7D-4C17-9120-14E29C103565}"/>
                </a:ext>
              </a:extLst>
            </p:cNvPr>
            <p:cNvSpPr/>
            <p:nvPr/>
          </p:nvSpPr>
          <p:spPr>
            <a:xfrm>
              <a:off x="4611394" y="5754296"/>
              <a:ext cx="148789" cy="39015"/>
            </a:xfrm>
            <a:custGeom>
              <a:avLst/>
              <a:gdLst>
                <a:gd name="connsiteX0" fmla="*/ 148789 w 148789"/>
                <a:gd name="connsiteY0" fmla="*/ 4422 h 39015"/>
                <a:gd name="connsiteX1" fmla="*/ 77441 w 148789"/>
                <a:gd name="connsiteY1" fmla="*/ 30367 h 39015"/>
                <a:gd name="connsiteX2" fmla="*/ 0 w 148789"/>
                <a:gd name="connsiteY2" fmla="*/ 39015 h 39015"/>
                <a:gd name="connsiteX3" fmla="*/ 74296 w 148789"/>
                <a:gd name="connsiteY3" fmla="*/ 4422 h 39015"/>
                <a:gd name="connsiteX4" fmla="*/ 148789 w 148789"/>
                <a:gd name="connsiteY4" fmla="*/ 4422 h 39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789" h="39015">
                  <a:moveTo>
                    <a:pt x="148789" y="4422"/>
                  </a:moveTo>
                  <a:cubicBezTo>
                    <a:pt x="126520" y="16785"/>
                    <a:pt x="102443" y="25552"/>
                    <a:pt x="77441" y="30367"/>
                  </a:cubicBezTo>
                  <a:cubicBezTo>
                    <a:pt x="51870" y="35144"/>
                    <a:pt x="25984" y="38033"/>
                    <a:pt x="0" y="39015"/>
                  </a:cubicBezTo>
                  <a:cubicBezTo>
                    <a:pt x="22485" y="23134"/>
                    <a:pt x="47664" y="11420"/>
                    <a:pt x="74296" y="4422"/>
                  </a:cubicBezTo>
                  <a:cubicBezTo>
                    <a:pt x="98787" y="-1474"/>
                    <a:pt x="124299" y="-1474"/>
                    <a:pt x="148789" y="4422"/>
                  </a:cubicBezTo>
                  <a:close/>
                </a:path>
              </a:pathLst>
            </a:custGeom>
            <a:solidFill>
              <a:srgbClr val="9A9AD6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EDC2E67-402E-45F9-B6A0-25FA3CD99EB9}"/>
                </a:ext>
              </a:extLst>
            </p:cNvPr>
            <p:cNvSpPr/>
            <p:nvPr/>
          </p:nvSpPr>
          <p:spPr>
            <a:xfrm>
              <a:off x="4600584" y="5258692"/>
              <a:ext cx="203824" cy="97888"/>
            </a:xfrm>
            <a:custGeom>
              <a:avLst/>
              <a:gdLst>
                <a:gd name="connsiteX0" fmla="*/ 177879 w 203824"/>
                <a:gd name="connsiteY0" fmla="*/ 0 h 97888"/>
                <a:gd name="connsiteX1" fmla="*/ 203234 w 203824"/>
                <a:gd name="connsiteY1" fmla="*/ 39310 h 97888"/>
                <a:gd name="connsiteX2" fmla="*/ 124614 w 203824"/>
                <a:gd name="connsiteY2" fmla="*/ 97096 h 97888"/>
                <a:gd name="connsiteX3" fmla="*/ 0 w 203824"/>
                <a:gd name="connsiteY3" fmla="*/ 93952 h 97888"/>
                <a:gd name="connsiteX4" fmla="*/ 52872 w 203824"/>
                <a:gd name="connsiteY4" fmla="*/ 49334 h 97888"/>
                <a:gd name="connsiteX5" fmla="*/ 162941 w 203824"/>
                <a:gd name="connsiteY5" fmla="*/ 30859 h 97888"/>
                <a:gd name="connsiteX6" fmla="*/ 177879 w 203824"/>
                <a:gd name="connsiteY6" fmla="*/ 0 h 97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3824" h="97888">
                  <a:moveTo>
                    <a:pt x="177879" y="0"/>
                  </a:moveTo>
                  <a:cubicBezTo>
                    <a:pt x="190065" y="10280"/>
                    <a:pt x="198890" y="23979"/>
                    <a:pt x="203234" y="39310"/>
                  </a:cubicBezTo>
                  <a:cubicBezTo>
                    <a:pt x="209130" y="63289"/>
                    <a:pt x="170017" y="93166"/>
                    <a:pt x="124614" y="97096"/>
                  </a:cubicBezTo>
                  <a:cubicBezTo>
                    <a:pt x="83043" y="98806"/>
                    <a:pt x="41414" y="97745"/>
                    <a:pt x="0" y="93952"/>
                  </a:cubicBezTo>
                  <a:cubicBezTo>
                    <a:pt x="5228" y="68675"/>
                    <a:pt x="27065" y="50238"/>
                    <a:pt x="52872" y="49334"/>
                  </a:cubicBezTo>
                  <a:cubicBezTo>
                    <a:pt x="100438" y="43634"/>
                    <a:pt x="144072" y="44617"/>
                    <a:pt x="162941" y="30859"/>
                  </a:cubicBezTo>
                  <a:cubicBezTo>
                    <a:pt x="173398" y="24255"/>
                    <a:pt x="179196" y="12284"/>
                    <a:pt x="177879" y="0"/>
                  </a:cubicBezTo>
                  <a:close/>
                </a:path>
              </a:pathLst>
            </a:custGeom>
            <a:solidFill>
              <a:srgbClr val="9A9AD6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A318DE01-4E21-4E23-95DF-87EC68CAB9C8}"/>
                </a:ext>
              </a:extLst>
            </p:cNvPr>
            <p:cNvSpPr/>
            <p:nvPr/>
          </p:nvSpPr>
          <p:spPr>
            <a:xfrm>
              <a:off x="4247087" y="5453671"/>
              <a:ext cx="223011" cy="319079"/>
            </a:xfrm>
            <a:custGeom>
              <a:avLst/>
              <a:gdLst>
                <a:gd name="connsiteX0" fmla="*/ 182891 w 223011"/>
                <a:gd name="connsiteY0" fmla="*/ 229965 h 319079"/>
                <a:gd name="connsiteX1" fmla="*/ 111543 w 223011"/>
                <a:gd name="connsiteY1" fmla="*/ 125400 h 319079"/>
                <a:gd name="connsiteX2" fmla="*/ 98963 w 223011"/>
                <a:gd name="connsiteY2" fmla="*/ 66434 h 319079"/>
                <a:gd name="connsiteX3" fmla="*/ 106629 w 223011"/>
                <a:gd name="connsiteY3" fmla="*/ 5503 h 319079"/>
                <a:gd name="connsiteX4" fmla="*/ 72232 w 223011"/>
                <a:gd name="connsiteY4" fmla="*/ 47566 h 319079"/>
                <a:gd name="connsiteX5" fmla="*/ 43143 w 223011"/>
                <a:gd name="connsiteY5" fmla="*/ 55231 h 319079"/>
                <a:gd name="connsiteX6" fmla="*/ 18967 w 223011"/>
                <a:gd name="connsiteY6" fmla="*/ 24176 h 319079"/>
                <a:gd name="connsiteX7" fmla="*/ 884 w 223011"/>
                <a:gd name="connsiteY7" fmla="*/ 0 h 319079"/>
                <a:gd name="connsiteX8" fmla="*/ 8157 w 223011"/>
                <a:gd name="connsiteY8" fmla="*/ 61324 h 319079"/>
                <a:gd name="connsiteX9" fmla="*/ 55132 w 223011"/>
                <a:gd name="connsiteY9" fmla="*/ 139944 h 319079"/>
                <a:gd name="connsiteX10" fmla="*/ 112132 w 223011"/>
                <a:gd name="connsiteY10" fmla="*/ 253747 h 319079"/>
                <a:gd name="connsiteX11" fmla="*/ 176798 w 223011"/>
                <a:gd name="connsiteY11" fmla="*/ 319002 h 319079"/>
                <a:gd name="connsiteX12" fmla="*/ 222987 w 223011"/>
                <a:gd name="connsiteY12" fmla="*/ 287161 h 319079"/>
                <a:gd name="connsiteX13" fmla="*/ 182891 w 223011"/>
                <a:gd name="connsiteY13" fmla="*/ 229965 h 319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3011" h="319079">
                  <a:moveTo>
                    <a:pt x="182891" y="229965"/>
                  </a:moveTo>
                  <a:cubicBezTo>
                    <a:pt x="182891" y="229965"/>
                    <a:pt x="122156" y="145055"/>
                    <a:pt x="111543" y="125400"/>
                  </a:cubicBezTo>
                  <a:cubicBezTo>
                    <a:pt x="103248" y="106845"/>
                    <a:pt x="98963" y="86758"/>
                    <a:pt x="98963" y="66434"/>
                  </a:cubicBezTo>
                  <a:cubicBezTo>
                    <a:pt x="96212" y="43438"/>
                    <a:pt x="115867" y="11596"/>
                    <a:pt x="106629" y="5503"/>
                  </a:cubicBezTo>
                  <a:cubicBezTo>
                    <a:pt x="82846" y="-10024"/>
                    <a:pt x="80881" y="35576"/>
                    <a:pt x="72232" y="47566"/>
                  </a:cubicBezTo>
                  <a:cubicBezTo>
                    <a:pt x="63584" y="59555"/>
                    <a:pt x="43143" y="55231"/>
                    <a:pt x="43143" y="55231"/>
                  </a:cubicBezTo>
                  <a:cubicBezTo>
                    <a:pt x="43143" y="55231"/>
                    <a:pt x="29384" y="38131"/>
                    <a:pt x="18967" y="24176"/>
                  </a:cubicBezTo>
                  <a:cubicBezTo>
                    <a:pt x="8550" y="10220"/>
                    <a:pt x="884" y="0"/>
                    <a:pt x="884" y="0"/>
                  </a:cubicBezTo>
                  <a:cubicBezTo>
                    <a:pt x="-1514" y="20736"/>
                    <a:pt x="983" y="41728"/>
                    <a:pt x="8157" y="61324"/>
                  </a:cubicBezTo>
                  <a:cubicBezTo>
                    <a:pt x="19891" y="89686"/>
                    <a:pt x="35713" y="116162"/>
                    <a:pt x="55132" y="139944"/>
                  </a:cubicBezTo>
                  <a:cubicBezTo>
                    <a:pt x="69874" y="158223"/>
                    <a:pt x="86580" y="211685"/>
                    <a:pt x="112132" y="253747"/>
                  </a:cubicBezTo>
                  <a:cubicBezTo>
                    <a:pt x="137684" y="295809"/>
                    <a:pt x="140239" y="317823"/>
                    <a:pt x="176798" y="319002"/>
                  </a:cubicBezTo>
                  <a:cubicBezTo>
                    <a:pt x="213356" y="320182"/>
                    <a:pt x="221808" y="307799"/>
                    <a:pt x="222987" y="287161"/>
                  </a:cubicBezTo>
                  <a:cubicBezTo>
                    <a:pt x="224166" y="266523"/>
                    <a:pt x="182891" y="229965"/>
                    <a:pt x="182891" y="229965"/>
                  </a:cubicBezTo>
                  <a:close/>
                </a:path>
              </a:pathLst>
            </a:custGeom>
            <a:solidFill>
              <a:srgbClr val="FFC3C2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5D9AC53D-6A35-466C-A819-6B0967BFF8A1}"/>
                </a:ext>
              </a:extLst>
            </p:cNvPr>
            <p:cNvSpPr/>
            <p:nvPr/>
          </p:nvSpPr>
          <p:spPr>
            <a:xfrm>
              <a:off x="5032996" y="4507349"/>
              <a:ext cx="197140" cy="356472"/>
            </a:xfrm>
            <a:custGeom>
              <a:avLst/>
              <a:gdLst>
                <a:gd name="connsiteX0" fmla="*/ 179255 w 197140"/>
                <a:gd name="connsiteY0" fmla="*/ 34325 h 356472"/>
                <a:gd name="connsiteX1" fmla="*/ 142892 w 197140"/>
                <a:gd name="connsiteY1" fmla="*/ 912 h 356472"/>
                <a:gd name="connsiteX2" fmla="*/ 0 w 197140"/>
                <a:gd name="connsiteY2" fmla="*/ 73242 h 356472"/>
                <a:gd name="connsiteX3" fmla="*/ 149182 w 197140"/>
                <a:gd name="connsiteY3" fmla="*/ 356473 h 356472"/>
                <a:gd name="connsiteX4" fmla="*/ 197141 w 197140"/>
                <a:gd name="connsiteY4" fmla="*/ 326203 h 35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40" h="356472">
                  <a:moveTo>
                    <a:pt x="179255" y="34325"/>
                  </a:moveTo>
                  <a:cubicBezTo>
                    <a:pt x="179255" y="34325"/>
                    <a:pt x="166479" y="-6557"/>
                    <a:pt x="142892" y="912"/>
                  </a:cubicBezTo>
                  <a:cubicBezTo>
                    <a:pt x="93244" y="20783"/>
                    <a:pt x="45423" y="44998"/>
                    <a:pt x="0" y="73242"/>
                  </a:cubicBezTo>
                  <a:cubicBezTo>
                    <a:pt x="4914" y="82874"/>
                    <a:pt x="149182" y="356473"/>
                    <a:pt x="149182" y="356473"/>
                  </a:cubicBezTo>
                  <a:lnTo>
                    <a:pt x="197141" y="326203"/>
                  </a:lnTo>
                  <a:close/>
                </a:path>
              </a:pathLst>
            </a:custGeom>
            <a:solidFill>
              <a:srgbClr val="C7AFD8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719DA2C6-E222-49C6-A3C6-028C5988F300}"/>
                </a:ext>
              </a:extLst>
            </p:cNvPr>
            <p:cNvSpPr/>
            <p:nvPr/>
          </p:nvSpPr>
          <p:spPr>
            <a:xfrm>
              <a:off x="5028216" y="4578906"/>
              <a:ext cx="161432" cy="284915"/>
            </a:xfrm>
            <a:custGeom>
              <a:avLst/>
              <a:gdLst>
                <a:gd name="connsiteX0" fmla="*/ 38391 w 161432"/>
                <a:gd name="connsiteY0" fmla="*/ 35689 h 284915"/>
                <a:gd name="connsiteX1" fmla="*/ 16573 w 161432"/>
                <a:gd name="connsiteY1" fmla="*/ 2472 h 284915"/>
                <a:gd name="connsiteX2" fmla="*/ 2815 w 161432"/>
                <a:gd name="connsiteY2" fmla="*/ 25272 h 284915"/>
                <a:gd name="connsiteX3" fmla="*/ 43697 w 161432"/>
                <a:gd name="connsiteY3" fmla="*/ 86006 h 284915"/>
                <a:gd name="connsiteX4" fmla="*/ 153963 w 161432"/>
                <a:gd name="connsiteY4" fmla="*/ 284916 h 284915"/>
                <a:gd name="connsiteX5" fmla="*/ 161432 w 161432"/>
                <a:gd name="connsiteY5" fmla="*/ 280198 h 284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1432" h="284915">
                  <a:moveTo>
                    <a:pt x="38391" y="35689"/>
                  </a:moveTo>
                  <a:cubicBezTo>
                    <a:pt x="34401" y="22776"/>
                    <a:pt x="26833" y="11277"/>
                    <a:pt x="16573" y="2472"/>
                  </a:cubicBezTo>
                  <a:cubicBezTo>
                    <a:pt x="2618" y="-6766"/>
                    <a:pt x="-4261" y="11906"/>
                    <a:pt x="2815" y="25272"/>
                  </a:cubicBezTo>
                  <a:cubicBezTo>
                    <a:pt x="9891" y="38637"/>
                    <a:pt x="28760" y="56916"/>
                    <a:pt x="43697" y="86006"/>
                  </a:cubicBezTo>
                  <a:cubicBezTo>
                    <a:pt x="69839" y="136520"/>
                    <a:pt x="153963" y="284916"/>
                    <a:pt x="153963" y="284916"/>
                  </a:cubicBezTo>
                  <a:lnTo>
                    <a:pt x="161432" y="280198"/>
                  </a:lnTo>
                  <a:close/>
                </a:path>
              </a:pathLst>
            </a:custGeom>
            <a:solidFill>
              <a:srgbClr val="AC93C1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E5ECEB2E-B4DB-4711-B998-A882682ABF0D}"/>
                </a:ext>
              </a:extLst>
            </p:cNvPr>
            <p:cNvSpPr/>
            <p:nvPr/>
          </p:nvSpPr>
          <p:spPr>
            <a:xfrm>
              <a:off x="5056976" y="4551306"/>
              <a:ext cx="276940" cy="317429"/>
            </a:xfrm>
            <a:custGeom>
              <a:avLst/>
              <a:gdLst>
                <a:gd name="connsiteX0" fmla="*/ 276940 w 276940"/>
                <a:gd name="connsiteY0" fmla="*/ 244313 h 317429"/>
                <a:gd name="connsiteX1" fmla="*/ 131493 w 276940"/>
                <a:gd name="connsiteY1" fmla="*/ 317430 h 317429"/>
                <a:gd name="connsiteX2" fmla="*/ 0 w 276940"/>
                <a:gd name="connsiteY2" fmla="*/ 72920 h 317429"/>
                <a:gd name="connsiteX3" fmla="*/ 145644 w 276940"/>
                <a:gd name="connsiteY3" fmla="*/ 0 h 317429"/>
                <a:gd name="connsiteX4" fmla="*/ 276940 w 276940"/>
                <a:gd name="connsiteY4" fmla="*/ 244313 h 317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940" h="317429">
                  <a:moveTo>
                    <a:pt x="276940" y="244313"/>
                  </a:moveTo>
                  <a:lnTo>
                    <a:pt x="131493" y="317430"/>
                  </a:lnTo>
                  <a:lnTo>
                    <a:pt x="0" y="72920"/>
                  </a:lnTo>
                  <a:lnTo>
                    <a:pt x="145644" y="0"/>
                  </a:lnTo>
                  <a:lnTo>
                    <a:pt x="276940" y="244313"/>
                  </a:lnTo>
                  <a:close/>
                </a:path>
              </a:pathLst>
            </a:custGeom>
            <a:solidFill>
              <a:srgbClr val="DFC8ED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DA21AA98-DFC0-4CC0-9DE1-9E29A8864BAF}"/>
                </a:ext>
              </a:extLst>
            </p:cNvPr>
            <p:cNvSpPr/>
            <p:nvPr/>
          </p:nvSpPr>
          <p:spPr>
            <a:xfrm>
              <a:off x="5066606" y="4541478"/>
              <a:ext cx="276940" cy="317429"/>
            </a:xfrm>
            <a:custGeom>
              <a:avLst/>
              <a:gdLst>
                <a:gd name="connsiteX0" fmla="*/ 276941 w 276940"/>
                <a:gd name="connsiteY0" fmla="*/ 244509 h 317429"/>
                <a:gd name="connsiteX1" fmla="*/ 131296 w 276940"/>
                <a:gd name="connsiteY1" fmla="*/ 317430 h 317429"/>
                <a:gd name="connsiteX2" fmla="*/ 0 w 276940"/>
                <a:gd name="connsiteY2" fmla="*/ 72920 h 317429"/>
                <a:gd name="connsiteX3" fmla="*/ 145644 w 276940"/>
                <a:gd name="connsiteY3" fmla="*/ 0 h 317429"/>
                <a:gd name="connsiteX4" fmla="*/ 276941 w 276940"/>
                <a:gd name="connsiteY4" fmla="*/ 244509 h 317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940" h="317429">
                  <a:moveTo>
                    <a:pt x="276941" y="244509"/>
                  </a:moveTo>
                  <a:lnTo>
                    <a:pt x="131296" y="317430"/>
                  </a:lnTo>
                  <a:lnTo>
                    <a:pt x="0" y="72920"/>
                  </a:lnTo>
                  <a:lnTo>
                    <a:pt x="145644" y="0"/>
                  </a:lnTo>
                  <a:lnTo>
                    <a:pt x="276941" y="244509"/>
                  </a:lnTo>
                  <a:close/>
                </a:path>
              </a:pathLst>
            </a:custGeom>
            <a:solidFill>
              <a:srgbClr val="F3E0FC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BDFBF86-9C81-4DFF-939A-6FFA747326AD}"/>
                </a:ext>
              </a:extLst>
            </p:cNvPr>
            <p:cNvSpPr/>
            <p:nvPr/>
          </p:nvSpPr>
          <p:spPr>
            <a:xfrm>
              <a:off x="5056976" y="4614398"/>
              <a:ext cx="140927" cy="254337"/>
            </a:xfrm>
            <a:custGeom>
              <a:avLst/>
              <a:gdLst>
                <a:gd name="connsiteX0" fmla="*/ 9631 w 140927"/>
                <a:gd name="connsiteY0" fmla="*/ 0 h 254337"/>
                <a:gd name="connsiteX1" fmla="*/ 0 w 140927"/>
                <a:gd name="connsiteY1" fmla="*/ 9828 h 254337"/>
                <a:gd name="connsiteX2" fmla="*/ 131493 w 140927"/>
                <a:gd name="connsiteY2" fmla="*/ 254337 h 254337"/>
                <a:gd name="connsiteX3" fmla="*/ 140927 w 140927"/>
                <a:gd name="connsiteY3" fmla="*/ 244509 h 254337"/>
                <a:gd name="connsiteX4" fmla="*/ 9631 w 140927"/>
                <a:gd name="connsiteY4" fmla="*/ 0 h 254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27" h="254337">
                  <a:moveTo>
                    <a:pt x="9631" y="0"/>
                  </a:moveTo>
                  <a:lnTo>
                    <a:pt x="0" y="9828"/>
                  </a:lnTo>
                  <a:lnTo>
                    <a:pt x="131493" y="254337"/>
                  </a:lnTo>
                  <a:lnTo>
                    <a:pt x="140927" y="244509"/>
                  </a:lnTo>
                  <a:lnTo>
                    <a:pt x="9631" y="0"/>
                  </a:lnTo>
                  <a:close/>
                </a:path>
              </a:pathLst>
            </a:custGeom>
            <a:solidFill>
              <a:srgbClr val="DFC8ED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1F2C9E01-341D-469B-B30F-3B09DAD78874}"/>
                </a:ext>
              </a:extLst>
            </p:cNvPr>
            <p:cNvSpPr/>
            <p:nvPr/>
          </p:nvSpPr>
          <p:spPr>
            <a:xfrm>
              <a:off x="5188468" y="4785987"/>
              <a:ext cx="155078" cy="82748"/>
            </a:xfrm>
            <a:custGeom>
              <a:avLst/>
              <a:gdLst>
                <a:gd name="connsiteX0" fmla="*/ 145448 w 155078"/>
                <a:gd name="connsiteY0" fmla="*/ 9631 h 82748"/>
                <a:gd name="connsiteX1" fmla="*/ 155079 w 155078"/>
                <a:gd name="connsiteY1" fmla="*/ 0 h 82748"/>
                <a:gd name="connsiteX2" fmla="*/ 9434 w 155078"/>
                <a:gd name="connsiteY2" fmla="*/ 72921 h 82748"/>
                <a:gd name="connsiteX3" fmla="*/ 0 w 155078"/>
                <a:gd name="connsiteY3" fmla="*/ 82748 h 82748"/>
                <a:gd name="connsiteX4" fmla="*/ 145448 w 155078"/>
                <a:gd name="connsiteY4" fmla="*/ 9631 h 82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78" h="82748">
                  <a:moveTo>
                    <a:pt x="145448" y="9631"/>
                  </a:moveTo>
                  <a:lnTo>
                    <a:pt x="155079" y="0"/>
                  </a:lnTo>
                  <a:lnTo>
                    <a:pt x="9434" y="72921"/>
                  </a:lnTo>
                  <a:lnTo>
                    <a:pt x="0" y="82748"/>
                  </a:lnTo>
                  <a:lnTo>
                    <a:pt x="145448" y="9631"/>
                  </a:lnTo>
                  <a:close/>
                </a:path>
              </a:pathLst>
            </a:custGeom>
            <a:solidFill>
              <a:srgbClr val="C7AFD8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9466F3D4-37BE-43BE-90FE-F6095E44D496}"/>
                </a:ext>
              </a:extLst>
            </p:cNvPr>
            <p:cNvSpPr/>
            <p:nvPr/>
          </p:nvSpPr>
          <p:spPr>
            <a:xfrm>
              <a:off x="5036815" y="4614005"/>
              <a:ext cx="227948" cy="318805"/>
            </a:xfrm>
            <a:custGeom>
              <a:avLst/>
              <a:gdLst>
                <a:gd name="connsiteX0" fmla="*/ 199415 w 227948"/>
                <a:gd name="connsiteY0" fmla="*/ 225837 h 318805"/>
                <a:gd name="connsiteX1" fmla="*/ 111557 w 227948"/>
                <a:gd name="connsiteY1" fmla="*/ 125203 h 318805"/>
                <a:gd name="connsiteX2" fmla="*/ 98977 w 227948"/>
                <a:gd name="connsiteY2" fmla="*/ 66238 h 318805"/>
                <a:gd name="connsiteX3" fmla="*/ 106643 w 227948"/>
                <a:gd name="connsiteY3" fmla="*/ 5503 h 318805"/>
                <a:gd name="connsiteX4" fmla="*/ 72247 w 227948"/>
                <a:gd name="connsiteY4" fmla="*/ 47369 h 318805"/>
                <a:gd name="connsiteX5" fmla="*/ 43157 w 227948"/>
                <a:gd name="connsiteY5" fmla="*/ 55231 h 318805"/>
                <a:gd name="connsiteX6" fmla="*/ 18981 w 227948"/>
                <a:gd name="connsiteY6" fmla="*/ 23979 h 318805"/>
                <a:gd name="connsiteX7" fmla="*/ 898 w 227948"/>
                <a:gd name="connsiteY7" fmla="*/ 0 h 318805"/>
                <a:gd name="connsiteX8" fmla="*/ 7974 w 227948"/>
                <a:gd name="connsiteY8" fmla="*/ 61324 h 318805"/>
                <a:gd name="connsiteX9" fmla="*/ 55147 w 227948"/>
                <a:gd name="connsiteY9" fmla="*/ 139944 h 318805"/>
                <a:gd name="connsiteX10" fmla="*/ 111950 w 227948"/>
                <a:gd name="connsiteY10" fmla="*/ 253551 h 318805"/>
                <a:gd name="connsiteX11" fmla="*/ 176812 w 227948"/>
                <a:gd name="connsiteY11" fmla="*/ 318806 h 318805"/>
                <a:gd name="connsiteX12" fmla="*/ 227915 w 227948"/>
                <a:gd name="connsiteY12" fmla="*/ 263968 h 318805"/>
                <a:gd name="connsiteX13" fmla="*/ 199415 w 227948"/>
                <a:gd name="connsiteY13" fmla="*/ 225837 h 318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7948" h="318805">
                  <a:moveTo>
                    <a:pt x="199415" y="225837"/>
                  </a:moveTo>
                  <a:cubicBezTo>
                    <a:pt x="168222" y="194016"/>
                    <a:pt x="138877" y="160405"/>
                    <a:pt x="111557" y="125203"/>
                  </a:cubicBezTo>
                  <a:cubicBezTo>
                    <a:pt x="103223" y="106668"/>
                    <a:pt x="98938" y="86561"/>
                    <a:pt x="98977" y="66238"/>
                  </a:cubicBezTo>
                  <a:cubicBezTo>
                    <a:pt x="96226" y="43438"/>
                    <a:pt x="115684" y="11400"/>
                    <a:pt x="106643" y="5503"/>
                  </a:cubicBezTo>
                  <a:cubicBezTo>
                    <a:pt x="82860" y="-10024"/>
                    <a:pt x="80895" y="35576"/>
                    <a:pt x="72247" y="47369"/>
                  </a:cubicBezTo>
                  <a:cubicBezTo>
                    <a:pt x="63598" y="59162"/>
                    <a:pt x="43157" y="55231"/>
                    <a:pt x="43157" y="55231"/>
                  </a:cubicBezTo>
                  <a:cubicBezTo>
                    <a:pt x="43157" y="55231"/>
                    <a:pt x="29399" y="37934"/>
                    <a:pt x="18981" y="23979"/>
                  </a:cubicBezTo>
                  <a:lnTo>
                    <a:pt x="898" y="0"/>
                  </a:lnTo>
                  <a:cubicBezTo>
                    <a:pt x="-1500" y="20716"/>
                    <a:pt x="918" y="41708"/>
                    <a:pt x="7974" y="61324"/>
                  </a:cubicBezTo>
                  <a:cubicBezTo>
                    <a:pt x="19846" y="89666"/>
                    <a:pt x="35727" y="116142"/>
                    <a:pt x="55147" y="139944"/>
                  </a:cubicBezTo>
                  <a:cubicBezTo>
                    <a:pt x="69888" y="158224"/>
                    <a:pt x="86398" y="211489"/>
                    <a:pt x="111950" y="253551"/>
                  </a:cubicBezTo>
                  <a:cubicBezTo>
                    <a:pt x="137502" y="295613"/>
                    <a:pt x="140056" y="317823"/>
                    <a:pt x="176812" y="318806"/>
                  </a:cubicBezTo>
                  <a:cubicBezTo>
                    <a:pt x="193322" y="315071"/>
                    <a:pt x="226735" y="284606"/>
                    <a:pt x="227915" y="263968"/>
                  </a:cubicBezTo>
                  <a:cubicBezTo>
                    <a:pt x="229094" y="243330"/>
                    <a:pt x="199415" y="225837"/>
                    <a:pt x="199415" y="225837"/>
                  </a:cubicBezTo>
                  <a:close/>
                </a:path>
              </a:pathLst>
            </a:custGeom>
            <a:solidFill>
              <a:srgbClr val="FFC3C2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316A1CB8-BDB4-44D8-AB62-59B3BCED5D97}"/>
                </a:ext>
              </a:extLst>
            </p:cNvPr>
            <p:cNvSpPr/>
            <p:nvPr/>
          </p:nvSpPr>
          <p:spPr>
            <a:xfrm>
              <a:off x="5219327" y="4546588"/>
              <a:ext cx="34003" cy="53068"/>
            </a:xfrm>
            <a:custGeom>
              <a:avLst/>
              <a:gdLst>
                <a:gd name="connsiteX0" fmla="*/ 17689 w 34003"/>
                <a:gd name="connsiteY0" fmla="*/ 0 h 53068"/>
                <a:gd name="connsiteX1" fmla="*/ 5110 w 34003"/>
                <a:gd name="connsiteY1" fmla="*/ 30072 h 53068"/>
                <a:gd name="connsiteX2" fmla="*/ 0 w 34003"/>
                <a:gd name="connsiteY2" fmla="*/ 53069 h 53068"/>
                <a:gd name="connsiteX3" fmla="*/ 15921 w 34003"/>
                <a:gd name="connsiteY3" fmla="*/ 35772 h 53068"/>
                <a:gd name="connsiteX4" fmla="*/ 34003 w 34003"/>
                <a:gd name="connsiteY4" fmla="*/ 3145 h 53068"/>
                <a:gd name="connsiteX5" fmla="*/ 17689 w 34003"/>
                <a:gd name="connsiteY5" fmla="*/ 0 h 53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003" h="53068">
                  <a:moveTo>
                    <a:pt x="17689" y="0"/>
                  </a:moveTo>
                  <a:lnTo>
                    <a:pt x="5110" y="30072"/>
                  </a:lnTo>
                  <a:lnTo>
                    <a:pt x="0" y="53069"/>
                  </a:lnTo>
                  <a:lnTo>
                    <a:pt x="15921" y="35772"/>
                  </a:lnTo>
                  <a:lnTo>
                    <a:pt x="34003" y="3145"/>
                  </a:lnTo>
                  <a:lnTo>
                    <a:pt x="17689" y="0"/>
                  </a:lnTo>
                  <a:close/>
                </a:path>
              </a:pathLst>
            </a:custGeom>
            <a:solidFill>
              <a:srgbClr val="492E2E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FAFDC621-09C4-4FB0-AC65-8CBE5AFB573F}"/>
                </a:ext>
              </a:extLst>
            </p:cNvPr>
            <p:cNvSpPr/>
            <p:nvPr/>
          </p:nvSpPr>
          <p:spPr>
            <a:xfrm>
              <a:off x="5222471" y="4482413"/>
              <a:ext cx="244706" cy="215126"/>
            </a:xfrm>
            <a:custGeom>
              <a:avLst/>
              <a:gdLst>
                <a:gd name="connsiteX0" fmla="*/ 193603 w 244706"/>
                <a:gd name="connsiteY0" fmla="*/ 215126 h 215126"/>
                <a:gd name="connsiteX1" fmla="*/ 244706 w 244706"/>
                <a:gd name="connsiteY1" fmla="*/ 142992 h 215126"/>
                <a:gd name="connsiteX2" fmla="*/ 108693 w 244706"/>
                <a:gd name="connsiteY2" fmla="*/ 18968 h 215126"/>
                <a:gd name="connsiteX3" fmla="*/ 34986 w 244706"/>
                <a:gd name="connsiteY3" fmla="*/ 23686 h 215126"/>
                <a:gd name="connsiteX4" fmla="*/ 0 w 244706"/>
                <a:gd name="connsiteY4" fmla="*/ 58475 h 215126"/>
                <a:gd name="connsiteX5" fmla="*/ 15528 w 244706"/>
                <a:gd name="connsiteY5" fmla="*/ 64175 h 215126"/>
                <a:gd name="connsiteX6" fmla="*/ 18673 w 244706"/>
                <a:gd name="connsiteY6" fmla="*/ 71644 h 215126"/>
                <a:gd name="connsiteX7" fmla="*/ 50121 w 244706"/>
                <a:gd name="connsiteY7" fmla="*/ 75182 h 215126"/>
                <a:gd name="connsiteX8" fmla="*/ 100438 w 244706"/>
                <a:gd name="connsiteY8" fmla="*/ 84616 h 215126"/>
                <a:gd name="connsiteX9" fmla="*/ 179058 w 244706"/>
                <a:gd name="connsiteY9" fmla="*/ 195275 h 215126"/>
                <a:gd name="connsiteX10" fmla="*/ 193603 w 244706"/>
                <a:gd name="connsiteY10" fmla="*/ 215126 h 215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4706" h="215126">
                  <a:moveTo>
                    <a:pt x="193603" y="215126"/>
                  </a:moveTo>
                  <a:cubicBezTo>
                    <a:pt x="210310" y="190951"/>
                    <a:pt x="227999" y="167365"/>
                    <a:pt x="244706" y="142992"/>
                  </a:cubicBezTo>
                  <a:cubicBezTo>
                    <a:pt x="210113" y="94051"/>
                    <a:pt x="130903" y="45699"/>
                    <a:pt x="108693" y="18968"/>
                  </a:cubicBezTo>
                  <a:cubicBezTo>
                    <a:pt x="83141" y="-11301"/>
                    <a:pt x="57983" y="-2063"/>
                    <a:pt x="34986" y="23686"/>
                  </a:cubicBezTo>
                  <a:cubicBezTo>
                    <a:pt x="24255" y="36186"/>
                    <a:pt x="12560" y="47822"/>
                    <a:pt x="0" y="58475"/>
                  </a:cubicBezTo>
                  <a:cubicBezTo>
                    <a:pt x="3145" y="66730"/>
                    <a:pt x="4718" y="64568"/>
                    <a:pt x="15528" y="64175"/>
                  </a:cubicBezTo>
                  <a:cubicBezTo>
                    <a:pt x="12383" y="69875"/>
                    <a:pt x="14545" y="72234"/>
                    <a:pt x="18673" y="71644"/>
                  </a:cubicBezTo>
                  <a:cubicBezTo>
                    <a:pt x="29227" y="68892"/>
                    <a:pt x="40431" y="70150"/>
                    <a:pt x="50121" y="75182"/>
                  </a:cubicBezTo>
                  <a:cubicBezTo>
                    <a:pt x="56607" y="78523"/>
                    <a:pt x="81176" y="78720"/>
                    <a:pt x="100438" y="84616"/>
                  </a:cubicBezTo>
                  <a:cubicBezTo>
                    <a:pt x="113607" y="88547"/>
                    <a:pt x="135031" y="118620"/>
                    <a:pt x="179058" y="195275"/>
                  </a:cubicBezTo>
                  <a:cubicBezTo>
                    <a:pt x="183343" y="202291"/>
                    <a:pt x="188198" y="208935"/>
                    <a:pt x="193603" y="215126"/>
                  </a:cubicBezTo>
                  <a:close/>
                </a:path>
              </a:pathLst>
            </a:custGeom>
            <a:solidFill>
              <a:srgbClr val="FFC3C2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76E917AF-851B-4FED-BB2F-AFC80D21B202}"/>
                </a:ext>
              </a:extLst>
            </p:cNvPr>
            <p:cNvSpPr/>
            <p:nvPr/>
          </p:nvSpPr>
          <p:spPr>
            <a:xfrm>
              <a:off x="5257654" y="4508499"/>
              <a:ext cx="32541" cy="25706"/>
            </a:xfrm>
            <a:custGeom>
              <a:avLst/>
              <a:gdLst>
                <a:gd name="connsiteX0" fmla="*/ 0 w 32541"/>
                <a:gd name="connsiteY0" fmla="*/ 25706 h 25706"/>
                <a:gd name="connsiteX1" fmla="*/ 27517 w 32541"/>
                <a:gd name="connsiteY1" fmla="*/ 17255 h 25706"/>
                <a:gd name="connsiteX2" fmla="*/ 22800 w 32541"/>
                <a:gd name="connsiteY2" fmla="*/ 155 h 25706"/>
                <a:gd name="connsiteX3" fmla="*/ 3145 w 32541"/>
                <a:gd name="connsiteY3" fmla="*/ 3889 h 25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541" h="25706">
                  <a:moveTo>
                    <a:pt x="0" y="25706"/>
                  </a:moveTo>
                  <a:cubicBezTo>
                    <a:pt x="9709" y="25058"/>
                    <a:pt x="19124" y="22169"/>
                    <a:pt x="27517" y="17255"/>
                  </a:cubicBezTo>
                  <a:cubicBezTo>
                    <a:pt x="36558" y="10375"/>
                    <a:pt x="32431" y="1531"/>
                    <a:pt x="22800" y="155"/>
                  </a:cubicBezTo>
                  <a:cubicBezTo>
                    <a:pt x="16019" y="-474"/>
                    <a:pt x="9218" y="823"/>
                    <a:pt x="3145" y="3889"/>
                  </a:cubicBezTo>
                  <a:close/>
                </a:path>
              </a:pathLst>
            </a:custGeom>
            <a:solidFill>
              <a:srgbClr val="FFB4A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E02AFB3B-5B76-4B5E-87F5-BF3E0DD309FD}"/>
                </a:ext>
              </a:extLst>
            </p:cNvPr>
            <p:cNvSpPr/>
            <p:nvPr/>
          </p:nvSpPr>
          <p:spPr>
            <a:xfrm>
              <a:off x="5238392" y="4475634"/>
              <a:ext cx="45403" cy="67810"/>
            </a:xfrm>
            <a:custGeom>
              <a:avLst/>
              <a:gdLst>
                <a:gd name="connsiteX0" fmla="*/ 19262 w 45403"/>
                <a:gd name="connsiteY0" fmla="*/ 58572 h 67810"/>
                <a:gd name="connsiteX1" fmla="*/ 45403 w 45403"/>
                <a:gd name="connsiteY1" fmla="*/ 5110 h 67810"/>
                <a:gd name="connsiteX2" fmla="*/ 32038 w 45403"/>
                <a:gd name="connsiteY2" fmla="*/ 0 h 67810"/>
                <a:gd name="connsiteX3" fmla="*/ 0 w 45403"/>
                <a:gd name="connsiteY3" fmla="*/ 67810 h 67810"/>
                <a:gd name="connsiteX4" fmla="*/ 19262 w 45403"/>
                <a:gd name="connsiteY4" fmla="*/ 58572 h 67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403" h="67810">
                  <a:moveTo>
                    <a:pt x="19262" y="58572"/>
                  </a:moveTo>
                  <a:lnTo>
                    <a:pt x="45403" y="5110"/>
                  </a:lnTo>
                  <a:lnTo>
                    <a:pt x="32038" y="0"/>
                  </a:lnTo>
                  <a:cubicBezTo>
                    <a:pt x="32038" y="0"/>
                    <a:pt x="9238" y="49924"/>
                    <a:pt x="0" y="67810"/>
                  </a:cubicBezTo>
                  <a:cubicBezTo>
                    <a:pt x="4462" y="61697"/>
                    <a:pt x="11695" y="58238"/>
                    <a:pt x="19262" y="58572"/>
                  </a:cubicBezTo>
                  <a:close/>
                </a:path>
              </a:pathLst>
            </a:custGeom>
            <a:solidFill>
              <a:srgbClr val="492E2E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06B4BAA-BBE8-4729-811D-FABCF8B7F364}"/>
                </a:ext>
              </a:extLst>
            </p:cNvPr>
            <p:cNvSpPr/>
            <p:nvPr/>
          </p:nvSpPr>
          <p:spPr>
            <a:xfrm>
              <a:off x="5270206" y="4473920"/>
              <a:ext cx="13812" cy="9670"/>
            </a:xfrm>
            <a:custGeom>
              <a:avLst/>
              <a:gdLst>
                <a:gd name="connsiteX0" fmla="*/ 13589 w 13812"/>
                <a:gd name="connsiteY0" fmla="*/ 7414 h 9670"/>
                <a:gd name="connsiteX1" fmla="*/ 5334 w 13812"/>
                <a:gd name="connsiteY1" fmla="*/ 8986 h 9670"/>
                <a:gd name="connsiteX2" fmla="*/ 223 w 13812"/>
                <a:gd name="connsiteY2" fmla="*/ 2304 h 9670"/>
                <a:gd name="connsiteX3" fmla="*/ 8479 w 13812"/>
                <a:gd name="connsiteY3" fmla="*/ 731 h 9670"/>
                <a:gd name="connsiteX4" fmla="*/ 13589 w 13812"/>
                <a:gd name="connsiteY4" fmla="*/ 7414 h 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2" h="9670">
                  <a:moveTo>
                    <a:pt x="13589" y="7414"/>
                  </a:moveTo>
                  <a:cubicBezTo>
                    <a:pt x="13589" y="9576"/>
                    <a:pt x="9068" y="10362"/>
                    <a:pt x="5334" y="8986"/>
                  </a:cubicBezTo>
                  <a:cubicBezTo>
                    <a:pt x="1599" y="7610"/>
                    <a:pt x="-759" y="4662"/>
                    <a:pt x="223" y="2304"/>
                  </a:cubicBezTo>
                  <a:cubicBezTo>
                    <a:pt x="1207" y="-55"/>
                    <a:pt x="4744" y="-645"/>
                    <a:pt x="8479" y="731"/>
                  </a:cubicBezTo>
                  <a:cubicBezTo>
                    <a:pt x="12213" y="2107"/>
                    <a:pt x="14572" y="5252"/>
                    <a:pt x="13589" y="7414"/>
                  </a:cubicBezTo>
                  <a:close/>
                </a:path>
              </a:pathLst>
            </a:custGeom>
            <a:solidFill>
              <a:srgbClr val="604040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305F9EC4-13A0-40D5-AFCB-88B003687A43}"/>
                </a:ext>
              </a:extLst>
            </p:cNvPr>
            <p:cNvSpPr/>
            <p:nvPr/>
          </p:nvSpPr>
          <p:spPr>
            <a:xfrm>
              <a:off x="5516803" y="4460006"/>
              <a:ext cx="169949" cy="157807"/>
            </a:xfrm>
            <a:custGeom>
              <a:avLst/>
              <a:gdLst>
                <a:gd name="connsiteX0" fmla="*/ 139456 w 169949"/>
                <a:gd name="connsiteY0" fmla="*/ 17003 h 157807"/>
                <a:gd name="connsiteX1" fmla="*/ 161470 w 169949"/>
                <a:gd name="connsiteY1" fmla="*/ 154589 h 157807"/>
                <a:gd name="connsiteX2" fmla="*/ 2263 w 169949"/>
                <a:gd name="connsiteY2" fmla="*/ 130806 h 157807"/>
                <a:gd name="connsiteX3" fmla="*/ 6588 w 169949"/>
                <a:gd name="connsiteY3" fmla="*/ 28796 h 157807"/>
                <a:gd name="connsiteX4" fmla="*/ 139456 w 169949"/>
                <a:gd name="connsiteY4" fmla="*/ 17003 h 157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949" h="157807">
                  <a:moveTo>
                    <a:pt x="139456" y="17003"/>
                  </a:moveTo>
                  <a:cubicBezTo>
                    <a:pt x="191149" y="61227"/>
                    <a:pt x="161470" y="154589"/>
                    <a:pt x="161470" y="154589"/>
                  </a:cubicBezTo>
                  <a:cubicBezTo>
                    <a:pt x="161470" y="154589"/>
                    <a:pt x="10912" y="170706"/>
                    <a:pt x="2263" y="130806"/>
                  </a:cubicBezTo>
                  <a:cubicBezTo>
                    <a:pt x="-1824" y="96803"/>
                    <a:pt x="-370" y="62348"/>
                    <a:pt x="6588" y="28796"/>
                  </a:cubicBezTo>
                  <a:cubicBezTo>
                    <a:pt x="6588" y="28796"/>
                    <a:pt x="87566" y="-27221"/>
                    <a:pt x="139456" y="1700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E474F23-2557-48CA-8944-686F96DAFBEA}"/>
                </a:ext>
              </a:extLst>
            </p:cNvPr>
            <p:cNvSpPr/>
            <p:nvPr/>
          </p:nvSpPr>
          <p:spPr>
            <a:xfrm>
              <a:off x="5139527" y="4879153"/>
              <a:ext cx="299906" cy="222692"/>
            </a:xfrm>
            <a:custGeom>
              <a:avLst/>
              <a:gdLst>
                <a:gd name="connsiteX0" fmla="*/ 280675 w 299906"/>
                <a:gd name="connsiteY0" fmla="*/ 0 h 222692"/>
                <a:gd name="connsiteX1" fmla="*/ 107710 w 299906"/>
                <a:gd name="connsiteY1" fmla="*/ 78620 h 222692"/>
                <a:gd name="connsiteX2" fmla="*/ 0 w 299906"/>
                <a:gd name="connsiteY2" fmla="*/ 169820 h 222692"/>
                <a:gd name="connsiteX3" fmla="*/ 89431 w 299906"/>
                <a:gd name="connsiteY3" fmla="*/ 222692 h 222692"/>
                <a:gd name="connsiteX4" fmla="*/ 294434 w 299906"/>
                <a:gd name="connsiteY4" fmla="*/ 124417 h 222692"/>
                <a:gd name="connsiteX5" fmla="*/ 280675 w 299906"/>
                <a:gd name="connsiteY5" fmla="*/ 0 h 222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906" h="222692">
                  <a:moveTo>
                    <a:pt x="280675" y="0"/>
                  </a:moveTo>
                  <a:cubicBezTo>
                    <a:pt x="280675" y="0"/>
                    <a:pt x="188492" y="40686"/>
                    <a:pt x="107710" y="78620"/>
                  </a:cubicBezTo>
                  <a:cubicBezTo>
                    <a:pt x="59536" y="90551"/>
                    <a:pt x="19714" y="124279"/>
                    <a:pt x="0" y="169820"/>
                  </a:cubicBezTo>
                  <a:lnTo>
                    <a:pt x="89431" y="222692"/>
                  </a:lnTo>
                  <a:cubicBezTo>
                    <a:pt x="89431" y="222692"/>
                    <a:pt x="275172" y="188493"/>
                    <a:pt x="294434" y="124417"/>
                  </a:cubicBezTo>
                  <a:cubicBezTo>
                    <a:pt x="305028" y="82650"/>
                    <a:pt x="300134" y="38446"/>
                    <a:pt x="280675" y="0"/>
                  </a:cubicBezTo>
                  <a:close/>
                </a:path>
              </a:pathLst>
            </a:custGeom>
            <a:solidFill>
              <a:srgbClr val="33211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61979252-B280-4EC2-9ECD-711343D3E236}"/>
                </a:ext>
              </a:extLst>
            </p:cNvPr>
            <p:cNvSpPr/>
            <p:nvPr/>
          </p:nvSpPr>
          <p:spPr>
            <a:xfrm>
              <a:off x="5042514" y="4939676"/>
              <a:ext cx="255902" cy="129738"/>
            </a:xfrm>
            <a:custGeom>
              <a:avLst/>
              <a:gdLst>
                <a:gd name="connsiteX0" fmla="*/ 254450 w 255902"/>
                <a:gd name="connsiteY0" fmla="*/ 63894 h 129738"/>
                <a:gd name="connsiteX1" fmla="*/ 204723 w 255902"/>
                <a:gd name="connsiteY1" fmla="*/ 18294 h 129738"/>
                <a:gd name="connsiteX2" fmla="*/ 68317 w 255902"/>
                <a:gd name="connsiteY2" fmla="*/ 8466 h 129738"/>
                <a:gd name="connsiteX3" fmla="*/ 4045 w 255902"/>
                <a:gd name="connsiteY3" fmla="*/ 33822 h 129738"/>
                <a:gd name="connsiteX4" fmla="*/ 48269 w 255902"/>
                <a:gd name="connsiteY4" fmla="*/ 129739 h 129738"/>
                <a:gd name="connsiteX5" fmla="*/ 254450 w 255902"/>
                <a:gd name="connsiteY5" fmla="*/ 63894 h 129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5902" h="129738">
                  <a:moveTo>
                    <a:pt x="254450" y="63894"/>
                  </a:moveTo>
                  <a:cubicBezTo>
                    <a:pt x="254450" y="63894"/>
                    <a:pt x="269192" y="21046"/>
                    <a:pt x="204723" y="18294"/>
                  </a:cubicBezTo>
                  <a:cubicBezTo>
                    <a:pt x="140254" y="15543"/>
                    <a:pt x="108413" y="28121"/>
                    <a:pt x="68317" y="8466"/>
                  </a:cubicBezTo>
                  <a:cubicBezTo>
                    <a:pt x="28220" y="-11189"/>
                    <a:pt x="16231" y="5911"/>
                    <a:pt x="4045" y="33822"/>
                  </a:cubicBezTo>
                  <a:cubicBezTo>
                    <a:pt x="-8142" y="61732"/>
                    <a:pt x="7386" y="129739"/>
                    <a:pt x="48269" y="129739"/>
                  </a:cubicBezTo>
                  <a:cubicBezTo>
                    <a:pt x="89151" y="129739"/>
                    <a:pt x="256809" y="119714"/>
                    <a:pt x="254450" y="63894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931D0DE8-85E9-40BA-80CB-40FD7BF98E7A}"/>
                </a:ext>
              </a:extLst>
            </p:cNvPr>
            <p:cNvSpPr/>
            <p:nvPr/>
          </p:nvSpPr>
          <p:spPr>
            <a:xfrm>
              <a:off x="5019630" y="4980760"/>
              <a:ext cx="453875" cy="175096"/>
            </a:xfrm>
            <a:custGeom>
              <a:avLst/>
              <a:gdLst>
                <a:gd name="connsiteX0" fmla="*/ 119896 w 453875"/>
                <a:gd name="connsiteY0" fmla="*/ 10 h 175096"/>
                <a:gd name="connsiteX1" fmla="*/ 303868 w 453875"/>
                <a:gd name="connsiteY1" fmla="*/ 9837 h 175096"/>
                <a:gd name="connsiteX2" fmla="*/ 388582 w 453875"/>
                <a:gd name="connsiteY2" fmla="*/ 13572 h 175096"/>
                <a:gd name="connsiteX3" fmla="*/ 447547 w 453875"/>
                <a:gd name="connsiteY3" fmla="*/ 88654 h 175096"/>
                <a:gd name="connsiteX4" fmla="*/ 286769 w 453875"/>
                <a:gd name="connsiteY4" fmla="*/ 174547 h 175096"/>
                <a:gd name="connsiteX5" fmla="*/ 70562 w 453875"/>
                <a:gd name="connsiteY5" fmla="*/ 88654 h 175096"/>
                <a:gd name="connsiteX6" fmla="*/ 0 w 453875"/>
                <a:gd name="connsiteY6" fmla="*/ 47378 h 175096"/>
                <a:gd name="connsiteX7" fmla="*/ 119896 w 453875"/>
                <a:gd name="connsiteY7" fmla="*/ 10 h 17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3875" h="175096">
                  <a:moveTo>
                    <a:pt x="119896" y="10"/>
                  </a:moveTo>
                  <a:cubicBezTo>
                    <a:pt x="159207" y="10"/>
                    <a:pt x="245099" y="4530"/>
                    <a:pt x="303868" y="9837"/>
                  </a:cubicBezTo>
                  <a:cubicBezTo>
                    <a:pt x="330403" y="12196"/>
                    <a:pt x="388582" y="13572"/>
                    <a:pt x="388582" y="13572"/>
                  </a:cubicBezTo>
                  <a:cubicBezTo>
                    <a:pt x="388582" y="13572"/>
                    <a:pt x="478012" y="48558"/>
                    <a:pt x="447547" y="88654"/>
                  </a:cubicBezTo>
                  <a:cubicBezTo>
                    <a:pt x="417081" y="128750"/>
                    <a:pt x="347503" y="181033"/>
                    <a:pt x="286769" y="174547"/>
                  </a:cubicBezTo>
                  <a:cubicBezTo>
                    <a:pt x="226034" y="168060"/>
                    <a:pt x="70562" y="88654"/>
                    <a:pt x="70562" y="88654"/>
                  </a:cubicBezTo>
                  <a:lnTo>
                    <a:pt x="0" y="47378"/>
                  </a:lnTo>
                  <a:cubicBezTo>
                    <a:pt x="0" y="47378"/>
                    <a:pt x="76262" y="-777"/>
                    <a:pt x="119896" y="10"/>
                  </a:cubicBezTo>
                  <a:close/>
                </a:path>
              </a:pathLst>
            </a:custGeom>
            <a:solidFill>
              <a:srgbClr val="472E2E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2DFE6AA0-DF31-4E6B-8801-F82AA974F4F5}"/>
                </a:ext>
              </a:extLst>
            </p:cNvPr>
            <p:cNvSpPr/>
            <p:nvPr/>
          </p:nvSpPr>
          <p:spPr>
            <a:xfrm>
              <a:off x="5156430" y="5003545"/>
              <a:ext cx="216599" cy="82029"/>
            </a:xfrm>
            <a:custGeom>
              <a:avLst/>
              <a:gdLst>
                <a:gd name="connsiteX0" fmla="*/ 0 w 216599"/>
                <a:gd name="connsiteY0" fmla="*/ 24 h 82029"/>
                <a:gd name="connsiteX1" fmla="*/ 106727 w 216599"/>
                <a:gd name="connsiteY1" fmla="*/ 8279 h 82029"/>
                <a:gd name="connsiteX2" fmla="*/ 216599 w 216599"/>
                <a:gd name="connsiteY2" fmla="*/ 21645 h 82029"/>
                <a:gd name="connsiteX3" fmla="*/ 192227 w 216599"/>
                <a:gd name="connsiteY3" fmla="*/ 74517 h 82029"/>
                <a:gd name="connsiteX4" fmla="*/ 112034 w 216599"/>
                <a:gd name="connsiteY4" fmla="*/ 74517 h 82029"/>
                <a:gd name="connsiteX5" fmla="*/ 0 w 216599"/>
                <a:gd name="connsiteY5" fmla="*/ 24 h 82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6599" h="82029">
                  <a:moveTo>
                    <a:pt x="0" y="24"/>
                  </a:moveTo>
                  <a:cubicBezTo>
                    <a:pt x="35753" y="-290"/>
                    <a:pt x="71446" y="2461"/>
                    <a:pt x="106727" y="8279"/>
                  </a:cubicBezTo>
                  <a:cubicBezTo>
                    <a:pt x="142971" y="15414"/>
                    <a:pt x="179707" y="19895"/>
                    <a:pt x="216599" y="21645"/>
                  </a:cubicBezTo>
                  <a:lnTo>
                    <a:pt x="192227" y="74517"/>
                  </a:lnTo>
                  <a:cubicBezTo>
                    <a:pt x="192227" y="74517"/>
                    <a:pt x="182596" y="91420"/>
                    <a:pt x="112034" y="74517"/>
                  </a:cubicBezTo>
                  <a:cubicBezTo>
                    <a:pt x="67653" y="62370"/>
                    <a:pt x="28362" y="36248"/>
                    <a:pt x="0" y="24"/>
                  </a:cubicBezTo>
                  <a:close/>
                </a:path>
              </a:pathLst>
            </a:custGeom>
            <a:solidFill>
              <a:srgbClr val="33211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56237CF-2CA3-469A-8D80-428E66C25CE0}"/>
                </a:ext>
              </a:extLst>
            </p:cNvPr>
            <p:cNvSpPr/>
            <p:nvPr/>
          </p:nvSpPr>
          <p:spPr>
            <a:xfrm>
              <a:off x="4994594" y="4891523"/>
              <a:ext cx="684603" cy="441941"/>
            </a:xfrm>
            <a:custGeom>
              <a:avLst/>
              <a:gdLst>
                <a:gd name="connsiteX0" fmla="*/ 161837 w 684603"/>
                <a:gd name="connsiteY0" fmla="*/ 112047 h 441941"/>
                <a:gd name="connsiteX1" fmla="*/ 343057 w 684603"/>
                <a:gd name="connsiteY1" fmla="*/ 157450 h 441941"/>
                <a:gd name="connsiteX2" fmla="*/ 618229 w 684603"/>
                <a:gd name="connsiteY2" fmla="*/ 209 h 441941"/>
                <a:gd name="connsiteX3" fmla="*/ 670315 w 684603"/>
                <a:gd name="connsiteY3" fmla="*/ 179464 h 441941"/>
                <a:gd name="connsiteX4" fmla="*/ 590515 w 684603"/>
                <a:gd name="connsiteY4" fmla="*/ 395670 h 441941"/>
                <a:gd name="connsiteX5" fmla="*/ 401236 w 684603"/>
                <a:gd name="connsiteY5" fmla="*/ 437143 h 441941"/>
                <a:gd name="connsiteX6" fmla="*/ 54127 w 684603"/>
                <a:gd name="connsiteY6" fmla="*/ 288353 h 441941"/>
                <a:gd name="connsiteX7" fmla="*/ 24841 w 684603"/>
                <a:gd name="connsiteY7" fmla="*/ 137009 h 441941"/>
                <a:gd name="connsiteX8" fmla="*/ 52555 w 684603"/>
                <a:gd name="connsiteY8" fmla="*/ 122267 h 441941"/>
                <a:gd name="connsiteX9" fmla="*/ 161837 w 684603"/>
                <a:gd name="connsiteY9" fmla="*/ 112047 h 441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84603" h="441941">
                  <a:moveTo>
                    <a:pt x="161837" y="112047"/>
                  </a:moveTo>
                  <a:cubicBezTo>
                    <a:pt x="208812" y="125216"/>
                    <a:pt x="279768" y="142512"/>
                    <a:pt x="343057" y="157450"/>
                  </a:cubicBezTo>
                  <a:cubicBezTo>
                    <a:pt x="400253" y="-12370"/>
                    <a:pt x="618229" y="209"/>
                    <a:pt x="618229" y="209"/>
                  </a:cubicBezTo>
                  <a:cubicBezTo>
                    <a:pt x="618229" y="209"/>
                    <a:pt x="646925" y="109885"/>
                    <a:pt x="670315" y="179464"/>
                  </a:cubicBezTo>
                  <a:cubicBezTo>
                    <a:pt x="712770" y="306436"/>
                    <a:pt x="653018" y="360487"/>
                    <a:pt x="590515" y="395670"/>
                  </a:cubicBezTo>
                  <a:cubicBezTo>
                    <a:pt x="555725" y="415325"/>
                    <a:pt x="524080" y="455815"/>
                    <a:pt x="401236" y="437143"/>
                  </a:cubicBezTo>
                  <a:cubicBezTo>
                    <a:pt x="278392" y="418470"/>
                    <a:pt x="91078" y="332381"/>
                    <a:pt x="54127" y="288353"/>
                  </a:cubicBezTo>
                  <a:cubicBezTo>
                    <a:pt x="10885" y="237053"/>
                    <a:pt x="-26459" y="168850"/>
                    <a:pt x="24841" y="137009"/>
                  </a:cubicBezTo>
                  <a:cubicBezTo>
                    <a:pt x="33685" y="131388"/>
                    <a:pt x="42943" y="126474"/>
                    <a:pt x="52555" y="122267"/>
                  </a:cubicBezTo>
                  <a:cubicBezTo>
                    <a:pt x="86577" y="105836"/>
                    <a:pt x="125357" y="102219"/>
                    <a:pt x="161837" y="112047"/>
                  </a:cubicBezTo>
                  <a:close/>
                </a:path>
              </a:pathLst>
            </a:custGeom>
            <a:solidFill>
              <a:srgbClr val="472E2E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070180F-FEBC-43FF-88D6-79018DD90345}"/>
                </a:ext>
              </a:extLst>
            </p:cNvPr>
            <p:cNvSpPr/>
            <p:nvPr/>
          </p:nvSpPr>
          <p:spPr>
            <a:xfrm>
              <a:off x="5420174" y="4220615"/>
              <a:ext cx="197948" cy="327570"/>
            </a:xfrm>
            <a:custGeom>
              <a:avLst/>
              <a:gdLst>
                <a:gd name="connsiteX0" fmla="*/ 71769 w 197948"/>
                <a:gd name="connsiteY0" fmla="*/ 11295 h 327570"/>
                <a:gd name="connsiteX1" fmla="*/ 187695 w 197948"/>
                <a:gd name="connsiteY1" fmla="*/ 42626 h 327570"/>
                <a:gd name="connsiteX2" fmla="*/ 192648 w 197948"/>
                <a:gd name="connsiteY2" fmla="*/ 52767 h 327570"/>
                <a:gd name="connsiteX3" fmla="*/ 183213 w 197948"/>
                <a:gd name="connsiteY3" fmla="*/ 227894 h 327570"/>
                <a:gd name="connsiteX4" fmla="*/ 196579 w 197948"/>
                <a:gd name="connsiteY4" fmla="*/ 303370 h 327570"/>
                <a:gd name="connsiteX5" fmla="*/ 155500 w 197948"/>
                <a:gd name="connsiteY5" fmla="*/ 320273 h 327570"/>
                <a:gd name="connsiteX6" fmla="*/ 71769 w 197948"/>
                <a:gd name="connsiteY6" fmla="*/ 320273 h 327570"/>
                <a:gd name="connsiteX7" fmla="*/ 72948 w 197948"/>
                <a:gd name="connsiteY7" fmla="*/ 247353 h 327570"/>
                <a:gd name="connsiteX8" fmla="*/ 28921 w 197948"/>
                <a:gd name="connsiteY8" fmla="*/ 243422 h 327570"/>
                <a:gd name="connsiteX9" fmla="*/ 3172 w 197948"/>
                <a:gd name="connsiteY9" fmla="*/ 127260 h 327570"/>
                <a:gd name="connsiteX10" fmla="*/ 71769 w 197948"/>
                <a:gd name="connsiteY10" fmla="*/ 11295 h 327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948" h="327570">
                  <a:moveTo>
                    <a:pt x="71769" y="11295"/>
                  </a:moveTo>
                  <a:cubicBezTo>
                    <a:pt x="112435" y="-12055"/>
                    <a:pt x="164325" y="1959"/>
                    <a:pt x="187695" y="42626"/>
                  </a:cubicBezTo>
                  <a:cubicBezTo>
                    <a:pt x="189562" y="45888"/>
                    <a:pt x="191213" y="49288"/>
                    <a:pt x="192648" y="52767"/>
                  </a:cubicBezTo>
                  <a:cubicBezTo>
                    <a:pt x="207585" y="84216"/>
                    <a:pt x="186555" y="168536"/>
                    <a:pt x="183213" y="227894"/>
                  </a:cubicBezTo>
                  <a:cubicBezTo>
                    <a:pt x="180756" y="253800"/>
                    <a:pt x="185376" y="279882"/>
                    <a:pt x="196579" y="303370"/>
                  </a:cubicBezTo>
                  <a:lnTo>
                    <a:pt x="155500" y="320273"/>
                  </a:lnTo>
                  <a:cubicBezTo>
                    <a:pt x="128435" y="330003"/>
                    <a:pt x="98834" y="330003"/>
                    <a:pt x="71769" y="320273"/>
                  </a:cubicBezTo>
                  <a:lnTo>
                    <a:pt x="72948" y="247353"/>
                  </a:lnTo>
                  <a:cubicBezTo>
                    <a:pt x="58167" y="247707"/>
                    <a:pt x="43406" y="246390"/>
                    <a:pt x="28921" y="243422"/>
                  </a:cubicBezTo>
                  <a:cubicBezTo>
                    <a:pt x="11231" y="236149"/>
                    <a:pt x="-7638" y="213546"/>
                    <a:pt x="3172" y="127260"/>
                  </a:cubicBezTo>
                  <a:cubicBezTo>
                    <a:pt x="15555" y="29771"/>
                    <a:pt x="59779" y="18764"/>
                    <a:pt x="71769" y="11295"/>
                  </a:cubicBezTo>
                  <a:close/>
                </a:path>
              </a:pathLst>
            </a:custGeom>
            <a:solidFill>
              <a:srgbClr val="FFC3C2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ED63180-1714-4D00-A768-13551D97E605}"/>
                </a:ext>
              </a:extLst>
            </p:cNvPr>
            <p:cNvSpPr/>
            <p:nvPr/>
          </p:nvSpPr>
          <p:spPr>
            <a:xfrm>
              <a:off x="5419736" y="4193394"/>
              <a:ext cx="236523" cy="286760"/>
            </a:xfrm>
            <a:custGeom>
              <a:avLst/>
              <a:gdLst>
                <a:gd name="connsiteX0" fmla="*/ 146897 w 236523"/>
                <a:gd name="connsiteY0" fmla="*/ 6675 h 286760"/>
                <a:gd name="connsiteX1" fmla="*/ 236524 w 236523"/>
                <a:gd name="connsiteY1" fmla="*/ 125982 h 286760"/>
                <a:gd name="connsiteX2" fmla="*/ 167338 w 236523"/>
                <a:gd name="connsiteY2" fmla="*/ 286760 h 286760"/>
                <a:gd name="connsiteX3" fmla="*/ 55697 w 236523"/>
                <a:gd name="connsiteY3" fmla="*/ 188485 h 286760"/>
                <a:gd name="connsiteX4" fmla="*/ 466 w 236523"/>
                <a:gd name="connsiteY4" fmla="*/ 119299 h 286760"/>
                <a:gd name="connsiteX5" fmla="*/ 99272 w 236523"/>
                <a:gd name="connsiteY5" fmla="*/ 464 h 286760"/>
                <a:gd name="connsiteX6" fmla="*/ 146897 w 236523"/>
                <a:gd name="connsiteY6" fmla="*/ 6675 h 286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6523" h="286760">
                  <a:moveTo>
                    <a:pt x="146897" y="6675"/>
                  </a:moveTo>
                  <a:cubicBezTo>
                    <a:pt x="187583" y="20237"/>
                    <a:pt x="236524" y="30654"/>
                    <a:pt x="236524" y="125982"/>
                  </a:cubicBezTo>
                  <a:cubicBezTo>
                    <a:pt x="236524" y="198509"/>
                    <a:pt x="193479" y="222685"/>
                    <a:pt x="167338" y="286760"/>
                  </a:cubicBezTo>
                  <a:cubicBezTo>
                    <a:pt x="122721" y="263508"/>
                    <a:pt x="84413" y="229780"/>
                    <a:pt x="55697" y="188485"/>
                  </a:cubicBezTo>
                  <a:cubicBezTo>
                    <a:pt x="31128" y="162933"/>
                    <a:pt x="3611" y="152909"/>
                    <a:pt x="466" y="119299"/>
                  </a:cubicBezTo>
                  <a:cubicBezTo>
                    <a:pt x="-5057" y="59193"/>
                    <a:pt x="39167" y="5987"/>
                    <a:pt x="99272" y="464"/>
                  </a:cubicBezTo>
                  <a:cubicBezTo>
                    <a:pt x="115409" y="-1030"/>
                    <a:pt x="131683" y="1093"/>
                    <a:pt x="146897" y="6675"/>
                  </a:cubicBezTo>
                  <a:close/>
                </a:path>
              </a:pathLst>
            </a:custGeom>
            <a:solidFill>
              <a:srgbClr val="472E2E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4EBB3C12-5E7B-4385-BAAF-57EEC47980F2}"/>
                </a:ext>
              </a:extLst>
            </p:cNvPr>
            <p:cNvSpPr/>
            <p:nvPr/>
          </p:nvSpPr>
          <p:spPr>
            <a:xfrm>
              <a:off x="5449095" y="4342569"/>
              <a:ext cx="38605" cy="74296"/>
            </a:xfrm>
            <a:custGeom>
              <a:avLst/>
              <a:gdLst>
                <a:gd name="connsiteX0" fmla="*/ 36559 w 38605"/>
                <a:gd name="connsiteY0" fmla="*/ 19655 h 74296"/>
                <a:gd name="connsiteX1" fmla="*/ 11204 w 38605"/>
                <a:gd name="connsiteY1" fmla="*/ 74296 h 74296"/>
                <a:gd name="connsiteX2" fmla="*/ 0 w 38605"/>
                <a:gd name="connsiteY2" fmla="*/ 19655 h 74296"/>
                <a:gd name="connsiteX3" fmla="*/ 36559 w 38605"/>
                <a:gd name="connsiteY3" fmla="*/ 19655 h 7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605" h="74296">
                  <a:moveTo>
                    <a:pt x="36559" y="19655"/>
                  </a:moveTo>
                  <a:cubicBezTo>
                    <a:pt x="43438" y="41689"/>
                    <a:pt x="32470" y="65334"/>
                    <a:pt x="11204" y="74296"/>
                  </a:cubicBezTo>
                  <a:lnTo>
                    <a:pt x="0" y="19655"/>
                  </a:lnTo>
                  <a:cubicBezTo>
                    <a:pt x="0" y="19655"/>
                    <a:pt x="25945" y="-24569"/>
                    <a:pt x="36559" y="19655"/>
                  </a:cubicBezTo>
                  <a:close/>
                </a:path>
              </a:pathLst>
            </a:custGeom>
            <a:solidFill>
              <a:srgbClr val="FFC3C2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4FF3B2B-1D75-41CD-8E79-32FD98F6ECC5}"/>
                </a:ext>
              </a:extLst>
            </p:cNvPr>
            <p:cNvSpPr/>
            <p:nvPr/>
          </p:nvSpPr>
          <p:spPr>
            <a:xfrm>
              <a:off x="5559901" y="4206162"/>
              <a:ext cx="53706" cy="88644"/>
            </a:xfrm>
            <a:custGeom>
              <a:avLst/>
              <a:gdLst>
                <a:gd name="connsiteX0" fmla="*/ 26976 w 53706"/>
                <a:gd name="connsiteY0" fmla="*/ 0 h 88644"/>
                <a:gd name="connsiteX1" fmla="*/ 53707 w 53706"/>
                <a:gd name="connsiteY1" fmla="*/ 88645 h 88644"/>
                <a:gd name="connsiteX2" fmla="*/ 49 w 53706"/>
                <a:gd name="connsiteY2" fmla="*/ 44224 h 88644"/>
                <a:gd name="connsiteX3" fmla="*/ 26976 w 53706"/>
                <a:gd name="connsiteY3" fmla="*/ 0 h 8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06" h="88644">
                  <a:moveTo>
                    <a:pt x="26976" y="0"/>
                  </a:moveTo>
                  <a:lnTo>
                    <a:pt x="53707" y="88645"/>
                  </a:lnTo>
                  <a:cubicBezTo>
                    <a:pt x="53707" y="88645"/>
                    <a:pt x="1425" y="84517"/>
                    <a:pt x="49" y="44224"/>
                  </a:cubicBezTo>
                  <a:cubicBezTo>
                    <a:pt x="-1327" y="3931"/>
                    <a:pt x="26976" y="0"/>
                    <a:pt x="26976" y="0"/>
                  </a:cubicBezTo>
                  <a:close/>
                </a:path>
              </a:pathLst>
            </a:custGeom>
            <a:solidFill>
              <a:srgbClr val="FD2786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647E3937-E303-4AC5-9C33-BBE8B1E6CA4C}"/>
                </a:ext>
              </a:extLst>
            </p:cNvPr>
            <p:cNvSpPr/>
            <p:nvPr/>
          </p:nvSpPr>
          <p:spPr>
            <a:xfrm>
              <a:off x="5579627" y="4150431"/>
              <a:ext cx="197512" cy="235053"/>
            </a:xfrm>
            <a:custGeom>
              <a:avLst/>
              <a:gdLst>
                <a:gd name="connsiteX0" fmla="*/ 122233 w 197512"/>
                <a:gd name="connsiteY0" fmla="*/ 29983 h 235053"/>
                <a:gd name="connsiteX1" fmla="*/ 126754 w 197512"/>
                <a:gd name="connsiteY1" fmla="*/ 162065 h 235053"/>
                <a:gd name="connsiteX2" fmla="*/ 197512 w 197512"/>
                <a:gd name="connsiteY2" fmla="*/ 199803 h 235053"/>
                <a:gd name="connsiteX3" fmla="*/ 99236 w 197512"/>
                <a:gd name="connsiteY3" fmla="*/ 224175 h 235053"/>
                <a:gd name="connsiteX4" fmla="*/ 2140 w 197512"/>
                <a:gd name="connsiteY4" fmla="*/ 53175 h 235053"/>
                <a:gd name="connsiteX5" fmla="*/ 122233 w 197512"/>
                <a:gd name="connsiteY5" fmla="*/ 29983 h 235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7512" h="235053">
                  <a:moveTo>
                    <a:pt x="122233" y="29983"/>
                  </a:moveTo>
                  <a:cubicBezTo>
                    <a:pt x="154861" y="95041"/>
                    <a:pt x="95699" y="108603"/>
                    <a:pt x="126754" y="162065"/>
                  </a:cubicBezTo>
                  <a:cubicBezTo>
                    <a:pt x="147392" y="196854"/>
                    <a:pt x="197512" y="199803"/>
                    <a:pt x="197512" y="199803"/>
                  </a:cubicBezTo>
                  <a:cubicBezTo>
                    <a:pt x="197512" y="199803"/>
                    <a:pt x="170585" y="258768"/>
                    <a:pt x="99236" y="224175"/>
                  </a:cubicBezTo>
                  <a:cubicBezTo>
                    <a:pt x="33785" y="193316"/>
                    <a:pt x="-10439" y="117841"/>
                    <a:pt x="2140" y="53175"/>
                  </a:cubicBezTo>
                  <a:cubicBezTo>
                    <a:pt x="14720" y="-11490"/>
                    <a:pt x="100416" y="-14635"/>
                    <a:pt x="122233" y="29983"/>
                  </a:cubicBezTo>
                  <a:close/>
                </a:path>
              </a:pathLst>
            </a:custGeom>
            <a:solidFill>
              <a:srgbClr val="33211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68CA64EA-E83D-40D4-874C-A1F4B6E03A69}"/>
                </a:ext>
              </a:extLst>
            </p:cNvPr>
            <p:cNvSpPr/>
            <p:nvPr/>
          </p:nvSpPr>
          <p:spPr>
            <a:xfrm>
              <a:off x="5366851" y="4499023"/>
              <a:ext cx="313297" cy="527401"/>
            </a:xfrm>
            <a:custGeom>
              <a:avLst/>
              <a:gdLst>
                <a:gd name="connsiteX0" fmla="*/ 132758 w 313297"/>
                <a:gd name="connsiteY0" fmla="*/ 19655 h 527401"/>
                <a:gd name="connsiteX1" fmla="*/ 241057 w 313297"/>
                <a:gd name="connsiteY1" fmla="*/ 0 h 527401"/>
                <a:gd name="connsiteX2" fmla="*/ 302774 w 313297"/>
                <a:gd name="connsiteY2" fmla="*/ 68400 h 527401"/>
                <a:gd name="connsiteX3" fmla="*/ 289409 w 313297"/>
                <a:gd name="connsiteY3" fmla="*/ 259840 h 527401"/>
                <a:gd name="connsiteX4" fmla="*/ 262481 w 313297"/>
                <a:gd name="connsiteY4" fmla="*/ 435164 h 527401"/>
                <a:gd name="connsiteX5" fmla="*/ 271130 w 313297"/>
                <a:gd name="connsiteY5" fmla="*/ 480370 h 527401"/>
                <a:gd name="connsiteX6" fmla="*/ 8931 w 313297"/>
                <a:gd name="connsiteY6" fmla="*/ 486660 h 527401"/>
                <a:gd name="connsiteX7" fmla="*/ 7555 w 313297"/>
                <a:gd name="connsiteY7" fmla="*/ 263771 h 527401"/>
                <a:gd name="connsiteX8" fmla="*/ 70451 w 313297"/>
                <a:gd name="connsiteY8" fmla="*/ 55820 h 527401"/>
                <a:gd name="connsiteX9" fmla="*/ 132758 w 313297"/>
                <a:gd name="connsiteY9" fmla="*/ 19655 h 527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3297" h="527401">
                  <a:moveTo>
                    <a:pt x="132758" y="19655"/>
                  </a:moveTo>
                  <a:cubicBezTo>
                    <a:pt x="169709" y="9238"/>
                    <a:pt x="227888" y="13365"/>
                    <a:pt x="241057" y="0"/>
                  </a:cubicBezTo>
                  <a:cubicBezTo>
                    <a:pt x="270736" y="13759"/>
                    <a:pt x="285085" y="34789"/>
                    <a:pt x="302774" y="68400"/>
                  </a:cubicBezTo>
                  <a:cubicBezTo>
                    <a:pt x="320464" y="102010"/>
                    <a:pt x="315747" y="158223"/>
                    <a:pt x="289409" y="259840"/>
                  </a:cubicBezTo>
                  <a:cubicBezTo>
                    <a:pt x="272211" y="316722"/>
                    <a:pt x="263150" y="375746"/>
                    <a:pt x="262481" y="435164"/>
                  </a:cubicBezTo>
                  <a:cubicBezTo>
                    <a:pt x="262481" y="440864"/>
                    <a:pt x="270147" y="473491"/>
                    <a:pt x="271130" y="480370"/>
                  </a:cubicBezTo>
                  <a:cubicBezTo>
                    <a:pt x="216292" y="539336"/>
                    <a:pt x="82833" y="544446"/>
                    <a:pt x="8931" y="486660"/>
                  </a:cubicBezTo>
                  <a:cubicBezTo>
                    <a:pt x="8931" y="454229"/>
                    <a:pt x="28586" y="329419"/>
                    <a:pt x="7555" y="263771"/>
                  </a:cubicBezTo>
                  <a:cubicBezTo>
                    <a:pt x="-27431" y="156651"/>
                    <a:pt x="70451" y="55820"/>
                    <a:pt x="70451" y="55820"/>
                  </a:cubicBezTo>
                  <a:cubicBezTo>
                    <a:pt x="87315" y="38033"/>
                    <a:pt x="108955" y="25493"/>
                    <a:pt x="132758" y="19655"/>
                  </a:cubicBezTo>
                  <a:close/>
                </a:path>
              </a:pathLst>
            </a:custGeom>
            <a:solidFill>
              <a:schemeClr val="accent1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EBFE6788-CD37-48AD-A62A-F7E5F1BC9D35}"/>
                </a:ext>
              </a:extLst>
            </p:cNvPr>
            <p:cNvSpPr/>
            <p:nvPr/>
          </p:nvSpPr>
          <p:spPr>
            <a:xfrm>
              <a:off x="5461674" y="4480940"/>
              <a:ext cx="162350" cy="62110"/>
            </a:xfrm>
            <a:custGeom>
              <a:avLst/>
              <a:gdLst>
                <a:gd name="connsiteX0" fmla="*/ 49924 w 162350"/>
                <a:gd name="connsiteY0" fmla="*/ 25945 h 62110"/>
                <a:gd name="connsiteX1" fmla="*/ 156455 w 162350"/>
                <a:gd name="connsiteY1" fmla="*/ 0 h 62110"/>
                <a:gd name="connsiteX2" fmla="*/ 162351 w 162350"/>
                <a:gd name="connsiteY2" fmla="*/ 30465 h 62110"/>
                <a:gd name="connsiteX3" fmla="*/ 76262 w 162350"/>
                <a:gd name="connsiteY3" fmla="*/ 62110 h 62110"/>
                <a:gd name="connsiteX4" fmla="*/ 0 w 162350"/>
                <a:gd name="connsiteY4" fmla="*/ 54445 h 62110"/>
                <a:gd name="connsiteX5" fmla="*/ 49924 w 162350"/>
                <a:gd name="connsiteY5" fmla="*/ 25945 h 62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50" h="62110">
                  <a:moveTo>
                    <a:pt x="49924" y="25945"/>
                  </a:moveTo>
                  <a:cubicBezTo>
                    <a:pt x="87092" y="26692"/>
                    <a:pt x="123807" y="17749"/>
                    <a:pt x="156455" y="0"/>
                  </a:cubicBezTo>
                  <a:lnTo>
                    <a:pt x="162351" y="30465"/>
                  </a:lnTo>
                  <a:cubicBezTo>
                    <a:pt x="137920" y="50199"/>
                    <a:pt x="107651" y="61324"/>
                    <a:pt x="76262" y="62110"/>
                  </a:cubicBezTo>
                  <a:cubicBezTo>
                    <a:pt x="50710" y="61088"/>
                    <a:pt x="25237" y="58533"/>
                    <a:pt x="0" y="54445"/>
                  </a:cubicBezTo>
                  <a:cubicBezTo>
                    <a:pt x="10024" y="36382"/>
                    <a:pt x="29266" y="25395"/>
                    <a:pt x="49924" y="25945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C73499-6529-422C-B3FD-94D4D60F060E}"/>
                </a:ext>
              </a:extLst>
            </p:cNvPr>
            <p:cNvSpPr/>
            <p:nvPr/>
          </p:nvSpPr>
          <p:spPr>
            <a:xfrm>
              <a:off x="5187786" y="4714836"/>
              <a:ext cx="188585" cy="219154"/>
            </a:xfrm>
            <a:custGeom>
              <a:avLst/>
              <a:gdLst>
                <a:gd name="connsiteX0" fmla="*/ 101906 w 188585"/>
                <a:gd name="connsiteY0" fmla="*/ 0 h 219154"/>
                <a:gd name="connsiteX1" fmla="*/ 1862 w 188585"/>
                <a:gd name="connsiteY1" fmla="*/ 112624 h 219154"/>
                <a:gd name="connsiteX2" fmla="*/ 25841 w 188585"/>
                <a:gd name="connsiteY2" fmla="*/ 219154 h 219154"/>
                <a:gd name="connsiteX3" fmla="*/ 124117 w 188585"/>
                <a:gd name="connsiteY3" fmla="*/ 144268 h 219154"/>
                <a:gd name="connsiteX4" fmla="*/ 188586 w 188585"/>
                <a:gd name="connsiteY4" fmla="*/ 71151 h 219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585" h="219154">
                  <a:moveTo>
                    <a:pt x="101906" y="0"/>
                  </a:moveTo>
                  <a:lnTo>
                    <a:pt x="1862" y="112624"/>
                  </a:lnTo>
                  <a:cubicBezTo>
                    <a:pt x="1862" y="112624"/>
                    <a:pt x="-9931" y="219154"/>
                    <a:pt x="25841" y="219154"/>
                  </a:cubicBezTo>
                  <a:cubicBezTo>
                    <a:pt x="52179" y="219154"/>
                    <a:pt x="91293" y="184955"/>
                    <a:pt x="124117" y="144268"/>
                  </a:cubicBezTo>
                  <a:cubicBezTo>
                    <a:pt x="156941" y="103582"/>
                    <a:pt x="188586" y="71151"/>
                    <a:pt x="188586" y="71151"/>
                  </a:cubicBezTo>
                  <a:close/>
                </a:path>
              </a:pathLst>
            </a:custGeom>
            <a:solidFill>
              <a:srgbClr val="FFC3C2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EEB33909-545C-43F4-AA70-2A21AB1DDED2}"/>
                </a:ext>
              </a:extLst>
            </p:cNvPr>
            <p:cNvSpPr/>
            <p:nvPr/>
          </p:nvSpPr>
          <p:spPr>
            <a:xfrm>
              <a:off x="5285368" y="4557883"/>
              <a:ext cx="202159" cy="232232"/>
            </a:xfrm>
            <a:custGeom>
              <a:avLst/>
              <a:gdLst>
                <a:gd name="connsiteX0" fmla="*/ 61324 w 202159"/>
                <a:gd name="connsiteY0" fmla="*/ 28409 h 232232"/>
                <a:gd name="connsiteX1" fmla="*/ 175913 w 202159"/>
                <a:gd name="connsiteY1" fmla="*/ 25854 h 232232"/>
                <a:gd name="connsiteX2" fmla="*/ 189868 w 202159"/>
                <a:gd name="connsiteY2" fmla="*/ 146339 h 232232"/>
                <a:gd name="connsiteX3" fmla="*/ 83927 w 202159"/>
                <a:gd name="connsiteY3" fmla="*/ 232232 h 232232"/>
                <a:gd name="connsiteX4" fmla="*/ 0 w 202159"/>
                <a:gd name="connsiteY4" fmla="*/ 177001 h 232232"/>
                <a:gd name="connsiteX5" fmla="*/ 61324 w 202159"/>
                <a:gd name="connsiteY5" fmla="*/ 28409 h 232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2159" h="232232">
                  <a:moveTo>
                    <a:pt x="61324" y="28409"/>
                  </a:moveTo>
                  <a:cubicBezTo>
                    <a:pt x="98668" y="-9132"/>
                    <a:pt x="149575" y="-8936"/>
                    <a:pt x="175913" y="25854"/>
                  </a:cubicBezTo>
                  <a:cubicBezTo>
                    <a:pt x="208540" y="69095"/>
                    <a:pt x="207755" y="124129"/>
                    <a:pt x="189868" y="146339"/>
                  </a:cubicBezTo>
                  <a:cubicBezTo>
                    <a:pt x="159835" y="180932"/>
                    <a:pt x="123984" y="210002"/>
                    <a:pt x="83927" y="232232"/>
                  </a:cubicBezTo>
                  <a:lnTo>
                    <a:pt x="0" y="177001"/>
                  </a:lnTo>
                  <a:cubicBezTo>
                    <a:pt x="0" y="177001"/>
                    <a:pt x="25159" y="64574"/>
                    <a:pt x="61324" y="28409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A4C01B9-7E37-4201-A741-EE2851A8C4F4}"/>
                </a:ext>
              </a:extLst>
            </p:cNvPr>
            <p:cNvSpPr/>
            <p:nvPr/>
          </p:nvSpPr>
          <p:spPr>
            <a:xfrm>
              <a:off x="5272003" y="4704026"/>
              <a:ext cx="112623" cy="102010"/>
            </a:xfrm>
            <a:custGeom>
              <a:avLst/>
              <a:gdLst>
                <a:gd name="connsiteX0" fmla="*/ 0 w 112623"/>
                <a:gd name="connsiteY0" fmla="*/ 30662 h 102010"/>
                <a:gd name="connsiteX1" fmla="*/ 19655 w 112623"/>
                <a:gd name="connsiteY1" fmla="*/ 0 h 102010"/>
                <a:gd name="connsiteX2" fmla="*/ 56410 w 112623"/>
                <a:gd name="connsiteY2" fmla="*/ 47565 h 102010"/>
                <a:gd name="connsiteX3" fmla="*/ 112623 w 112623"/>
                <a:gd name="connsiteY3" fmla="*/ 80193 h 102010"/>
                <a:gd name="connsiteX4" fmla="*/ 85106 w 112623"/>
                <a:gd name="connsiteY4" fmla="*/ 102010 h 102010"/>
                <a:gd name="connsiteX5" fmla="*/ 27320 w 112623"/>
                <a:gd name="connsiteY5" fmla="*/ 65845 h 102010"/>
                <a:gd name="connsiteX6" fmla="*/ 0 w 112623"/>
                <a:gd name="connsiteY6" fmla="*/ 30662 h 10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623" h="102010">
                  <a:moveTo>
                    <a:pt x="0" y="30662"/>
                  </a:moveTo>
                  <a:lnTo>
                    <a:pt x="19655" y="0"/>
                  </a:lnTo>
                  <a:cubicBezTo>
                    <a:pt x="28205" y="18397"/>
                    <a:pt x="40764" y="34652"/>
                    <a:pt x="56410" y="47565"/>
                  </a:cubicBezTo>
                  <a:cubicBezTo>
                    <a:pt x="74178" y="60027"/>
                    <a:pt x="92988" y="70935"/>
                    <a:pt x="112623" y="80193"/>
                  </a:cubicBezTo>
                  <a:lnTo>
                    <a:pt x="85106" y="102010"/>
                  </a:lnTo>
                  <a:cubicBezTo>
                    <a:pt x="63682" y="93814"/>
                    <a:pt x="44047" y="81529"/>
                    <a:pt x="27320" y="65845"/>
                  </a:cubicBezTo>
                  <a:cubicBezTo>
                    <a:pt x="17473" y="54720"/>
                    <a:pt x="8353" y="42966"/>
                    <a:pt x="0" y="30662"/>
                  </a:cubicBezTo>
                  <a:close/>
                </a:path>
              </a:pathLst>
            </a:custGeom>
            <a:solidFill>
              <a:srgbClr val="FFFFF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18F84005-6DF6-48E3-85D8-0E82D9834A59}"/>
                </a:ext>
              </a:extLst>
            </p:cNvPr>
            <p:cNvSpPr/>
            <p:nvPr/>
          </p:nvSpPr>
          <p:spPr>
            <a:xfrm>
              <a:off x="5784018" y="5256839"/>
              <a:ext cx="196943" cy="356627"/>
            </a:xfrm>
            <a:custGeom>
              <a:avLst/>
              <a:gdLst>
                <a:gd name="connsiteX0" fmla="*/ 179058 w 196943"/>
                <a:gd name="connsiteY0" fmla="*/ 34284 h 356627"/>
                <a:gd name="connsiteX1" fmla="*/ 142892 w 196943"/>
                <a:gd name="connsiteY1" fmla="*/ 870 h 356627"/>
                <a:gd name="connsiteX2" fmla="*/ 0 w 196943"/>
                <a:gd name="connsiteY2" fmla="*/ 73398 h 356627"/>
                <a:gd name="connsiteX3" fmla="*/ 149182 w 196943"/>
                <a:gd name="connsiteY3" fmla="*/ 356628 h 356627"/>
                <a:gd name="connsiteX4" fmla="*/ 196944 w 196943"/>
                <a:gd name="connsiteY4" fmla="*/ 326359 h 35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943" h="356627">
                  <a:moveTo>
                    <a:pt x="179058" y="34284"/>
                  </a:moveTo>
                  <a:cubicBezTo>
                    <a:pt x="179058" y="34284"/>
                    <a:pt x="166282" y="-6402"/>
                    <a:pt x="142892" y="870"/>
                  </a:cubicBezTo>
                  <a:cubicBezTo>
                    <a:pt x="93224" y="20821"/>
                    <a:pt x="45423" y="45075"/>
                    <a:pt x="0" y="73398"/>
                  </a:cubicBezTo>
                  <a:cubicBezTo>
                    <a:pt x="4717" y="83029"/>
                    <a:pt x="149182" y="356628"/>
                    <a:pt x="149182" y="356628"/>
                  </a:cubicBezTo>
                  <a:lnTo>
                    <a:pt x="196944" y="326359"/>
                  </a:lnTo>
                  <a:close/>
                </a:path>
              </a:pathLst>
            </a:custGeom>
            <a:solidFill>
              <a:srgbClr val="C7AFD8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E792ACF8-9C54-4F23-8727-7D1250181A9F}"/>
                </a:ext>
              </a:extLst>
            </p:cNvPr>
            <p:cNvSpPr/>
            <p:nvPr/>
          </p:nvSpPr>
          <p:spPr>
            <a:xfrm>
              <a:off x="5779161" y="5328552"/>
              <a:ext cx="161508" cy="284915"/>
            </a:xfrm>
            <a:custGeom>
              <a:avLst/>
              <a:gdLst>
                <a:gd name="connsiteX0" fmla="*/ 38467 w 161508"/>
                <a:gd name="connsiteY0" fmla="*/ 35689 h 284915"/>
                <a:gd name="connsiteX1" fmla="*/ 16650 w 161508"/>
                <a:gd name="connsiteY1" fmla="*/ 2472 h 284915"/>
                <a:gd name="connsiteX2" fmla="*/ 2695 w 161508"/>
                <a:gd name="connsiteY2" fmla="*/ 25272 h 284915"/>
                <a:gd name="connsiteX3" fmla="*/ 43775 w 161508"/>
                <a:gd name="connsiteY3" fmla="*/ 85809 h 284915"/>
                <a:gd name="connsiteX4" fmla="*/ 154039 w 161508"/>
                <a:gd name="connsiteY4" fmla="*/ 284915 h 284915"/>
                <a:gd name="connsiteX5" fmla="*/ 161508 w 161508"/>
                <a:gd name="connsiteY5" fmla="*/ 280198 h 284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1508" h="284915">
                  <a:moveTo>
                    <a:pt x="38467" y="35689"/>
                  </a:moveTo>
                  <a:cubicBezTo>
                    <a:pt x="34379" y="22815"/>
                    <a:pt x="26832" y="11336"/>
                    <a:pt x="16650" y="2472"/>
                  </a:cubicBezTo>
                  <a:cubicBezTo>
                    <a:pt x="2695" y="-6766"/>
                    <a:pt x="-4184" y="11906"/>
                    <a:pt x="2695" y="25272"/>
                  </a:cubicBezTo>
                  <a:cubicBezTo>
                    <a:pt x="9574" y="38637"/>
                    <a:pt x="28836" y="56916"/>
                    <a:pt x="43775" y="85809"/>
                  </a:cubicBezTo>
                  <a:cubicBezTo>
                    <a:pt x="69719" y="136519"/>
                    <a:pt x="154039" y="284915"/>
                    <a:pt x="154039" y="284915"/>
                  </a:cubicBezTo>
                  <a:lnTo>
                    <a:pt x="161508" y="280198"/>
                  </a:lnTo>
                  <a:close/>
                </a:path>
              </a:pathLst>
            </a:custGeom>
            <a:solidFill>
              <a:srgbClr val="AC93C1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497A841C-7FC0-4643-B246-6AF87AEE18F7}"/>
                </a:ext>
              </a:extLst>
            </p:cNvPr>
            <p:cNvSpPr/>
            <p:nvPr/>
          </p:nvSpPr>
          <p:spPr>
            <a:xfrm>
              <a:off x="5807997" y="5300951"/>
              <a:ext cx="276743" cy="317430"/>
            </a:xfrm>
            <a:custGeom>
              <a:avLst/>
              <a:gdLst>
                <a:gd name="connsiteX0" fmla="*/ 276744 w 276743"/>
                <a:gd name="connsiteY0" fmla="*/ 244313 h 317430"/>
                <a:gd name="connsiteX1" fmla="*/ 131296 w 276743"/>
                <a:gd name="connsiteY1" fmla="*/ 317430 h 317430"/>
                <a:gd name="connsiteX2" fmla="*/ 0 w 276743"/>
                <a:gd name="connsiteY2" fmla="*/ 72920 h 317430"/>
                <a:gd name="connsiteX3" fmla="*/ 145448 w 276743"/>
                <a:gd name="connsiteY3" fmla="*/ 0 h 317430"/>
                <a:gd name="connsiteX4" fmla="*/ 276744 w 276743"/>
                <a:gd name="connsiteY4" fmla="*/ 244313 h 31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743" h="317430">
                  <a:moveTo>
                    <a:pt x="276744" y="244313"/>
                  </a:moveTo>
                  <a:lnTo>
                    <a:pt x="131296" y="317430"/>
                  </a:lnTo>
                  <a:lnTo>
                    <a:pt x="0" y="72920"/>
                  </a:lnTo>
                  <a:lnTo>
                    <a:pt x="145448" y="0"/>
                  </a:lnTo>
                  <a:lnTo>
                    <a:pt x="276744" y="244313"/>
                  </a:lnTo>
                  <a:close/>
                </a:path>
              </a:pathLst>
            </a:custGeom>
            <a:solidFill>
              <a:srgbClr val="DFC8ED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108DB42E-3BB4-421C-9240-6EE488010E11}"/>
                </a:ext>
              </a:extLst>
            </p:cNvPr>
            <p:cNvSpPr/>
            <p:nvPr/>
          </p:nvSpPr>
          <p:spPr>
            <a:xfrm>
              <a:off x="5817431" y="5291124"/>
              <a:ext cx="276940" cy="317430"/>
            </a:xfrm>
            <a:custGeom>
              <a:avLst/>
              <a:gdLst>
                <a:gd name="connsiteX0" fmla="*/ 276940 w 276940"/>
                <a:gd name="connsiteY0" fmla="*/ 244509 h 317430"/>
                <a:gd name="connsiteX1" fmla="*/ 131493 w 276940"/>
                <a:gd name="connsiteY1" fmla="*/ 317430 h 317430"/>
                <a:gd name="connsiteX2" fmla="*/ 0 w 276940"/>
                <a:gd name="connsiteY2" fmla="*/ 72920 h 317430"/>
                <a:gd name="connsiteX3" fmla="*/ 145644 w 276940"/>
                <a:gd name="connsiteY3" fmla="*/ 0 h 317430"/>
                <a:gd name="connsiteX4" fmla="*/ 276940 w 276940"/>
                <a:gd name="connsiteY4" fmla="*/ 244509 h 31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940" h="317430">
                  <a:moveTo>
                    <a:pt x="276940" y="244509"/>
                  </a:moveTo>
                  <a:lnTo>
                    <a:pt x="131493" y="317430"/>
                  </a:lnTo>
                  <a:lnTo>
                    <a:pt x="0" y="72920"/>
                  </a:lnTo>
                  <a:lnTo>
                    <a:pt x="145644" y="0"/>
                  </a:lnTo>
                  <a:lnTo>
                    <a:pt x="276940" y="244509"/>
                  </a:lnTo>
                  <a:close/>
                </a:path>
              </a:pathLst>
            </a:custGeom>
            <a:solidFill>
              <a:srgbClr val="F3E0FC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AB6DFAA4-97C1-45DC-985C-C65343F087B0}"/>
                </a:ext>
              </a:extLst>
            </p:cNvPr>
            <p:cNvSpPr/>
            <p:nvPr/>
          </p:nvSpPr>
          <p:spPr>
            <a:xfrm>
              <a:off x="5807997" y="5364044"/>
              <a:ext cx="140926" cy="254337"/>
            </a:xfrm>
            <a:custGeom>
              <a:avLst/>
              <a:gdLst>
                <a:gd name="connsiteX0" fmla="*/ 9434 w 140926"/>
                <a:gd name="connsiteY0" fmla="*/ 0 h 254337"/>
                <a:gd name="connsiteX1" fmla="*/ 0 w 140926"/>
                <a:gd name="connsiteY1" fmla="*/ 9828 h 254337"/>
                <a:gd name="connsiteX2" fmla="*/ 131296 w 140926"/>
                <a:gd name="connsiteY2" fmla="*/ 254337 h 254337"/>
                <a:gd name="connsiteX3" fmla="*/ 140927 w 140926"/>
                <a:gd name="connsiteY3" fmla="*/ 244510 h 254337"/>
                <a:gd name="connsiteX4" fmla="*/ 9434 w 140926"/>
                <a:gd name="connsiteY4" fmla="*/ 0 h 254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26" h="254337">
                  <a:moveTo>
                    <a:pt x="9434" y="0"/>
                  </a:moveTo>
                  <a:lnTo>
                    <a:pt x="0" y="9828"/>
                  </a:lnTo>
                  <a:lnTo>
                    <a:pt x="131296" y="254337"/>
                  </a:lnTo>
                  <a:lnTo>
                    <a:pt x="140927" y="244510"/>
                  </a:lnTo>
                  <a:lnTo>
                    <a:pt x="9434" y="0"/>
                  </a:lnTo>
                  <a:close/>
                </a:path>
              </a:pathLst>
            </a:custGeom>
            <a:solidFill>
              <a:srgbClr val="DFC8ED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3947F68-5792-4E84-8FA0-8A204289B221}"/>
                </a:ext>
              </a:extLst>
            </p:cNvPr>
            <p:cNvSpPr/>
            <p:nvPr/>
          </p:nvSpPr>
          <p:spPr>
            <a:xfrm>
              <a:off x="5939293" y="5535633"/>
              <a:ext cx="155078" cy="82748"/>
            </a:xfrm>
            <a:custGeom>
              <a:avLst/>
              <a:gdLst>
                <a:gd name="connsiteX0" fmla="*/ 145448 w 155078"/>
                <a:gd name="connsiteY0" fmla="*/ 9631 h 82748"/>
                <a:gd name="connsiteX1" fmla="*/ 155079 w 155078"/>
                <a:gd name="connsiteY1" fmla="*/ 0 h 82748"/>
                <a:gd name="connsiteX2" fmla="*/ 9631 w 155078"/>
                <a:gd name="connsiteY2" fmla="*/ 72921 h 82748"/>
                <a:gd name="connsiteX3" fmla="*/ 0 w 155078"/>
                <a:gd name="connsiteY3" fmla="*/ 82748 h 82748"/>
                <a:gd name="connsiteX4" fmla="*/ 145448 w 155078"/>
                <a:gd name="connsiteY4" fmla="*/ 9631 h 82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078" h="82748">
                  <a:moveTo>
                    <a:pt x="145448" y="9631"/>
                  </a:moveTo>
                  <a:lnTo>
                    <a:pt x="155079" y="0"/>
                  </a:lnTo>
                  <a:lnTo>
                    <a:pt x="9631" y="72921"/>
                  </a:lnTo>
                  <a:lnTo>
                    <a:pt x="0" y="82748"/>
                  </a:lnTo>
                  <a:lnTo>
                    <a:pt x="145448" y="9631"/>
                  </a:lnTo>
                  <a:close/>
                </a:path>
              </a:pathLst>
            </a:custGeom>
            <a:solidFill>
              <a:srgbClr val="C7AFD8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47C734FE-EE19-4AAE-A947-52F0B1F3E1CD}"/>
                </a:ext>
              </a:extLst>
            </p:cNvPr>
            <p:cNvSpPr/>
            <p:nvPr/>
          </p:nvSpPr>
          <p:spPr>
            <a:xfrm>
              <a:off x="5970152" y="5296234"/>
              <a:ext cx="34002" cy="53068"/>
            </a:xfrm>
            <a:custGeom>
              <a:avLst/>
              <a:gdLst>
                <a:gd name="connsiteX0" fmla="*/ 17689 w 34002"/>
                <a:gd name="connsiteY0" fmla="*/ 0 h 53068"/>
                <a:gd name="connsiteX1" fmla="*/ 5110 w 34002"/>
                <a:gd name="connsiteY1" fmla="*/ 30072 h 53068"/>
                <a:gd name="connsiteX2" fmla="*/ 0 w 34002"/>
                <a:gd name="connsiteY2" fmla="*/ 53069 h 53068"/>
                <a:gd name="connsiteX3" fmla="*/ 16117 w 34002"/>
                <a:gd name="connsiteY3" fmla="*/ 35772 h 53068"/>
                <a:gd name="connsiteX4" fmla="*/ 34003 w 34002"/>
                <a:gd name="connsiteY4" fmla="*/ 3145 h 53068"/>
                <a:gd name="connsiteX5" fmla="*/ 17689 w 34002"/>
                <a:gd name="connsiteY5" fmla="*/ 0 h 53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002" h="53068">
                  <a:moveTo>
                    <a:pt x="17689" y="0"/>
                  </a:moveTo>
                  <a:lnTo>
                    <a:pt x="5110" y="30072"/>
                  </a:lnTo>
                  <a:lnTo>
                    <a:pt x="0" y="53069"/>
                  </a:lnTo>
                  <a:lnTo>
                    <a:pt x="16117" y="35772"/>
                  </a:lnTo>
                  <a:lnTo>
                    <a:pt x="34003" y="3145"/>
                  </a:lnTo>
                  <a:lnTo>
                    <a:pt x="17689" y="0"/>
                  </a:lnTo>
                  <a:close/>
                </a:path>
              </a:pathLst>
            </a:custGeom>
            <a:solidFill>
              <a:srgbClr val="492E2E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BDE03C9D-58C9-40F8-9D2B-959DC3AE8DFD}"/>
                </a:ext>
              </a:extLst>
            </p:cNvPr>
            <p:cNvSpPr/>
            <p:nvPr/>
          </p:nvSpPr>
          <p:spPr>
            <a:xfrm>
              <a:off x="5972510" y="5232059"/>
              <a:ext cx="244509" cy="214929"/>
            </a:xfrm>
            <a:custGeom>
              <a:avLst/>
              <a:gdLst>
                <a:gd name="connsiteX0" fmla="*/ 193406 w 244509"/>
                <a:gd name="connsiteY0" fmla="*/ 214930 h 214929"/>
                <a:gd name="connsiteX1" fmla="*/ 244510 w 244509"/>
                <a:gd name="connsiteY1" fmla="*/ 142992 h 214929"/>
                <a:gd name="connsiteX2" fmla="*/ 108496 w 244509"/>
                <a:gd name="connsiteY2" fmla="*/ 18968 h 214929"/>
                <a:gd name="connsiteX3" fmla="*/ 34789 w 244509"/>
                <a:gd name="connsiteY3" fmla="*/ 23686 h 214929"/>
                <a:gd name="connsiteX4" fmla="*/ 0 w 244509"/>
                <a:gd name="connsiteY4" fmla="*/ 58475 h 214929"/>
                <a:gd name="connsiteX5" fmla="*/ 15331 w 244509"/>
                <a:gd name="connsiteY5" fmla="*/ 64175 h 214929"/>
                <a:gd name="connsiteX6" fmla="*/ 18673 w 244509"/>
                <a:gd name="connsiteY6" fmla="*/ 71448 h 214929"/>
                <a:gd name="connsiteX7" fmla="*/ 49924 w 244509"/>
                <a:gd name="connsiteY7" fmla="*/ 75182 h 214929"/>
                <a:gd name="connsiteX8" fmla="*/ 100438 w 244509"/>
                <a:gd name="connsiteY8" fmla="*/ 84616 h 214929"/>
                <a:gd name="connsiteX9" fmla="*/ 179058 w 244509"/>
                <a:gd name="connsiteY9" fmla="*/ 195275 h 214929"/>
                <a:gd name="connsiteX10" fmla="*/ 193406 w 244509"/>
                <a:gd name="connsiteY10" fmla="*/ 214930 h 214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4509" h="214929">
                  <a:moveTo>
                    <a:pt x="193406" y="214930"/>
                  </a:moveTo>
                  <a:cubicBezTo>
                    <a:pt x="210310" y="190754"/>
                    <a:pt x="227999" y="167364"/>
                    <a:pt x="244510" y="142992"/>
                  </a:cubicBezTo>
                  <a:cubicBezTo>
                    <a:pt x="209916" y="94051"/>
                    <a:pt x="130903" y="44717"/>
                    <a:pt x="108496" y="18968"/>
                  </a:cubicBezTo>
                  <a:cubicBezTo>
                    <a:pt x="83141" y="-11301"/>
                    <a:pt x="57786" y="-2063"/>
                    <a:pt x="34789" y="23686"/>
                  </a:cubicBezTo>
                  <a:cubicBezTo>
                    <a:pt x="24097" y="36147"/>
                    <a:pt x="12461" y="47783"/>
                    <a:pt x="0" y="58475"/>
                  </a:cubicBezTo>
                  <a:cubicBezTo>
                    <a:pt x="3145" y="66730"/>
                    <a:pt x="4717" y="64568"/>
                    <a:pt x="15331" y="64175"/>
                  </a:cubicBezTo>
                  <a:cubicBezTo>
                    <a:pt x="12186" y="69875"/>
                    <a:pt x="15331" y="72037"/>
                    <a:pt x="18673" y="71448"/>
                  </a:cubicBezTo>
                  <a:cubicBezTo>
                    <a:pt x="29207" y="68853"/>
                    <a:pt x="40313" y="70189"/>
                    <a:pt x="49924" y="75182"/>
                  </a:cubicBezTo>
                  <a:cubicBezTo>
                    <a:pt x="56607" y="78523"/>
                    <a:pt x="80979" y="78720"/>
                    <a:pt x="100438" y="84616"/>
                  </a:cubicBezTo>
                  <a:cubicBezTo>
                    <a:pt x="113607" y="88548"/>
                    <a:pt x="135031" y="118620"/>
                    <a:pt x="179058" y="195275"/>
                  </a:cubicBezTo>
                  <a:cubicBezTo>
                    <a:pt x="183402" y="202134"/>
                    <a:pt x="188198" y="208699"/>
                    <a:pt x="193406" y="214930"/>
                  </a:cubicBezTo>
                  <a:close/>
                </a:path>
              </a:pathLst>
            </a:custGeom>
            <a:solidFill>
              <a:srgbClr val="FFC3C2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D5EE1F99-8A1F-4A35-A21D-F1EB160B0222}"/>
                </a:ext>
              </a:extLst>
            </p:cNvPr>
            <p:cNvSpPr/>
            <p:nvPr/>
          </p:nvSpPr>
          <p:spPr>
            <a:xfrm>
              <a:off x="6008480" y="5258749"/>
              <a:ext cx="32627" cy="25692"/>
            </a:xfrm>
            <a:custGeom>
              <a:avLst/>
              <a:gdLst>
                <a:gd name="connsiteX0" fmla="*/ 0 w 32627"/>
                <a:gd name="connsiteY0" fmla="*/ 25692 h 25692"/>
                <a:gd name="connsiteX1" fmla="*/ 27517 w 32627"/>
                <a:gd name="connsiteY1" fmla="*/ 17240 h 25692"/>
                <a:gd name="connsiteX2" fmla="*/ 22799 w 32627"/>
                <a:gd name="connsiteY2" fmla="*/ 140 h 25692"/>
                <a:gd name="connsiteX3" fmla="*/ 3144 w 32627"/>
                <a:gd name="connsiteY3" fmla="*/ 3875 h 25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627" h="25692">
                  <a:moveTo>
                    <a:pt x="0" y="25692"/>
                  </a:moveTo>
                  <a:cubicBezTo>
                    <a:pt x="9709" y="25043"/>
                    <a:pt x="19124" y="22154"/>
                    <a:pt x="27517" y="17240"/>
                  </a:cubicBezTo>
                  <a:cubicBezTo>
                    <a:pt x="36755" y="10164"/>
                    <a:pt x="32431" y="1516"/>
                    <a:pt x="22799" y="140"/>
                  </a:cubicBezTo>
                  <a:cubicBezTo>
                    <a:pt x="16038" y="-450"/>
                    <a:pt x="9218" y="828"/>
                    <a:pt x="3144" y="3875"/>
                  </a:cubicBezTo>
                  <a:close/>
                </a:path>
              </a:pathLst>
            </a:custGeom>
            <a:solidFill>
              <a:srgbClr val="FFB4A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C5564B58-82A0-47BC-BB1B-D9A44C37BC03}"/>
                </a:ext>
              </a:extLst>
            </p:cNvPr>
            <p:cNvSpPr/>
            <p:nvPr/>
          </p:nvSpPr>
          <p:spPr>
            <a:xfrm>
              <a:off x="5989414" y="5225869"/>
              <a:ext cx="45403" cy="67810"/>
            </a:xfrm>
            <a:custGeom>
              <a:avLst/>
              <a:gdLst>
                <a:gd name="connsiteX0" fmla="*/ 19065 w 45403"/>
                <a:gd name="connsiteY0" fmla="*/ 58572 h 67810"/>
                <a:gd name="connsiteX1" fmla="*/ 45403 w 45403"/>
                <a:gd name="connsiteY1" fmla="*/ 5111 h 67810"/>
                <a:gd name="connsiteX2" fmla="*/ 31841 w 45403"/>
                <a:gd name="connsiteY2" fmla="*/ 0 h 67810"/>
                <a:gd name="connsiteX3" fmla="*/ 0 w 45403"/>
                <a:gd name="connsiteY3" fmla="*/ 67810 h 67810"/>
                <a:gd name="connsiteX4" fmla="*/ 19065 w 45403"/>
                <a:gd name="connsiteY4" fmla="*/ 58572 h 67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403" h="67810">
                  <a:moveTo>
                    <a:pt x="19065" y="58572"/>
                  </a:moveTo>
                  <a:lnTo>
                    <a:pt x="45403" y="5111"/>
                  </a:lnTo>
                  <a:lnTo>
                    <a:pt x="31841" y="0"/>
                  </a:lnTo>
                  <a:cubicBezTo>
                    <a:pt x="31841" y="0"/>
                    <a:pt x="9041" y="49924"/>
                    <a:pt x="0" y="67810"/>
                  </a:cubicBezTo>
                  <a:cubicBezTo>
                    <a:pt x="4403" y="61736"/>
                    <a:pt x="11557" y="58258"/>
                    <a:pt x="19065" y="58572"/>
                  </a:cubicBezTo>
                  <a:close/>
                </a:path>
              </a:pathLst>
            </a:custGeom>
            <a:solidFill>
              <a:srgbClr val="492E2E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E87CC961-D9A2-4B4E-B6F2-C5D938052588}"/>
                </a:ext>
              </a:extLst>
            </p:cNvPr>
            <p:cNvSpPr/>
            <p:nvPr/>
          </p:nvSpPr>
          <p:spPr>
            <a:xfrm>
              <a:off x="6021104" y="5223612"/>
              <a:ext cx="13864" cy="9624"/>
            </a:xfrm>
            <a:custGeom>
              <a:avLst/>
              <a:gdLst>
                <a:gd name="connsiteX0" fmla="*/ 13713 w 13864"/>
                <a:gd name="connsiteY0" fmla="*/ 7368 h 9624"/>
                <a:gd name="connsiteX1" fmla="*/ 5458 w 13864"/>
                <a:gd name="connsiteY1" fmla="*/ 8940 h 9624"/>
                <a:gd name="connsiteX2" fmla="*/ 151 w 13864"/>
                <a:gd name="connsiteY2" fmla="*/ 2257 h 9624"/>
                <a:gd name="connsiteX3" fmla="*/ 8406 w 13864"/>
                <a:gd name="connsiteY3" fmla="*/ 684 h 9624"/>
                <a:gd name="connsiteX4" fmla="*/ 13713 w 13864"/>
                <a:gd name="connsiteY4" fmla="*/ 7368 h 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64" h="9624">
                  <a:moveTo>
                    <a:pt x="13713" y="7368"/>
                  </a:moveTo>
                  <a:cubicBezTo>
                    <a:pt x="13713" y="9529"/>
                    <a:pt x="9192" y="10316"/>
                    <a:pt x="5458" y="8940"/>
                  </a:cubicBezTo>
                  <a:cubicBezTo>
                    <a:pt x="1723" y="7564"/>
                    <a:pt x="-635" y="4419"/>
                    <a:pt x="151" y="2257"/>
                  </a:cubicBezTo>
                  <a:cubicBezTo>
                    <a:pt x="937" y="95"/>
                    <a:pt x="4671" y="-691"/>
                    <a:pt x="8406" y="684"/>
                  </a:cubicBezTo>
                  <a:cubicBezTo>
                    <a:pt x="12140" y="2060"/>
                    <a:pt x="14499" y="5008"/>
                    <a:pt x="13713" y="7368"/>
                  </a:cubicBezTo>
                  <a:close/>
                </a:path>
              </a:pathLst>
            </a:custGeom>
            <a:solidFill>
              <a:srgbClr val="604040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7E88C0A-14F5-45EC-8E21-B73823CFD25C}"/>
                </a:ext>
              </a:extLst>
            </p:cNvPr>
            <p:cNvSpPr/>
            <p:nvPr/>
          </p:nvSpPr>
          <p:spPr>
            <a:xfrm>
              <a:off x="5916297" y="5687567"/>
              <a:ext cx="298299" cy="222495"/>
            </a:xfrm>
            <a:custGeom>
              <a:avLst/>
              <a:gdLst>
                <a:gd name="connsiteX0" fmla="*/ 254730 w 298299"/>
                <a:gd name="connsiteY0" fmla="*/ 0 h 222495"/>
                <a:gd name="connsiteX1" fmla="*/ 89431 w 298299"/>
                <a:gd name="connsiteY1" fmla="*/ 113803 h 222495"/>
                <a:gd name="connsiteX2" fmla="*/ 0 w 298299"/>
                <a:gd name="connsiteY2" fmla="*/ 170016 h 222495"/>
                <a:gd name="connsiteX3" fmla="*/ 89431 w 298299"/>
                <a:gd name="connsiteY3" fmla="*/ 222496 h 222495"/>
                <a:gd name="connsiteX4" fmla="*/ 294433 w 298299"/>
                <a:gd name="connsiteY4" fmla="*/ 124220 h 222495"/>
                <a:gd name="connsiteX5" fmla="*/ 254730 w 298299"/>
                <a:gd name="connsiteY5" fmla="*/ 0 h 222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299" h="222495">
                  <a:moveTo>
                    <a:pt x="254730" y="0"/>
                  </a:moveTo>
                  <a:lnTo>
                    <a:pt x="89431" y="113803"/>
                  </a:lnTo>
                  <a:cubicBezTo>
                    <a:pt x="60911" y="134519"/>
                    <a:pt x="31035" y="153290"/>
                    <a:pt x="0" y="170016"/>
                  </a:cubicBezTo>
                  <a:lnTo>
                    <a:pt x="89431" y="222496"/>
                  </a:lnTo>
                  <a:cubicBezTo>
                    <a:pt x="89431" y="222496"/>
                    <a:pt x="275172" y="188296"/>
                    <a:pt x="294433" y="124220"/>
                  </a:cubicBezTo>
                  <a:cubicBezTo>
                    <a:pt x="313695" y="60145"/>
                    <a:pt x="254730" y="0"/>
                    <a:pt x="254730" y="0"/>
                  </a:cubicBezTo>
                  <a:close/>
                </a:path>
              </a:pathLst>
            </a:custGeom>
            <a:solidFill>
              <a:srgbClr val="33211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3BB690CD-93DE-4538-ADB1-4D20A8A6522C}"/>
                </a:ext>
              </a:extLst>
            </p:cNvPr>
            <p:cNvSpPr/>
            <p:nvPr/>
          </p:nvSpPr>
          <p:spPr>
            <a:xfrm>
              <a:off x="5796794" y="5789174"/>
              <a:ext cx="453510" cy="175096"/>
            </a:xfrm>
            <a:custGeom>
              <a:avLst/>
              <a:gdLst>
                <a:gd name="connsiteX0" fmla="*/ 118914 w 453510"/>
                <a:gd name="connsiteY0" fmla="*/ 10 h 175096"/>
                <a:gd name="connsiteX1" fmla="*/ 302885 w 453510"/>
                <a:gd name="connsiteY1" fmla="*/ 9837 h 175096"/>
                <a:gd name="connsiteX2" fmla="*/ 387599 w 453510"/>
                <a:gd name="connsiteY2" fmla="*/ 13572 h 175096"/>
                <a:gd name="connsiteX3" fmla="*/ 447547 w 453510"/>
                <a:gd name="connsiteY3" fmla="*/ 88654 h 175096"/>
                <a:gd name="connsiteX4" fmla="*/ 286768 w 453510"/>
                <a:gd name="connsiteY4" fmla="*/ 174547 h 175096"/>
                <a:gd name="connsiteX5" fmla="*/ 70562 w 453510"/>
                <a:gd name="connsiteY5" fmla="*/ 88654 h 175096"/>
                <a:gd name="connsiteX6" fmla="*/ 0 w 453510"/>
                <a:gd name="connsiteY6" fmla="*/ 47378 h 175096"/>
                <a:gd name="connsiteX7" fmla="*/ 118914 w 453510"/>
                <a:gd name="connsiteY7" fmla="*/ 10 h 175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3510" h="175096">
                  <a:moveTo>
                    <a:pt x="118914" y="10"/>
                  </a:moveTo>
                  <a:cubicBezTo>
                    <a:pt x="158224" y="10"/>
                    <a:pt x="244117" y="4530"/>
                    <a:pt x="302885" y="9837"/>
                  </a:cubicBezTo>
                  <a:cubicBezTo>
                    <a:pt x="329420" y="12196"/>
                    <a:pt x="387599" y="13572"/>
                    <a:pt x="387599" y="13572"/>
                  </a:cubicBezTo>
                  <a:cubicBezTo>
                    <a:pt x="387599" y="13572"/>
                    <a:pt x="477030" y="48558"/>
                    <a:pt x="447547" y="88654"/>
                  </a:cubicBezTo>
                  <a:cubicBezTo>
                    <a:pt x="418065" y="128750"/>
                    <a:pt x="347502" y="181033"/>
                    <a:pt x="286768" y="174547"/>
                  </a:cubicBezTo>
                  <a:cubicBezTo>
                    <a:pt x="226034" y="168060"/>
                    <a:pt x="70562" y="88654"/>
                    <a:pt x="70562" y="88654"/>
                  </a:cubicBezTo>
                  <a:lnTo>
                    <a:pt x="0" y="47378"/>
                  </a:lnTo>
                  <a:cubicBezTo>
                    <a:pt x="0" y="47378"/>
                    <a:pt x="75279" y="-777"/>
                    <a:pt x="118914" y="10"/>
                  </a:cubicBezTo>
                  <a:close/>
                </a:path>
              </a:pathLst>
            </a:custGeom>
            <a:solidFill>
              <a:srgbClr val="472E2E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99B9A239-0057-4AE9-A1CF-D989318D39A2}"/>
                </a:ext>
              </a:extLst>
            </p:cNvPr>
            <p:cNvSpPr/>
            <p:nvPr/>
          </p:nvSpPr>
          <p:spPr>
            <a:xfrm>
              <a:off x="6325320" y="5291689"/>
              <a:ext cx="144243" cy="244408"/>
            </a:xfrm>
            <a:custGeom>
              <a:avLst/>
              <a:gdLst>
                <a:gd name="connsiteX0" fmla="*/ 103189 w 144243"/>
                <a:gd name="connsiteY0" fmla="*/ 22234 h 244408"/>
                <a:gd name="connsiteX1" fmla="*/ 98276 w 144243"/>
                <a:gd name="connsiteY1" fmla="*/ 234902 h 244408"/>
                <a:gd name="connsiteX2" fmla="*/ 0 w 144243"/>
                <a:gd name="connsiteY2" fmla="*/ 32848 h 244408"/>
                <a:gd name="connsiteX3" fmla="*/ 103189 w 144243"/>
                <a:gd name="connsiteY3" fmla="*/ 22234 h 244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43" h="244408">
                  <a:moveTo>
                    <a:pt x="103189" y="22234"/>
                  </a:moveTo>
                  <a:cubicBezTo>
                    <a:pt x="147217" y="63510"/>
                    <a:pt x="169624" y="172596"/>
                    <a:pt x="98276" y="234902"/>
                  </a:cubicBezTo>
                  <a:cubicBezTo>
                    <a:pt x="26927" y="297209"/>
                    <a:pt x="0" y="32848"/>
                    <a:pt x="0" y="32848"/>
                  </a:cubicBezTo>
                  <a:cubicBezTo>
                    <a:pt x="27517" y="19875"/>
                    <a:pt x="50317" y="-27493"/>
                    <a:pt x="103189" y="22234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1920284-980C-43DC-BAEF-A515AC0220F2}"/>
                </a:ext>
              </a:extLst>
            </p:cNvPr>
            <p:cNvSpPr/>
            <p:nvPr/>
          </p:nvSpPr>
          <p:spPr>
            <a:xfrm>
              <a:off x="6156789" y="5004787"/>
              <a:ext cx="205266" cy="342717"/>
            </a:xfrm>
            <a:custGeom>
              <a:avLst/>
              <a:gdLst>
                <a:gd name="connsiteX0" fmla="*/ 73007 w 205266"/>
                <a:gd name="connsiteY0" fmla="*/ 11952 h 342717"/>
                <a:gd name="connsiteX1" fmla="*/ 194397 w 205266"/>
                <a:gd name="connsiteY1" fmla="*/ 44383 h 342717"/>
                <a:gd name="connsiteX2" fmla="*/ 199783 w 205266"/>
                <a:gd name="connsiteY2" fmla="*/ 55390 h 342717"/>
                <a:gd name="connsiteX3" fmla="*/ 189759 w 205266"/>
                <a:gd name="connsiteY3" fmla="*/ 238772 h 342717"/>
                <a:gd name="connsiteX4" fmla="*/ 203910 w 205266"/>
                <a:gd name="connsiteY4" fmla="*/ 317392 h 342717"/>
                <a:gd name="connsiteX5" fmla="*/ 160866 w 205266"/>
                <a:gd name="connsiteY5" fmla="*/ 335081 h 342717"/>
                <a:gd name="connsiteX6" fmla="*/ 73007 w 205266"/>
                <a:gd name="connsiteY6" fmla="*/ 335081 h 342717"/>
                <a:gd name="connsiteX7" fmla="*/ 74580 w 205266"/>
                <a:gd name="connsiteY7" fmla="*/ 258820 h 342717"/>
                <a:gd name="connsiteX8" fmla="*/ 35270 w 205266"/>
                <a:gd name="connsiteY8" fmla="*/ 249975 h 342717"/>
                <a:gd name="connsiteX9" fmla="*/ 2053 w 205266"/>
                <a:gd name="connsiteY9" fmla="*/ 133027 h 342717"/>
                <a:gd name="connsiteX10" fmla="*/ 73007 w 205266"/>
                <a:gd name="connsiteY10" fmla="*/ 11952 h 342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5266" h="342717">
                  <a:moveTo>
                    <a:pt x="73007" y="11952"/>
                  </a:moveTo>
                  <a:cubicBezTo>
                    <a:pt x="115482" y="-12617"/>
                    <a:pt x="169828" y="1908"/>
                    <a:pt x="194397" y="44383"/>
                  </a:cubicBezTo>
                  <a:cubicBezTo>
                    <a:pt x="196441" y="47921"/>
                    <a:pt x="198250" y="51596"/>
                    <a:pt x="199783" y="55390"/>
                  </a:cubicBezTo>
                  <a:cubicBezTo>
                    <a:pt x="215311" y="88213"/>
                    <a:pt x="193296" y="176661"/>
                    <a:pt x="189759" y="238772"/>
                  </a:cubicBezTo>
                  <a:cubicBezTo>
                    <a:pt x="187302" y="265778"/>
                    <a:pt x="192196" y="292941"/>
                    <a:pt x="203910" y="317392"/>
                  </a:cubicBezTo>
                  <a:lnTo>
                    <a:pt x="160866" y="335081"/>
                  </a:lnTo>
                  <a:cubicBezTo>
                    <a:pt x="132464" y="345263"/>
                    <a:pt x="101409" y="345263"/>
                    <a:pt x="73007" y="335081"/>
                  </a:cubicBezTo>
                  <a:lnTo>
                    <a:pt x="74580" y="258820"/>
                  </a:lnTo>
                  <a:cubicBezTo>
                    <a:pt x="60998" y="258623"/>
                    <a:pt x="47613" y="255616"/>
                    <a:pt x="35270" y="249975"/>
                  </a:cubicBezTo>
                  <a:cubicBezTo>
                    <a:pt x="15615" y="232089"/>
                    <a:pt x="-6989" y="201427"/>
                    <a:pt x="2053" y="133027"/>
                  </a:cubicBezTo>
                  <a:cubicBezTo>
                    <a:pt x="14828" y="31411"/>
                    <a:pt x="60624" y="20797"/>
                    <a:pt x="73007" y="11952"/>
                  </a:cubicBezTo>
                  <a:close/>
                </a:path>
              </a:pathLst>
            </a:custGeom>
            <a:solidFill>
              <a:srgbClr val="FFC3C2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2B20FCAB-3A14-4FBD-85F0-FB9CDF3FDDB9}"/>
                </a:ext>
              </a:extLst>
            </p:cNvPr>
            <p:cNvSpPr/>
            <p:nvPr/>
          </p:nvSpPr>
          <p:spPr>
            <a:xfrm>
              <a:off x="5932611" y="5811763"/>
              <a:ext cx="216599" cy="82029"/>
            </a:xfrm>
            <a:custGeom>
              <a:avLst/>
              <a:gdLst>
                <a:gd name="connsiteX0" fmla="*/ 0 w 216599"/>
                <a:gd name="connsiteY0" fmla="*/ 24 h 82029"/>
                <a:gd name="connsiteX1" fmla="*/ 106727 w 216599"/>
                <a:gd name="connsiteY1" fmla="*/ 8280 h 82029"/>
                <a:gd name="connsiteX2" fmla="*/ 216599 w 216599"/>
                <a:gd name="connsiteY2" fmla="*/ 21645 h 82029"/>
                <a:gd name="connsiteX3" fmla="*/ 192227 w 216599"/>
                <a:gd name="connsiteY3" fmla="*/ 74517 h 82029"/>
                <a:gd name="connsiteX4" fmla="*/ 112034 w 216599"/>
                <a:gd name="connsiteY4" fmla="*/ 74517 h 82029"/>
                <a:gd name="connsiteX5" fmla="*/ 0 w 216599"/>
                <a:gd name="connsiteY5" fmla="*/ 24 h 82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6599" h="82029">
                  <a:moveTo>
                    <a:pt x="0" y="24"/>
                  </a:moveTo>
                  <a:cubicBezTo>
                    <a:pt x="35753" y="-290"/>
                    <a:pt x="71447" y="2461"/>
                    <a:pt x="106727" y="8280"/>
                  </a:cubicBezTo>
                  <a:cubicBezTo>
                    <a:pt x="142971" y="15434"/>
                    <a:pt x="179687" y="19895"/>
                    <a:pt x="216599" y="21645"/>
                  </a:cubicBezTo>
                  <a:lnTo>
                    <a:pt x="192227" y="74517"/>
                  </a:lnTo>
                  <a:cubicBezTo>
                    <a:pt x="192227" y="74517"/>
                    <a:pt x="182399" y="91420"/>
                    <a:pt x="112034" y="74517"/>
                  </a:cubicBezTo>
                  <a:cubicBezTo>
                    <a:pt x="67653" y="62370"/>
                    <a:pt x="28362" y="36248"/>
                    <a:pt x="0" y="24"/>
                  </a:cubicBezTo>
                  <a:close/>
                </a:path>
              </a:pathLst>
            </a:custGeom>
            <a:solidFill>
              <a:srgbClr val="33211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218F8BDF-5149-4899-B86C-E0DC8A4B664F}"/>
                </a:ext>
              </a:extLst>
            </p:cNvPr>
            <p:cNvSpPr/>
            <p:nvPr/>
          </p:nvSpPr>
          <p:spPr>
            <a:xfrm>
              <a:off x="5771473" y="5806368"/>
              <a:ext cx="684689" cy="334920"/>
            </a:xfrm>
            <a:custGeom>
              <a:avLst/>
              <a:gdLst>
                <a:gd name="connsiteX0" fmla="*/ 161137 w 684689"/>
                <a:gd name="connsiteY0" fmla="*/ 5420 h 334920"/>
                <a:gd name="connsiteX1" fmla="*/ 487609 w 684689"/>
                <a:gd name="connsiteY1" fmla="*/ 84040 h 334920"/>
                <a:gd name="connsiteX2" fmla="*/ 670401 w 684689"/>
                <a:gd name="connsiteY2" fmla="*/ 72444 h 334920"/>
                <a:gd name="connsiteX3" fmla="*/ 590602 w 684689"/>
                <a:gd name="connsiteY3" fmla="*/ 288650 h 334920"/>
                <a:gd name="connsiteX4" fmla="*/ 401323 w 684689"/>
                <a:gd name="connsiteY4" fmla="*/ 330122 h 334920"/>
                <a:gd name="connsiteX5" fmla="*/ 54214 w 684689"/>
                <a:gd name="connsiteY5" fmla="*/ 181333 h 334920"/>
                <a:gd name="connsiteX6" fmla="*/ 24928 w 684689"/>
                <a:gd name="connsiteY6" fmla="*/ 29988 h 334920"/>
                <a:gd name="connsiteX7" fmla="*/ 52641 w 684689"/>
                <a:gd name="connsiteY7" fmla="*/ 15247 h 334920"/>
                <a:gd name="connsiteX8" fmla="*/ 161137 w 684689"/>
                <a:gd name="connsiteY8" fmla="*/ 5420 h 334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4689" h="334920">
                  <a:moveTo>
                    <a:pt x="161137" y="5420"/>
                  </a:moveTo>
                  <a:cubicBezTo>
                    <a:pt x="265506" y="34509"/>
                    <a:pt x="487609" y="84040"/>
                    <a:pt x="487609" y="84040"/>
                  </a:cubicBezTo>
                  <a:cubicBezTo>
                    <a:pt x="487609" y="84040"/>
                    <a:pt x="647012" y="2864"/>
                    <a:pt x="670401" y="72444"/>
                  </a:cubicBezTo>
                  <a:cubicBezTo>
                    <a:pt x="712857" y="199415"/>
                    <a:pt x="653105" y="253467"/>
                    <a:pt x="590602" y="288650"/>
                  </a:cubicBezTo>
                  <a:cubicBezTo>
                    <a:pt x="555812" y="308305"/>
                    <a:pt x="524167" y="348794"/>
                    <a:pt x="401323" y="330122"/>
                  </a:cubicBezTo>
                  <a:cubicBezTo>
                    <a:pt x="278479" y="311450"/>
                    <a:pt x="91165" y="225360"/>
                    <a:pt x="54214" y="181333"/>
                  </a:cubicBezTo>
                  <a:cubicBezTo>
                    <a:pt x="10973" y="130033"/>
                    <a:pt x="-26569" y="61830"/>
                    <a:pt x="24928" y="29988"/>
                  </a:cubicBezTo>
                  <a:cubicBezTo>
                    <a:pt x="33772" y="24367"/>
                    <a:pt x="43030" y="19453"/>
                    <a:pt x="52641" y="15247"/>
                  </a:cubicBezTo>
                  <a:cubicBezTo>
                    <a:pt x="86487" y="-850"/>
                    <a:pt x="124952" y="-4329"/>
                    <a:pt x="161137" y="5420"/>
                  </a:cubicBezTo>
                  <a:close/>
                </a:path>
              </a:pathLst>
            </a:custGeom>
            <a:solidFill>
              <a:srgbClr val="472E2E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6441C3C-4BEB-45F1-8849-D69207272A81}"/>
                </a:ext>
              </a:extLst>
            </p:cNvPr>
            <p:cNvSpPr/>
            <p:nvPr/>
          </p:nvSpPr>
          <p:spPr>
            <a:xfrm>
              <a:off x="6101197" y="5304882"/>
              <a:ext cx="352666" cy="697789"/>
            </a:xfrm>
            <a:custGeom>
              <a:avLst/>
              <a:gdLst>
                <a:gd name="connsiteX0" fmla="*/ 12634 w 352666"/>
                <a:gd name="connsiteY0" fmla="*/ 260234 h 697789"/>
                <a:gd name="connsiteX1" fmla="*/ 21282 w 352666"/>
                <a:gd name="connsiteY1" fmla="*/ 77441 h 697789"/>
                <a:gd name="connsiteX2" fmla="*/ 128796 w 352666"/>
                <a:gd name="connsiteY2" fmla="*/ 15724 h 697789"/>
                <a:gd name="connsiteX3" fmla="*/ 260878 w 352666"/>
                <a:gd name="connsiteY3" fmla="*/ 0 h 697789"/>
                <a:gd name="connsiteX4" fmla="*/ 339498 w 352666"/>
                <a:gd name="connsiteY4" fmla="*/ 144465 h 697789"/>
                <a:gd name="connsiteX5" fmla="*/ 316502 w 352666"/>
                <a:gd name="connsiteY5" fmla="*/ 362047 h 697789"/>
                <a:gd name="connsiteX6" fmla="*/ 346574 w 352666"/>
                <a:gd name="connsiteY6" fmla="*/ 554471 h 697789"/>
                <a:gd name="connsiteX7" fmla="*/ 352667 w 352666"/>
                <a:gd name="connsiteY7" fmla="*/ 578450 h 697789"/>
                <a:gd name="connsiteX8" fmla="*/ 157295 w 352666"/>
                <a:gd name="connsiteY8" fmla="*/ 697756 h 697789"/>
                <a:gd name="connsiteX9" fmla="*/ 42116 w 352666"/>
                <a:gd name="connsiteY9" fmla="*/ 666112 h 697789"/>
                <a:gd name="connsiteX10" fmla="*/ 11455 w 352666"/>
                <a:gd name="connsiteY10" fmla="*/ 567836 h 697789"/>
                <a:gd name="connsiteX11" fmla="*/ 12634 w 352666"/>
                <a:gd name="connsiteY11" fmla="*/ 260234 h 69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52666" h="697789">
                  <a:moveTo>
                    <a:pt x="12634" y="260234"/>
                  </a:moveTo>
                  <a:cubicBezTo>
                    <a:pt x="-12525" y="205986"/>
                    <a:pt x="4968" y="112624"/>
                    <a:pt x="21282" y="77441"/>
                  </a:cubicBezTo>
                  <a:cubicBezTo>
                    <a:pt x="37596" y="42258"/>
                    <a:pt x="128796" y="15724"/>
                    <a:pt x="128796" y="15724"/>
                  </a:cubicBezTo>
                  <a:lnTo>
                    <a:pt x="260878" y="0"/>
                  </a:lnTo>
                  <a:cubicBezTo>
                    <a:pt x="260878" y="0"/>
                    <a:pt x="339498" y="25748"/>
                    <a:pt x="339498" y="144465"/>
                  </a:cubicBezTo>
                  <a:cubicBezTo>
                    <a:pt x="339498" y="216010"/>
                    <a:pt x="327705" y="272027"/>
                    <a:pt x="316502" y="362047"/>
                  </a:cubicBezTo>
                  <a:cubicBezTo>
                    <a:pt x="313357" y="387009"/>
                    <a:pt x="304316" y="446171"/>
                    <a:pt x="346574" y="554471"/>
                  </a:cubicBezTo>
                  <a:cubicBezTo>
                    <a:pt x="349306" y="562273"/>
                    <a:pt x="351350" y="570293"/>
                    <a:pt x="352667" y="578450"/>
                  </a:cubicBezTo>
                  <a:cubicBezTo>
                    <a:pt x="331243" y="638398"/>
                    <a:pt x="212919" y="698739"/>
                    <a:pt x="157295" y="697756"/>
                  </a:cubicBezTo>
                  <a:cubicBezTo>
                    <a:pt x="116668" y="698484"/>
                    <a:pt x="76670" y="687496"/>
                    <a:pt x="42116" y="666112"/>
                  </a:cubicBezTo>
                  <a:cubicBezTo>
                    <a:pt x="9489" y="642919"/>
                    <a:pt x="-3287" y="629946"/>
                    <a:pt x="11455" y="567836"/>
                  </a:cubicBezTo>
                  <a:cubicBezTo>
                    <a:pt x="16565" y="548574"/>
                    <a:pt x="64524" y="370892"/>
                    <a:pt x="12634" y="260234"/>
                  </a:cubicBezTo>
                  <a:close/>
                </a:path>
              </a:pathLst>
            </a:custGeom>
            <a:solidFill>
              <a:schemeClr val="accent6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D0509D83-3B4E-44E0-A8BF-CFEC52D50EC7}"/>
                </a:ext>
              </a:extLst>
            </p:cNvPr>
            <p:cNvSpPr/>
            <p:nvPr/>
          </p:nvSpPr>
          <p:spPr>
            <a:xfrm>
              <a:off x="6196379" y="5283065"/>
              <a:ext cx="176309" cy="75266"/>
            </a:xfrm>
            <a:custGeom>
              <a:avLst/>
              <a:gdLst>
                <a:gd name="connsiteX0" fmla="*/ 34203 w 176309"/>
                <a:gd name="connsiteY0" fmla="*/ 15724 h 75266"/>
                <a:gd name="connsiteX1" fmla="*/ 117541 w 176309"/>
                <a:gd name="connsiteY1" fmla="*/ 15724 h 75266"/>
                <a:gd name="connsiteX2" fmla="*/ 161765 w 176309"/>
                <a:gd name="connsiteY2" fmla="*/ 0 h 75266"/>
                <a:gd name="connsiteX3" fmla="*/ 176310 w 176309"/>
                <a:gd name="connsiteY3" fmla="*/ 31252 h 75266"/>
                <a:gd name="connsiteX4" fmla="*/ 125992 w 176309"/>
                <a:gd name="connsiteY4" fmla="*/ 66630 h 75266"/>
                <a:gd name="connsiteX5" fmla="*/ 3 w 176309"/>
                <a:gd name="connsiteY5" fmla="*/ 56803 h 75266"/>
                <a:gd name="connsiteX6" fmla="*/ 34203 w 176309"/>
                <a:gd name="connsiteY6" fmla="*/ 15724 h 7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6309" h="75266">
                  <a:moveTo>
                    <a:pt x="34203" y="15724"/>
                  </a:moveTo>
                  <a:cubicBezTo>
                    <a:pt x="61189" y="25139"/>
                    <a:pt x="90554" y="25139"/>
                    <a:pt x="117541" y="15724"/>
                  </a:cubicBezTo>
                  <a:lnTo>
                    <a:pt x="161765" y="0"/>
                  </a:lnTo>
                  <a:lnTo>
                    <a:pt x="176310" y="31252"/>
                  </a:lnTo>
                  <a:cubicBezTo>
                    <a:pt x="176310" y="31252"/>
                    <a:pt x="169626" y="52872"/>
                    <a:pt x="125992" y="66630"/>
                  </a:cubicBezTo>
                  <a:cubicBezTo>
                    <a:pt x="84441" y="80920"/>
                    <a:pt x="38841" y="77363"/>
                    <a:pt x="3" y="56803"/>
                  </a:cubicBezTo>
                  <a:cubicBezTo>
                    <a:pt x="-390" y="28500"/>
                    <a:pt x="34203" y="15724"/>
                    <a:pt x="34203" y="15724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77EF1A0F-B26B-4E9A-A609-A3A2CC673542}"/>
                </a:ext>
              </a:extLst>
            </p:cNvPr>
            <p:cNvSpPr/>
            <p:nvPr/>
          </p:nvSpPr>
          <p:spPr>
            <a:xfrm>
              <a:off x="6138181" y="4968976"/>
              <a:ext cx="266938" cy="312319"/>
            </a:xfrm>
            <a:custGeom>
              <a:avLst/>
              <a:gdLst>
                <a:gd name="connsiteX0" fmla="*/ 153135 w 266938"/>
                <a:gd name="connsiteY0" fmla="*/ 0 h 312319"/>
                <a:gd name="connsiteX1" fmla="*/ 266938 w 266938"/>
                <a:gd name="connsiteY1" fmla="*/ 175324 h 312319"/>
                <a:gd name="connsiteX2" fmla="*/ 218980 w 266938"/>
                <a:gd name="connsiteY2" fmla="*/ 271437 h 312319"/>
                <a:gd name="connsiteX3" fmla="*/ 191069 w 266938"/>
                <a:gd name="connsiteY3" fmla="*/ 312320 h 312319"/>
                <a:gd name="connsiteX4" fmla="*/ 74318 w 266938"/>
                <a:gd name="connsiteY4" fmla="*/ 206379 h 312319"/>
                <a:gd name="connsiteX5" fmla="*/ 611 w 266938"/>
                <a:gd name="connsiteY5" fmla="*/ 130313 h 312319"/>
                <a:gd name="connsiteX6" fmla="*/ 46801 w 266938"/>
                <a:gd name="connsiteY6" fmla="*/ 48155 h 312319"/>
                <a:gd name="connsiteX7" fmla="*/ 153135 w 266938"/>
                <a:gd name="connsiteY7" fmla="*/ 0 h 312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6938" h="312319">
                  <a:moveTo>
                    <a:pt x="153135" y="0"/>
                  </a:moveTo>
                  <a:cubicBezTo>
                    <a:pt x="213476" y="0"/>
                    <a:pt x="266938" y="43831"/>
                    <a:pt x="266938" y="175324"/>
                  </a:cubicBezTo>
                  <a:cubicBezTo>
                    <a:pt x="266938" y="202054"/>
                    <a:pt x="242173" y="247654"/>
                    <a:pt x="218980" y="271437"/>
                  </a:cubicBezTo>
                  <a:cubicBezTo>
                    <a:pt x="205772" y="281933"/>
                    <a:pt x="196042" y="296183"/>
                    <a:pt x="191069" y="312320"/>
                  </a:cubicBezTo>
                  <a:cubicBezTo>
                    <a:pt x="144290" y="307013"/>
                    <a:pt x="100066" y="233699"/>
                    <a:pt x="74318" y="206379"/>
                  </a:cubicBezTo>
                  <a:cubicBezTo>
                    <a:pt x="48570" y="179058"/>
                    <a:pt x="17908" y="160189"/>
                    <a:pt x="611" y="130313"/>
                  </a:cubicBezTo>
                  <a:cubicBezTo>
                    <a:pt x="-1747" y="104172"/>
                    <a:pt x="611" y="50317"/>
                    <a:pt x="46801" y="48155"/>
                  </a:cubicBezTo>
                  <a:cubicBezTo>
                    <a:pt x="65670" y="25355"/>
                    <a:pt x="81984" y="0"/>
                    <a:pt x="153135" y="0"/>
                  </a:cubicBezTo>
                  <a:close/>
                </a:path>
              </a:pathLst>
            </a:custGeom>
            <a:solidFill>
              <a:srgbClr val="33211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F0584B88-CDBF-48EB-AB2E-B460579A17CB}"/>
                </a:ext>
              </a:extLst>
            </p:cNvPr>
            <p:cNvSpPr/>
            <p:nvPr/>
          </p:nvSpPr>
          <p:spPr>
            <a:xfrm>
              <a:off x="6184982" y="5132900"/>
              <a:ext cx="40491" cy="77440"/>
            </a:xfrm>
            <a:custGeom>
              <a:avLst/>
              <a:gdLst>
                <a:gd name="connsiteX0" fmla="*/ 38328 w 40491"/>
                <a:gd name="connsiteY0" fmla="*/ 20441 h 77440"/>
                <a:gd name="connsiteX1" fmla="*/ 11793 w 40491"/>
                <a:gd name="connsiteY1" fmla="*/ 77441 h 77440"/>
                <a:gd name="connsiteX2" fmla="*/ 0 w 40491"/>
                <a:gd name="connsiteY2" fmla="*/ 20441 h 77440"/>
                <a:gd name="connsiteX3" fmla="*/ 38328 w 40491"/>
                <a:gd name="connsiteY3" fmla="*/ 20441 h 77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491" h="77440">
                  <a:moveTo>
                    <a:pt x="38328" y="20441"/>
                  </a:moveTo>
                  <a:cubicBezTo>
                    <a:pt x="45580" y="43438"/>
                    <a:pt x="34062" y="68183"/>
                    <a:pt x="11793" y="77441"/>
                  </a:cubicBezTo>
                  <a:lnTo>
                    <a:pt x="0" y="20441"/>
                  </a:lnTo>
                  <a:cubicBezTo>
                    <a:pt x="0" y="20441"/>
                    <a:pt x="26927" y="-25552"/>
                    <a:pt x="38328" y="20441"/>
                  </a:cubicBezTo>
                  <a:close/>
                </a:path>
              </a:pathLst>
            </a:custGeom>
            <a:solidFill>
              <a:srgbClr val="FFC3C2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E87D3E86-B235-49A8-A340-1C26322ACE36}"/>
                </a:ext>
              </a:extLst>
            </p:cNvPr>
            <p:cNvSpPr/>
            <p:nvPr/>
          </p:nvSpPr>
          <p:spPr>
            <a:xfrm>
              <a:off x="5949677" y="5410947"/>
              <a:ext cx="233544" cy="271116"/>
            </a:xfrm>
            <a:custGeom>
              <a:avLst/>
              <a:gdLst>
                <a:gd name="connsiteX0" fmla="*/ 197174 w 233544"/>
                <a:gd name="connsiteY0" fmla="*/ 269 h 271116"/>
                <a:gd name="connsiteX1" fmla="*/ 134671 w 233544"/>
                <a:gd name="connsiteY1" fmla="*/ 23462 h 271116"/>
                <a:gd name="connsiteX2" fmla="*/ 34 w 233544"/>
                <a:gd name="connsiteY2" fmla="*/ 181686 h 271116"/>
                <a:gd name="connsiteX3" fmla="*/ 39344 w 233544"/>
                <a:gd name="connsiteY3" fmla="*/ 271116 h 271116"/>
                <a:gd name="connsiteX4" fmla="*/ 185971 w 233544"/>
                <a:gd name="connsiteY4" fmla="*/ 144931 h 271116"/>
                <a:gd name="connsiteX5" fmla="*/ 197174 w 233544"/>
                <a:gd name="connsiteY5" fmla="*/ 269 h 271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3544" h="271116">
                  <a:moveTo>
                    <a:pt x="197174" y="269"/>
                  </a:moveTo>
                  <a:cubicBezTo>
                    <a:pt x="173923" y="-1657"/>
                    <a:pt x="151024" y="6834"/>
                    <a:pt x="134671" y="23462"/>
                  </a:cubicBezTo>
                  <a:cubicBezTo>
                    <a:pt x="110889" y="49407"/>
                    <a:pt x="16741" y="161047"/>
                    <a:pt x="34" y="181686"/>
                  </a:cubicBezTo>
                  <a:cubicBezTo>
                    <a:pt x="-949" y="208023"/>
                    <a:pt x="19689" y="247334"/>
                    <a:pt x="39344" y="271116"/>
                  </a:cubicBezTo>
                  <a:cubicBezTo>
                    <a:pt x="91823" y="265613"/>
                    <a:pt x="158847" y="184241"/>
                    <a:pt x="185971" y="144931"/>
                  </a:cubicBezTo>
                  <a:cubicBezTo>
                    <a:pt x="216437" y="98152"/>
                    <a:pt x="269702" y="59431"/>
                    <a:pt x="197174" y="269"/>
                  </a:cubicBezTo>
                  <a:close/>
                </a:path>
              </a:pathLst>
            </a:custGeom>
            <a:solidFill>
              <a:srgbClr val="FFC3C2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B679471-DF9F-4C30-84E8-4500478B40BB}"/>
                </a:ext>
              </a:extLst>
            </p:cNvPr>
            <p:cNvSpPr/>
            <p:nvPr/>
          </p:nvSpPr>
          <p:spPr>
            <a:xfrm>
              <a:off x="5998062" y="5358403"/>
              <a:ext cx="210370" cy="266267"/>
            </a:xfrm>
            <a:custGeom>
              <a:avLst/>
              <a:gdLst>
                <a:gd name="connsiteX0" fmla="*/ 108497 w 210370"/>
                <a:gd name="connsiteY0" fmla="*/ 266268 h 266267"/>
                <a:gd name="connsiteX1" fmla="*/ 205003 w 210370"/>
                <a:gd name="connsiteY1" fmla="*/ 110599 h 266267"/>
                <a:gd name="connsiteX2" fmla="*/ 196355 w 210370"/>
                <a:gd name="connsiteY2" fmla="*/ 16648 h 266267"/>
                <a:gd name="connsiteX3" fmla="*/ 55821 w 210370"/>
                <a:gd name="connsiteY3" fmla="*/ 65982 h 266267"/>
                <a:gd name="connsiteX4" fmla="*/ 0 w 210370"/>
                <a:gd name="connsiteY4" fmla="*/ 153644 h 266267"/>
                <a:gd name="connsiteX5" fmla="*/ 108497 w 210370"/>
                <a:gd name="connsiteY5" fmla="*/ 266268 h 266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0370" h="266267">
                  <a:moveTo>
                    <a:pt x="108497" y="266268"/>
                  </a:moveTo>
                  <a:cubicBezTo>
                    <a:pt x="147807" y="217916"/>
                    <a:pt x="191441" y="169368"/>
                    <a:pt x="205003" y="110599"/>
                  </a:cubicBezTo>
                  <a:cubicBezTo>
                    <a:pt x="220924" y="41020"/>
                    <a:pt x="196355" y="16648"/>
                    <a:pt x="196355" y="16648"/>
                  </a:cubicBezTo>
                  <a:cubicBezTo>
                    <a:pt x="155276" y="-13031"/>
                    <a:pt x="102796" y="-6742"/>
                    <a:pt x="55821" y="65982"/>
                  </a:cubicBezTo>
                  <a:cubicBezTo>
                    <a:pt x="40097" y="90551"/>
                    <a:pt x="19262" y="122196"/>
                    <a:pt x="0" y="153644"/>
                  </a:cubicBezTo>
                  <a:cubicBezTo>
                    <a:pt x="16845" y="205927"/>
                    <a:pt x="56882" y="247497"/>
                    <a:pt x="108497" y="266268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83297AA3-7D2B-4EB8-B5CE-B34BCB737E7E}"/>
                </a:ext>
              </a:extLst>
            </p:cNvPr>
            <p:cNvSpPr/>
            <p:nvPr/>
          </p:nvSpPr>
          <p:spPr>
            <a:xfrm>
              <a:off x="6301930" y="5249848"/>
              <a:ext cx="160565" cy="346126"/>
            </a:xfrm>
            <a:custGeom>
              <a:avLst/>
              <a:gdLst>
                <a:gd name="connsiteX0" fmla="*/ 148199 w 160565"/>
                <a:gd name="connsiteY0" fmla="*/ 164316 h 346126"/>
                <a:gd name="connsiteX1" fmla="*/ 55034 w 160565"/>
                <a:gd name="connsiteY1" fmla="*/ 16707 h 346126"/>
                <a:gd name="connsiteX2" fmla="*/ 58965 w 160565"/>
                <a:gd name="connsiteY2" fmla="*/ 0 h 346126"/>
                <a:gd name="connsiteX3" fmla="*/ 0 w 160565"/>
                <a:gd name="connsiteY3" fmla="*/ 19655 h 346126"/>
                <a:gd name="connsiteX4" fmla="*/ 55231 w 160565"/>
                <a:gd name="connsiteY4" fmla="*/ 238220 h 346126"/>
                <a:gd name="connsiteX5" fmla="*/ 73707 w 160565"/>
                <a:gd name="connsiteY5" fmla="*/ 346126 h 346126"/>
                <a:gd name="connsiteX6" fmla="*/ 148199 w 160565"/>
                <a:gd name="connsiteY6" fmla="*/ 164316 h 346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565" h="346126">
                  <a:moveTo>
                    <a:pt x="148199" y="164316"/>
                  </a:moveTo>
                  <a:cubicBezTo>
                    <a:pt x="129527" y="113017"/>
                    <a:pt x="57589" y="70955"/>
                    <a:pt x="55034" y="16707"/>
                  </a:cubicBezTo>
                  <a:cubicBezTo>
                    <a:pt x="55034" y="10908"/>
                    <a:pt x="56390" y="5189"/>
                    <a:pt x="58965" y="0"/>
                  </a:cubicBezTo>
                  <a:cubicBezTo>
                    <a:pt x="39978" y="8413"/>
                    <a:pt x="20245" y="14997"/>
                    <a:pt x="0" y="19655"/>
                  </a:cubicBezTo>
                  <a:cubicBezTo>
                    <a:pt x="19655" y="42651"/>
                    <a:pt x="15527" y="157241"/>
                    <a:pt x="55231" y="238220"/>
                  </a:cubicBezTo>
                  <a:cubicBezTo>
                    <a:pt x="99455" y="329420"/>
                    <a:pt x="73707" y="346126"/>
                    <a:pt x="73707" y="346126"/>
                  </a:cubicBezTo>
                  <a:cubicBezTo>
                    <a:pt x="73707" y="346126"/>
                    <a:pt x="199696" y="305244"/>
                    <a:pt x="148199" y="164316"/>
                  </a:cubicBezTo>
                  <a:close/>
                </a:path>
              </a:pathLst>
            </a:custGeom>
            <a:solidFill>
              <a:srgbClr val="33211F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5AEA455-0CB1-4B53-B5D5-BD5C64051054}"/>
                </a:ext>
              </a:extLst>
            </p:cNvPr>
            <p:cNvSpPr/>
            <p:nvPr/>
          </p:nvSpPr>
          <p:spPr>
            <a:xfrm>
              <a:off x="6282865" y="5227441"/>
              <a:ext cx="85892" cy="64304"/>
            </a:xfrm>
            <a:custGeom>
              <a:avLst/>
              <a:gdLst>
                <a:gd name="connsiteX0" fmla="*/ 85893 w 85892"/>
                <a:gd name="connsiteY0" fmla="*/ 0 h 64304"/>
                <a:gd name="connsiteX1" fmla="*/ 80389 w 85892"/>
                <a:gd name="connsiteY1" fmla="*/ 48548 h 64304"/>
                <a:gd name="connsiteX2" fmla="*/ 26927 w 85892"/>
                <a:gd name="connsiteY2" fmla="*/ 63879 h 64304"/>
                <a:gd name="connsiteX3" fmla="*/ 0 w 85892"/>
                <a:gd name="connsiteY3" fmla="*/ 28697 h 64304"/>
                <a:gd name="connsiteX4" fmla="*/ 85893 w 85892"/>
                <a:gd name="connsiteY4" fmla="*/ 0 h 6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92" h="64304">
                  <a:moveTo>
                    <a:pt x="85893" y="0"/>
                  </a:moveTo>
                  <a:cubicBezTo>
                    <a:pt x="85893" y="0"/>
                    <a:pt x="85893" y="41473"/>
                    <a:pt x="80389" y="48548"/>
                  </a:cubicBezTo>
                  <a:cubicBezTo>
                    <a:pt x="65255" y="60440"/>
                    <a:pt x="46071" y="65943"/>
                    <a:pt x="26927" y="63879"/>
                  </a:cubicBezTo>
                  <a:cubicBezTo>
                    <a:pt x="13935" y="55860"/>
                    <a:pt x="4344" y="43340"/>
                    <a:pt x="0" y="28697"/>
                  </a:cubicBezTo>
                  <a:cubicBezTo>
                    <a:pt x="30190" y="24628"/>
                    <a:pt x="59319" y="14899"/>
                    <a:pt x="85893" y="0"/>
                  </a:cubicBezTo>
                  <a:close/>
                </a:path>
              </a:pathLst>
            </a:custGeom>
            <a:solidFill>
              <a:srgbClr val="FFCAE5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4186E83E-07FB-4389-89AD-1F24FA2E9498}"/>
                </a:ext>
              </a:extLst>
            </p:cNvPr>
            <p:cNvSpPr/>
            <p:nvPr/>
          </p:nvSpPr>
          <p:spPr>
            <a:xfrm>
              <a:off x="5787837" y="5363651"/>
              <a:ext cx="223042" cy="318665"/>
            </a:xfrm>
            <a:custGeom>
              <a:avLst/>
              <a:gdLst>
                <a:gd name="connsiteX0" fmla="*/ 199415 w 223042"/>
                <a:gd name="connsiteY0" fmla="*/ 225837 h 318665"/>
                <a:gd name="connsiteX1" fmla="*/ 111360 w 223042"/>
                <a:gd name="connsiteY1" fmla="*/ 125203 h 318665"/>
                <a:gd name="connsiteX2" fmla="*/ 98978 w 223042"/>
                <a:gd name="connsiteY2" fmla="*/ 66238 h 318665"/>
                <a:gd name="connsiteX3" fmla="*/ 106446 w 223042"/>
                <a:gd name="connsiteY3" fmla="*/ 5503 h 318665"/>
                <a:gd name="connsiteX4" fmla="*/ 72050 w 223042"/>
                <a:gd name="connsiteY4" fmla="*/ 47368 h 318665"/>
                <a:gd name="connsiteX5" fmla="*/ 42960 w 223042"/>
                <a:gd name="connsiteY5" fmla="*/ 55231 h 318665"/>
                <a:gd name="connsiteX6" fmla="*/ 18784 w 223042"/>
                <a:gd name="connsiteY6" fmla="*/ 23979 h 318665"/>
                <a:gd name="connsiteX7" fmla="*/ 898 w 223042"/>
                <a:gd name="connsiteY7" fmla="*/ 0 h 318665"/>
                <a:gd name="connsiteX8" fmla="*/ 7974 w 223042"/>
                <a:gd name="connsiteY8" fmla="*/ 61127 h 318665"/>
                <a:gd name="connsiteX9" fmla="*/ 55146 w 223042"/>
                <a:gd name="connsiteY9" fmla="*/ 139747 h 318665"/>
                <a:gd name="connsiteX10" fmla="*/ 111949 w 223042"/>
                <a:gd name="connsiteY10" fmla="*/ 253354 h 318665"/>
                <a:gd name="connsiteX11" fmla="*/ 176615 w 223042"/>
                <a:gd name="connsiteY11" fmla="*/ 318609 h 318665"/>
                <a:gd name="connsiteX12" fmla="*/ 223001 w 223042"/>
                <a:gd name="connsiteY12" fmla="*/ 286768 h 318665"/>
                <a:gd name="connsiteX13" fmla="*/ 199415 w 223042"/>
                <a:gd name="connsiteY13" fmla="*/ 225837 h 318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3042" h="318665">
                  <a:moveTo>
                    <a:pt x="199415" y="225837"/>
                  </a:moveTo>
                  <a:cubicBezTo>
                    <a:pt x="168143" y="194016"/>
                    <a:pt x="138739" y="160425"/>
                    <a:pt x="111360" y="125203"/>
                  </a:cubicBezTo>
                  <a:cubicBezTo>
                    <a:pt x="103085" y="106648"/>
                    <a:pt x="98879" y="86541"/>
                    <a:pt x="98978" y="66238"/>
                  </a:cubicBezTo>
                  <a:cubicBezTo>
                    <a:pt x="96029" y="43438"/>
                    <a:pt x="115684" y="11400"/>
                    <a:pt x="106446" y="5503"/>
                  </a:cubicBezTo>
                  <a:cubicBezTo>
                    <a:pt x="82860" y="-10024"/>
                    <a:pt x="80895" y="35576"/>
                    <a:pt x="72050" y="47368"/>
                  </a:cubicBezTo>
                  <a:cubicBezTo>
                    <a:pt x="63205" y="59161"/>
                    <a:pt x="42960" y="55231"/>
                    <a:pt x="42960" y="55231"/>
                  </a:cubicBezTo>
                  <a:cubicBezTo>
                    <a:pt x="42960" y="55231"/>
                    <a:pt x="29202" y="37934"/>
                    <a:pt x="18784" y="23979"/>
                  </a:cubicBezTo>
                  <a:cubicBezTo>
                    <a:pt x="8367" y="10024"/>
                    <a:pt x="898" y="0"/>
                    <a:pt x="898" y="0"/>
                  </a:cubicBezTo>
                  <a:cubicBezTo>
                    <a:pt x="-1499" y="20657"/>
                    <a:pt x="918" y="41570"/>
                    <a:pt x="7974" y="61127"/>
                  </a:cubicBezTo>
                  <a:cubicBezTo>
                    <a:pt x="19708" y="89529"/>
                    <a:pt x="35609" y="116024"/>
                    <a:pt x="55146" y="139747"/>
                  </a:cubicBezTo>
                  <a:cubicBezTo>
                    <a:pt x="69691" y="157830"/>
                    <a:pt x="86398" y="211292"/>
                    <a:pt x="111949" y="253354"/>
                  </a:cubicBezTo>
                  <a:cubicBezTo>
                    <a:pt x="137501" y="295416"/>
                    <a:pt x="140057" y="317626"/>
                    <a:pt x="176615" y="318609"/>
                  </a:cubicBezTo>
                  <a:cubicBezTo>
                    <a:pt x="213174" y="319592"/>
                    <a:pt x="221822" y="307602"/>
                    <a:pt x="223001" y="286768"/>
                  </a:cubicBezTo>
                  <a:cubicBezTo>
                    <a:pt x="224180" y="265933"/>
                    <a:pt x="199415" y="225837"/>
                    <a:pt x="199415" y="225837"/>
                  </a:cubicBezTo>
                  <a:close/>
                </a:path>
              </a:pathLst>
            </a:custGeom>
            <a:solidFill>
              <a:srgbClr val="FFC3C2"/>
            </a:solidFill>
            <a:ln w="19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07690D0-E6A3-17CC-418A-D8CC93FCE653}"/>
              </a:ext>
            </a:extLst>
          </p:cNvPr>
          <p:cNvSpPr txBox="1"/>
          <p:nvPr/>
        </p:nvSpPr>
        <p:spPr>
          <a:xfrm>
            <a:off x="5302623" y="1268506"/>
            <a:ext cx="6678706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Challenges in Traditional Healthcare:</a:t>
            </a:r>
          </a:p>
          <a:p>
            <a:endParaRPr lang="en-IN" sz="1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Long waiting times for consultations.</a:t>
            </a:r>
          </a:p>
          <a:p>
            <a:endParaRPr lang="en-IN" sz="1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Geographical barriers limiting healthcare access.</a:t>
            </a:r>
          </a:p>
          <a:p>
            <a:endParaRPr lang="en-IN" sz="1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Inefficient medical record management.</a:t>
            </a:r>
          </a:p>
          <a:p>
            <a:endParaRPr lang="en-IN" sz="1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Lack of AI-driven predictive healthcare solutions.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31664D-8DBA-3500-5A7C-6DA075CA1F50}"/>
              </a:ext>
            </a:extLst>
          </p:cNvPr>
          <p:cNvSpPr txBox="1"/>
          <p:nvPr/>
        </p:nvSpPr>
        <p:spPr>
          <a:xfrm>
            <a:off x="3836894" y="152400"/>
            <a:ext cx="4805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    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245124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s telemedicine the way forward?">
            <a:extLst>
              <a:ext uri="{FF2B5EF4-FFF2-40B4-BE49-F238E27FC236}">
                <a16:creationId xmlns:a16="http://schemas.microsoft.com/office/drawing/2014/main" id="{FD3F5A05-0055-4284-BDA0-C12CCECE4F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07" r="10937"/>
          <a:stretch/>
        </p:blipFill>
        <p:spPr bwMode="auto">
          <a:xfrm>
            <a:off x="5755341" y="215152"/>
            <a:ext cx="6436659" cy="6642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70CE978-E57C-457A-BD3C-972B3CB815C0}"/>
              </a:ext>
            </a:extLst>
          </p:cNvPr>
          <p:cNvSpPr/>
          <p:nvPr/>
        </p:nvSpPr>
        <p:spPr>
          <a:xfrm>
            <a:off x="399238" y="0"/>
            <a:ext cx="384533" cy="55399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6ED85C-AD60-C7D9-DBDD-FFD5A1CBA7EA}"/>
              </a:ext>
            </a:extLst>
          </p:cNvPr>
          <p:cNvSpPr txBox="1"/>
          <p:nvPr/>
        </p:nvSpPr>
        <p:spPr>
          <a:xfrm>
            <a:off x="152400" y="1224625"/>
            <a:ext cx="653510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Provide real-time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video consultations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Implement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ML-based disease prediction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Develop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chatbot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24/7 assistance.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Ensure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storage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medical data.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Streamline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appointment scheduling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tracking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702110-B9FC-A3F3-AD3D-01E13280AA00}"/>
              </a:ext>
            </a:extLst>
          </p:cNvPr>
          <p:cNvSpPr txBox="1"/>
          <p:nvPr/>
        </p:nvSpPr>
        <p:spPr>
          <a:xfrm>
            <a:off x="2936249" y="294928"/>
            <a:ext cx="65351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2457051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88A468-CD07-4651-993B-A7788F233522}"/>
              </a:ext>
            </a:extLst>
          </p:cNvPr>
          <p:cNvSpPr/>
          <p:nvPr/>
        </p:nvSpPr>
        <p:spPr>
          <a:xfrm>
            <a:off x="1355550" y="288695"/>
            <a:ext cx="7253909" cy="12926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</a:pPr>
            <a:r>
              <a:rPr lang="en-US" sz="3200" b="1" dirty="0">
                <a:solidFill>
                  <a:schemeClr val="bg1"/>
                </a:solidFill>
                <a:latin typeface="Roboto"/>
              </a:rPr>
              <a:t>Telemedicine</a:t>
            </a:r>
            <a:r>
              <a:rPr lang="en-US" sz="3200" dirty="0">
                <a:solidFill>
                  <a:schemeClr val="bg1"/>
                </a:solidFill>
                <a:latin typeface="Roboto"/>
              </a:rPr>
              <a:t>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Architecture</a:t>
            </a:r>
          </a:p>
          <a:p>
            <a:pPr>
              <a:spcBef>
                <a:spcPts val="1200"/>
              </a:spcBef>
            </a:pPr>
            <a:r>
              <a:rPr lang="en-US" sz="3200" dirty="0">
                <a:solidFill>
                  <a:schemeClr val="bg1"/>
                </a:solidFill>
                <a:latin typeface="Roboto"/>
              </a:rPr>
              <a:t>ppt free download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87A84F-4429-4BFD-B368-98A7F0D12DF5}"/>
              </a:ext>
            </a:extLst>
          </p:cNvPr>
          <p:cNvSpPr/>
          <p:nvPr/>
        </p:nvSpPr>
        <p:spPr>
          <a:xfrm>
            <a:off x="7169427" y="2577216"/>
            <a:ext cx="4797287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Roboto"/>
              </a:rPr>
              <a:t>This slide is an editable slide with all your needs. 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Roboto"/>
              </a:rPr>
              <a:t>Adapt it with your needs and it will capture all the audience attention. 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Roboto"/>
              </a:rPr>
              <a:t>Capture your audience attention . 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Roboto"/>
              </a:rPr>
              <a:t>Download this awesome creatives and bring your presentation to life , with our creativity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B78143-171F-4C6C-AB6B-749D7FEFCC14}"/>
              </a:ext>
            </a:extLst>
          </p:cNvPr>
          <p:cNvCxnSpPr>
            <a:cxnSpLocks/>
          </p:cNvCxnSpPr>
          <p:nvPr/>
        </p:nvCxnSpPr>
        <p:spPr>
          <a:xfrm>
            <a:off x="3869635" y="842979"/>
            <a:ext cx="3660718" cy="96789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What Is TeleHealth | Video Consultation Doctor Trinidad and Tobago">
            <a:extLst>
              <a:ext uri="{FF2B5EF4-FFF2-40B4-BE49-F238E27FC236}">
                <a16:creationId xmlns:a16="http://schemas.microsoft.com/office/drawing/2014/main" id="{3F5AB078-026B-4FF8-A4FA-CE2FFC05E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3911" y="574813"/>
            <a:ext cx="7135467" cy="5708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720628-B79A-6304-92CD-8FF4D563FF67}"/>
              </a:ext>
            </a:extLst>
          </p:cNvPr>
          <p:cNvSpPr txBox="1"/>
          <p:nvPr/>
        </p:nvSpPr>
        <p:spPr>
          <a:xfrm>
            <a:off x="6490446" y="1542035"/>
            <a:ext cx="537900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Technology Stack: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Frontend: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React (User Interface)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Backend: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Java Spring Boot (Business Logic)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Database: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MySQL (Data Storage)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ML Module: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Python (Disease Prediction)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Video Conferencing: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WebRTC/Twilio</a:t>
            </a:r>
          </a:p>
        </p:txBody>
      </p:sp>
    </p:spTree>
    <p:extLst>
      <p:ext uri="{BB962C8B-B14F-4D97-AF65-F5344CB8AC3E}">
        <p14:creationId xmlns:p14="http://schemas.microsoft.com/office/powerpoint/2010/main" val="3451057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: Top Corners Rounded 2048">
            <a:extLst>
              <a:ext uri="{FF2B5EF4-FFF2-40B4-BE49-F238E27FC236}">
                <a16:creationId xmlns:a16="http://schemas.microsoft.com/office/drawing/2014/main" id="{F631AEDE-1658-452E-9330-AA842E06C8AA}"/>
              </a:ext>
            </a:extLst>
          </p:cNvPr>
          <p:cNvSpPr/>
          <p:nvPr/>
        </p:nvSpPr>
        <p:spPr>
          <a:xfrm rot="5400000">
            <a:off x="3814947" y="-1771201"/>
            <a:ext cx="3838206" cy="11468104"/>
          </a:xfrm>
          <a:prstGeom prst="round2SameRect">
            <a:avLst>
              <a:gd name="adj1" fmla="val 11055"/>
              <a:gd name="adj2" fmla="val 0"/>
            </a:avLst>
          </a:prstGeom>
          <a:solidFill>
            <a:schemeClr val="bg1">
              <a:lumMod val="95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117" name="Slide Number Placeholder 116">
            <a:extLst>
              <a:ext uri="{FF2B5EF4-FFF2-40B4-BE49-F238E27FC236}">
                <a16:creationId xmlns:a16="http://schemas.microsoft.com/office/drawing/2014/main" id="{43D7F248-6AFD-45A5-B1B9-7252458BC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6BC7C-76D0-4186-9E2D-E8B1A36CCED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052" name="Freeform 90">
            <a:extLst>
              <a:ext uri="{FF2B5EF4-FFF2-40B4-BE49-F238E27FC236}">
                <a16:creationId xmlns:a16="http://schemas.microsoft.com/office/drawing/2014/main" id="{517C5E1E-94DC-414C-8661-F47B8C812E41}"/>
              </a:ext>
            </a:extLst>
          </p:cNvPr>
          <p:cNvSpPr>
            <a:spLocks/>
          </p:cNvSpPr>
          <p:nvPr/>
        </p:nvSpPr>
        <p:spPr bwMode="auto">
          <a:xfrm>
            <a:off x="7506169" y="2151587"/>
            <a:ext cx="2245363" cy="4357765"/>
          </a:xfrm>
          <a:custGeom>
            <a:avLst/>
            <a:gdLst>
              <a:gd name="T0" fmla="*/ 697 w 697"/>
              <a:gd name="T1" fmla="*/ 1293 h 1353"/>
              <a:gd name="T2" fmla="*/ 637 w 697"/>
              <a:gd name="T3" fmla="*/ 1353 h 1353"/>
              <a:gd name="T4" fmla="*/ 60 w 697"/>
              <a:gd name="T5" fmla="*/ 1353 h 1353"/>
              <a:gd name="T6" fmla="*/ 0 w 697"/>
              <a:gd name="T7" fmla="*/ 1293 h 1353"/>
              <a:gd name="T8" fmla="*/ 0 w 697"/>
              <a:gd name="T9" fmla="*/ 60 h 1353"/>
              <a:gd name="T10" fmla="*/ 60 w 697"/>
              <a:gd name="T11" fmla="*/ 0 h 1353"/>
              <a:gd name="T12" fmla="*/ 637 w 697"/>
              <a:gd name="T13" fmla="*/ 0 h 1353"/>
              <a:gd name="T14" fmla="*/ 697 w 697"/>
              <a:gd name="T15" fmla="*/ 60 h 1353"/>
              <a:gd name="T16" fmla="*/ 697 w 697"/>
              <a:gd name="T17" fmla="*/ 1293 h 1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97" h="1353">
                <a:moveTo>
                  <a:pt x="697" y="1293"/>
                </a:moveTo>
                <a:cubicBezTo>
                  <a:pt x="697" y="1326"/>
                  <a:pt x="670" y="1353"/>
                  <a:pt x="637" y="1353"/>
                </a:cubicBezTo>
                <a:cubicBezTo>
                  <a:pt x="60" y="1353"/>
                  <a:pt x="60" y="1353"/>
                  <a:pt x="60" y="1353"/>
                </a:cubicBezTo>
                <a:cubicBezTo>
                  <a:pt x="27" y="1353"/>
                  <a:pt x="0" y="1326"/>
                  <a:pt x="0" y="1293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27"/>
                  <a:pt x="27" y="0"/>
                  <a:pt x="60" y="0"/>
                </a:cubicBezTo>
                <a:cubicBezTo>
                  <a:pt x="637" y="0"/>
                  <a:pt x="637" y="0"/>
                  <a:pt x="637" y="0"/>
                </a:cubicBezTo>
                <a:cubicBezTo>
                  <a:pt x="670" y="0"/>
                  <a:pt x="697" y="27"/>
                  <a:pt x="697" y="60"/>
                </a:cubicBezTo>
                <a:cubicBezTo>
                  <a:pt x="697" y="1293"/>
                  <a:pt x="697" y="1293"/>
                  <a:pt x="697" y="129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3" name="Rectangle 91">
            <a:extLst>
              <a:ext uri="{FF2B5EF4-FFF2-40B4-BE49-F238E27FC236}">
                <a16:creationId xmlns:a16="http://schemas.microsoft.com/office/drawing/2014/main" id="{C437484E-8745-446A-8184-D8F1221AB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3395" y="2444395"/>
            <a:ext cx="2119874" cy="3571963"/>
          </a:xfrm>
          <a:prstGeom prst="rect">
            <a:avLst/>
          </a:prstGeom>
          <a:solidFill>
            <a:srgbClr val="8992C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Rectangle 92">
            <a:extLst>
              <a:ext uri="{FF2B5EF4-FFF2-40B4-BE49-F238E27FC236}">
                <a16:creationId xmlns:a16="http://schemas.microsoft.com/office/drawing/2014/main" id="{68792487-7DB1-4E8A-918C-965891BD3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3395" y="2444395"/>
            <a:ext cx="2119874" cy="357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5" name="Freeform 93">
            <a:extLst>
              <a:ext uri="{FF2B5EF4-FFF2-40B4-BE49-F238E27FC236}">
                <a16:creationId xmlns:a16="http://schemas.microsoft.com/office/drawing/2014/main" id="{E3736B0D-AB4C-4800-B9B3-291776E96FF1}"/>
              </a:ext>
            </a:extLst>
          </p:cNvPr>
          <p:cNvSpPr>
            <a:spLocks noEditPoints="1"/>
          </p:cNvSpPr>
          <p:nvPr/>
        </p:nvSpPr>
        <p:spPr bwMode="auto">
          <a:xfrm>
            <a:off x="9464699" y="2489213"/>
            <a:ext cx="170307" cy="94117"/>
          </a:xfrm>
          <a:custGeom>
            <a:avLst/>
            <a:gdLst>
              <a:gd name="T0" fmla="*/ 45 w 53"/>
              <a:gd name="T1" fmla="*/ 21 h 29"/>
              <a:gd name="T2" fmla="*/ 31 w 53"/>
              <a:gd name="T3" fmla="*/ 21 h 29"/>
              <a:gd name="T4" fmla="*/ 31 w 53"/>
              <a:gd name="T5" fmla="*/ 8 h 29"/>
              <a:gd name="T6" fmla="*/ 45 w 53"/>
              <a:gd name="T7" fmla="*/ 8 h 29"/>
              <a:gd name="T8" fmla="*/ 45 w 53"/>
              <a:gd name="T9" fmla="*/ 21 h 29"/>
              <a:gd name="T10" fmla="*/ 52 w 53"/>
              <a:gd name="T11" fmla="*/ 0 h 29"/>
              <a:gd name="T12" fmla="*/ 5 w 53"/>
              <a:gd name="T13" fmla="*/ 0 h 29"/>
              <a:gd name="T14" fmla="*/ 4 w 53"/>
              <a:gd name="T15" fmla="*/ 1 h 29"/>
              <a:gd name="T16" fmla="*/ 4 w 53"/>
              <a:gd name="T17" fmla="*/ 8 h 29"/>
              <a:gd name="T18" fmla="*/ 1 w 53"/>
              <a:gd name="T19" fmla="*/ 8 h 29"/>
              <a:gd name="T20" fmla="*/ 0 w 53"/>
              <a:gd name="T21" fmla="*/ 9 h 29"/>
              <a:gd name="T22" fmla="*/ 0 w 53"/>
              <a:gd name="T23" fmla="*/ 20 h 29"/>
              <a:gd name="T24" fmla="*/ 1 w 53"/>
              <a:gd name="T25" fmla="*/ 21 h 29"/>
              <a:gd name="T26" fmla="*/ 4 w 53"/>
              <a:gd name="T27" fmla="*/ 21 h 29"/>
              <a:gd name="T28" fmla="*/ 4 w 53"/>
              <a:gd name="T29" fmla="*/ 28 h 29"/>
              <a:gd name="T30" fmla="*/ 5 w 53"/>
              <a:gd name="T31" fmla="*/ 29 h 29"/>
              <a:gd name="T32" fmla="*/ 52 w 53"/>
              <a:gd name="T33" fmla="*/ 29 h 29"/>
              <a:gd name="T34" fmla="*/ 53 w 53"/>
              <a:gd name="T35" fmla="*/ 28 h 29"/>
              <a:gd name="T36" fmla="*/ 53 w 53"/>
              <a:gd name="T37" fmla="*/ 1 h 29"/>
              <a:gd name="T38" fmla="*/ 52 w 53"/>
              <a:gd name="T39" fmla="*/ 0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53" h="29">
                <a:moveTo>
                  <a:pt x="45" y="21"/>
                </a:moveTo>
                <a:cubicBezTo>
                  <a:pt x="31" y="21"/>
                  <a:pt x="31" y="21"/>
                  <a:pt x="31" y="21"/>
                </a:cubicBezTo>
                <a:cubicBezTo>
                  <a:pt x="31" y="8"/>
                  <a:pt x="31" y="8"/>
                  <a:pt x="31" y="8"/>
                </a:cubicBezTo>
                <a:cubicBezTo>
                  <a:pt x="45" y="8"/>
                  <a:pt x="45" y="8"/>
                  <a:pt x="45" y="8"/>
                </a:cubicBezTo>
                <a:cubicBezTo>
                  <a:pt x="45" y="21"/>
                  <a:pt x="45" y="21"/>
                  <a:pt x="45" y="21"/>
                </a:cubicBezTo>
                <a:close/>
                <a:moveTo>
                  <a:pt x="52" y="0"/>
                </a:moveTo>
                <a:cubicBezTo>
                  <a:pt x="5" y="0"/>
                  <a:pt x="5" y="0"/>
                  <a:pt x="5" y="0"/>
                </a:cubicBezTo>
                <a:cubicBezTo>
                  <a:pt x="5" y="0"/>
                  <a:pt x="4" y="1"/>
                  <a:pt x="4" y="1"/>
                </a:cubicBezTo>
                <a:cubicBezTo>
                  <a:pt x="4" y="8"/>
                  <a:pt x="4" y="8"/>
                  <a:pt x="4" y="8"/>
                </a:cubicBezTo>
                <a:cubicBezTo>
                  <a:pt x="1" y="8"/>
                  <a:pt x="1" y="8"/>
                  <a:pt x="1" y="8"/>
                </a:cubicBezTo>
                <a:cubicBezTo>
                  <a:pt x="0" y="8"/>
                  <a:pt x="0" y="8"/>
                  <a:pt x="0" y="9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21"/>
                  <a:pt x="0" y="21"/>
                  <a:pt x="1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8"/>
                  <a:pt x="4" y="28"/>
                  <a:pt x="4" y="28"/>
                </a:cubicBezTo>
                <a:cubicBezTo>
                  <a:pt x="4" y="28"/>
                  <a:pt x="5" y="29"/>
                  <a:pt x="5" y="29"/>
                </a:cubicBezTo>
                <a:cubicBezTo>
                  <a:pt x="52" y="29"/>
                  <a:pt x="52" y="29"/>
                  <a:pt x="52" y="29"/>
                </a:cubicBezTo>
                <a:cubicBezTo>
                  <a:pt x="52" y="29"/>
                  <a:pt x="53" y="28"/>
                  <a:pt x="53" y="28"/>
                </a:cubicBezTo>
                <a:cubicBezTo>
                  <a:pt x="53" y="1"/>
                  <a:pt x="53" y="1"/>
                  <a:pt x="53" y="1"/>
                </a:cubicBezTo>
                <a:cubicBezTo>
                  <a:pt x="53" y="1"/>
                  <a:pt x="52" y="0"/>
                  <a:pt x="5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6" name="Freeform 94">
            <a:extLst>
              <a:ext uri="{FF2B5EF4-FFF2-40B4-BE49-F238E27FC236}">
                <a16:creationId xmlns:a16="http://schemas.microsoft.com/office/drawing/2014/main" id="{F40F313A-120F-4718-B76E-4DF36D748E35}"/>
              </a:ext>
            </a:extLst>
          </p:cNvPr>
          <p:cNvSpPr>
            <a:spLocks noEditPoints="1"/>
          </p:cNvSpPr>
          <p:nvPr/>
        </p:nvSpPr>
        <p:spPr bwMode="auto">
          <a:xfrm>
            <a:off x="9358631" y="2489213"/>
            <a:ext cx="67227" cy="94117"/>
          </a:xfrm>
          <a:custGeom>
            <a:avLst/>
            <a:gdLst>
              <a:gd name="T0" fmla="*/ 11 w 21"/>
              <a:gd name="T1" fmla="*/ 5 h 29"/>
              <a:gd name="T2" fmla="*/ 16 w 21"/>
              <a:gd name="T3" fmla="*/ 10 h 29"/>
              <a:gd name="T4" fmla="*/ 11 w 21"/>
              <a:gd name="T5" fmla="*/ 15 h 29"/>
              <a:gd name="T6" fmla="*/ 5 w 21"/>
              <a:gd name="T7" fmla="*/ 10 h 29"/>
              <a:gd name="T8" fmla="*/ 11 w 21"/>
              <a:gd name="T9" fmla="*/ 5 h 29"/>
              <a:gd name="T10" fmla="*/ 20 w 21"/>
              <a:gd name="T11" fmla="*/ 15 h 29"/>
              <a:gd name="T12" fmla="*/ 20 w 21"/>
              <a:gd name="T13" fmla="*/ 15 h 29"/>
              <a:gd name="T14" fmla="*/ 21 w 21"/>
              <a:gd name="T15" fmla="*/ 10 h 29"/>
              <a:gd name="T16" fmla="*/ 11 w 21"/>
              <a:gd name="T17" fmla="*/ 0 h 29"/>
              <a:gd name="T18" fmla="*/ 0 w 21"/>
              <a:gd name="T19" fmla="*/ 10 h 29"/>
              <a:gd name="T20" fmla="*/ 2 w 21"/>
              <a:gd name="T21" fmla="*/ 15 h 29"/>
              <a:gd name="T22" fmla="*/ 1 w 21"/>
              <a:gd name="T23" fmla="*/ 15 h 29"/>
              <a:gd name="T24" fmla="*/ 2 w 21"/>
              <a:gd name="T25" fmla="*/ 15 h 29"/>
              <a:gd name="T26" fmla="*/ 2 w 21"/>
              <a:gd name="T27" fmla="*/ 16 h 29"/>
              <a:gd name="T28" fmla="*/ 9 w 21"/>
              <a:gd name="T29" fmla="*/ 28 h 29"/>
              <a:gd name="T30" fmla="*/ 12 w 21"/>
              <a:gd name="T31" fmla="*/ 28 h 29"/>
              <a:gd name="T32" fmla="*/ 19 w 21"/>
              <a:gd name="T33" fmla="*/ 16 h 29"/>
              <a:gd name="T34" fmla="*/ 19 w 21"/>
              <a:gd name="T35" fmla="*/ 15 h 29"/>
              <a:gd name="T36" fmla="*/ 20 w 21"/>
              <a:gd name="T37" fmla="*/ 15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1" h="29">
                <a:moveTo>
                  <a:pt x="11" y="5"/>
                </a:moveTo>
                <a:cubicBezTo>
                  <a:pt x="13" y="5"/>
                  <a:pt x="16" y="8"/>
                  <a:pt x="16" y="10"/>
                </a:cubicBezTo>
                <a:cubicBezTo>
                  <a:pt x="16" y="13"/>
                  <a:pt x="13" y="15"/>
                  <a:pt x="11" y="15"/>
                </a:cubicBezTo>
                <a:cubicBezTo>
                  <a:pt x="8" y="15"/>
                  <a:pt x="5" y="13"/>
                  <a:pt x="5" y="10"/>
                </a:cubicBezTo>
                <a:cubicBezTo>
                  <a:pt x="5" y="8"/>
                  <a:pt x="8" y="5"/>
                  <a:pt x="11" y="5"/>
                </a:cubicBezTo>
                <a:close/>
                <a:moveTo>
                  <a:pt x="20" y="15"/>
                </a:moveTo>
                <a:cubicBezTo>
                  <a:pt x="20" y="15"/>
                  <a:pt x="20" y="15"/>
                  <a:pt x="20" y="15"/>
                </a:cubicBezTo>
                <a:cubicBezTo>
                  <a:pt x="20" y="14"/>
                  <a:pt x="21" y="12"/>
                  <a:pt x="21" y="10"/>
                </a:cubicBezTo>
                <a:cubicBezTo>
                  <a:pt x="21" y="5"/>
                  <a:pt x="16" y="0"/>
                  <a:pt x="11" y="0"/>
                </a:cubicBezTo>
                <a:cubicBezTo>
                  <a:pt x="5" y="0"/>
                  <a:pt x="0" y="5"/>
                  <a:pt x="0" y="10"/>
                </a:cubicBezTo>
                <a:cubicBezTo>
                  <a:pt x="0" y="12"/>
                  <a:pt x="1" y="14"/>
                  <a:pt x="2" y="15"/>
                </a:cubicBezTo>
                <a:cubicBezTo>
                  <a:pt x="1" y="15"/>
                  <a:pt x="1" y="15"/>
                  <a:pt x="1" y="15"/>
                </a:cubicBezTo>
                <a:cubicBezTo>
                  <a:pt x="1" y="15"/>
                  <a:pt x="2" y="15"/>
                  <a:pt x="2" y="15"/>
                </a:cubicBezTo>
                <a:cubicBezTo>
                  <a:pt x="2" y="16"/>
                  <a:pt x="2" y="16"/>
                  <a:pt x="2" y="16"/>
                </a:cubicBezTo>
                <a:cubicBezTo>
                  <a:pt x="4" y="19"/>
                  <a:pt x="9" y="27"/>
                  <a:pt x="9" y="28"/>
                </a:cubicBezTo>
                <a:cubicBezTo>
                  <a:pt x="10" y="29"/>
                  <a:pt x="11" y="29"/>
                  <a:pt x="12" y="28"/>
                </a:cubicBezTo>
                <a:cubicBezTo>
                  <a:pt x="12" y="27"/>
                  <a:pt x="17" y="19"/>
                  <a:pt x="19" y="16"/>
                </a:cubicBezTo>
                <a:cubicBezTo>
                  <a:pt x="19" y="15"/>
                  <a:pt x="19" y="15"/>
                  <a:pt x="19" y="15"/>
                </a:cubicBezTo>
                <a:cubicBezTo>
                  <a:pt x="19" y="15"/>
                  <a:pt x="20" y="15"/>
                  <a:pt x="20" y="1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7" name="Freeform 95">
            <a:extLst>
              <a:ext uri="{FF2B5EF4-FFF2-40B4-BE49-F238E27FC236}">
                <a16:creationId xmlns:a16="http://schemas.microsoft.com/office/drawing/2014/main" id="{2EC6E4C5-AB87-474E-9F50-CE4DAE48D2E6}"/>
              </a:ext>
            </a:extLst>
          </p:cNvPr>
          <p:cNvSpPr>
            <a:spLocks/>
          </p:cNvSpPr>
          <p:nvPr/>
        </p:nvSpPr>
        <p:spPr bwMode="auto">
          <a:xfrm>
            <a:off x="9228659" y="2531043"/>
            <a:ext cx="22409" cy="49299"/>
          </a:xfrm>
          <a:custGeom>
            <a:avLst/>
            <a:gdLst>
              <a:gd name="T0" fmla="*/ 5 w 7"/>
              <a:gd name="T1" fmla="*/ 2 h 15"/>
              <a:gd name="T2" fmla="*/ 5 w 7"/>
              <a:gd name="T3" fmla="*/ 0 h 15"/>
              <a:gd name="T4" fmla="*/ 2 w 7"/>
              <a:gd name="T5" fmla="*/ 0 h 15"/>
              <a:gd name="T6" fmla="*/ 1 w 7"/>
              <a:gd name="T7" fmla="*/ 1 h 15"/>
              <a:gd name="T8" fmla="*/ 0 w 7"/>
              <a:gd name="T9" fmla="*/ 2 h 15"/>
              <a:gd name="T10" fmla="*/ 0 w 7"/>
              <a:gd name="T11" fmla="*/ 13 h 15"/>
              <a:gd name="T12" fmla="*/ 1 w 7"/>
              <a:gd name="T13" fmla="*/ 15 h 15"/>
              <a:gd name="T14" fmla="*/ 2 w 7"/>
              <a:gd name="T15" fmla="*/ 15 h 15"/>
              <a:gd name="T16" fmla="*/ 5 w 7"/>
              <a:gd name="T17" fmla="*/ 15 h 15"/>
              <a:gd name="T18" fmla="*/ 7 w 7"/>
              <a:gd name="T19" fmla="*/ 15 h 15"/>
              <a:gd name="T20" fmla="*/ 7 w 7"/>
              <a:gd name="T21" fmla="*/ 13 h 15"/>
              <a:gd name="T22" fmla="*/ 7 w 7"/>
              <a:gd name="T23" fmla="*/ 2 h 15"/>
              <a:gd name="T24" fmla="*/ 7 w 7"/>
              <a:gd name="T25" fmla="*/ 1 h 15"/>
              <a:gd name="T26" fmla="*/ 5 w 7"/>
              <a:gd name="T27" fmla="*/ 0 h 15"/>
              <a:gd name="T28" fmla="*/ 5 w 7"/>
              <a:gd name="T29" fmla="*/ 2 h 15"/>
              <a:gd name="T30" fmla="*/ 3 w 7"/>
              <a:gd name="T31" fmla="*/ 2 h 15"/>
              <a:gd name="T32" fmla="*/ 3 w 7"/>
              <a:gd name="T33" fmla="*/ 11 h 15"/>
              <a:gd name="T34" fmla="*/ 2 w 7"/>
              <a:gd name="T35" fmla="*/ 11 h 15"/>
              <a:gd name="T36" fmla="*/ 2 w 7"/>
              <a:gd name="T37" fmla="*/ 13 h 15"/>
              <a:gd name="T38" fmla="*/ 4 w 7"/>
              <a:gd name="T39" fmla="*/ 13 h 15"/>
              <a:gd name="T40" fmla="*/ 4 w 7"/>
              <a:gd name="T41" fmla="*/ 4 h 15"/>
              <a:gd name="T42" fmla="*/ 5 w 7"/>
              <a:gd name="T43" fmla="*/ 4 h 15"/>
              <a:gd name="T44" fmla="*/ 5 w 7"/>
              <a:gd name="T45" fmla="*/ 2 h 15"/>
              <a:gd name="T46" fmla="*/ 3 w 7"/>
              <a:gd name="T47" fmla="*/ 2 h 15"/>
              <a:gd name="T48" fmla="*/ 5 w 7"/>
              <a:gd name="T49" fmla="*/ 2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7" h="15">
                <a:moveTo>
                  <a:pt x="5" y="2"/>
                </a:moveTo>
                <a:cubicBezTo>
                  <a:pt x="5" y="0"/>
                  <a:pt x="5" y="0"/>
                  <a:pt x="5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1" y="1"/>
                  <a:pt x="1" y="1"/>
                </a:cubicBezTo>
                <a:cubicBezTo>
                  <a:pt x="1" y="1"/>
                  <a:pt x="0" y="2"/>
                  <a:pt x="0" y="2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4"/>
                  <a:pt x="1" y="15"/>
                  <a:pt x="1" y="15"/>
                </a:cubicBezTo>
                <a:cubicBezTo>
                  <a:pt x="1" y="15"/>
                  <a:pt x="2" y="15"/>
                  <a:pt x="2" y="15"/>
                </a:cubicBezTo>
                <a:cubicBezTo>
                  <a:pt x="5" y="15"/>
                  <a:pt x="5" y="15"/>
                  <a:pt x="5" y="15"/>
                </a:cubicBezTo>
                <a:cubicBezTo>
                  <a:pt x="6" y="15"/>
                  <a:pt x="6" y="15"/>
                  <a:pt x="7" y="15"/>
                </a:cubicBezTo>
                <a:cubicBezTo>
                  <a:pt x="7" y="15"/>
                  <a:pt x="7" y="14"/>
                  <a:pt x="7" y="13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1"/>
                  <a:pt x="7" y="1"/>
                </a:cubicBezTo>
                <a:cubicBezTo>
                  <a:pt x="6" y="1"/>
                  <a:pt x="6" y="0"/>
                  <a:pt x="5" y="0"/>
                </a:cubicBezTo>
                <a:cubicBezTo>
                  <a:pt x="5" y="2"/>
                  <a:pt x="5" y="2"/>
                  <a:pt x="5" y="2"/>
                </a:cubicBezTo>
                <a:cubicBezTo>
                  <a:pt x="3" y="2"/>
                  <a:pt x="3" y="2"/>
                  <a:pt x="3" y="2"/>
                </a:cubicBezTo>
                <a:cubicBezTo>
                  <a:pt x="3" y="11"/>
                  <a:pt x="3" y="11"/>
                  <a:pt x="3" y="11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3"/>
                  <a:pt x="2" y="13"/>
                  <a:pt x="2" y="13"/>
                </a:cubicBezTo>
                <a:cubicBezTo>
                  <a:pt x="4" y="13"/>
                  <a:pt x="4" y="13"/>
                  <a:pt x="4" y="13"/>
                </a:cubicBezTo>
                <a:cubicBezTo>
                  <a:pt x="4" y="4"/>
                  <a:pt x="4" y="4"/>
                  <a:pt x="4" y="4"/>
                </a:cubicBezTo>
                <a:cubicBezTo>
                  <a:pt x="5" y="4"/>
                  <a:pt x="5" y="4"/>
                  <a:pt x="5" y="4"/>
                </a:cubicBezTo>
                <a:cubicBezTo>
                  <a:pt x="5" y="2"/>
                  <a:pt x="5" y="2"/>
                  <a:pt x="5" y="2"/>
                </a:cubicBezTo>
                <a:cubicBezTo>
                  <a:pt x="3" y="2"/>
                  <a:pt x="3" y="2"/>
                  <a:pt x="3" y="2"/>
                </a:cubicBezTo>
                <a:cubicBezTo>
                  <a:pt x="5" y="2"/>
                  <a:pt x="5" y="2"/>
                  <a:pt x="5" y="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8" name="Freeform 96">
            <a:extLst>
              <a:ext uri="{FF2B5EF4-FFF2-40B4-BE49-F238E27FC236}">
                <a16:creationId xmlns:a16="http://schemas.microsoft.com/office/drawing/2014/main" id="{510D5ECA-FEA3-4D5A-9C27-0F98FBB03E4F}"/>
              </a:ext>
            </a:extLst>
          </p:cNvPr>
          <p:cNvSpPr>
            <a:spLocks/>
          </p:cNvSpPr>
          <p:nvPr/>
        </p:nvSpPr>
        <p:spPr bwMode="auto">
          <a:xfrm>
            <a:off x="9261525" y="2508633"/>
            <a:ext cx="22409" cy="71708"/>
          </a:xfrm>
          <a:custGeom>
            <a:avLst/>
            <a:gdLst>
              <a:gd name="T0" fmla="*/ 5 w 7"/>
              <a:gd name="T1" fmla="*/ 2 h 22"/>
              <a:gd name="T2" fmla="*/ 5 w 7"/>
              <a:gd name="T3" fmla="*/ 0 h 22"/>
              <a:gd name="T4" fmla="*/ 2 w 7"/>
              <a:gd name="T5" fmla="*/ 0 h 22"/>
              <a:gd name="T6" fmla="*/ 1 w 7"/>
              <a:gd name="T7" fmla="*/ 1 h 22"/>
              <a:gd name="T8" fmla="*/ 0 w 7"/>
              <a:gd name="T9" fmla="*/ 2 h 22"/>
              <a:gd name="T10" fmla="*/ 0 w 7"/>
              <a:gd name="T11" fmla="*/ 20 h 22"/>
              <a:gd name="T12" fmla="*/ 1 w 7"/>
              <a:gd name="T13" fmla="*/ 22 h 22"/>
              <a:gd name="T14" fmla="*/ 2 w 7"/>
              <a:gd name="T15" fmla="*/ 22 h 22"/>
              <a:gd name="T16" fmla="*/ 5 w 7"/>
              <a:gd name="T17" fmla="*/ 22 h 22"/>
              <a:gd name="T18" fmla="*/ 7 w 7"/>
              <a:gd name="T19" fmla="*/ 22 h 22"/>
              <a:gd name="T20" fmla="*/ 7 w 7"/>
              <a:gd name="T21" fmla="*/ 20 h 22"/>
              <a:gd name="T22" fmla="*/ 7 w 7"/>
              <a:gd name="T23" fmla="*/ 2 h 22"/>
              <a:gd name="T24" fmla="*/ 7 w 7"/>
              <a:gd name="T25" fmla="*/ 1 h 22"/>
              <a:gd name="T26" fmla="*/ 5 w 7"/>
              <a:gd name="T27" fmla="*/ 0 h 22"/>
              <a:gd name="T28" fmla="*/ 5 w 7"/>
              <a:gd name="T29" fmla="*/ 2 h 22"/>
              <a:gd name="T30" fmla="*/ 3 w 7"/>
              <a:gd name="T31" fmla="*/ 2 h 22"/>
              <a:gd name="T32" fmla="*/ 3 w 7"/>
              <a:gd name="T33" fmla="*/ 18 h 22"/>
              <a:gd name="T34" fmla="*/ 2 w 7"/>
              <a:gd name="T35" fmla="*/ 18 h 22"/>
              <a:gd name="T36" fmla="*/ 2 w 7"/>
              <a:gd name="T37" fmla="*/ 20 h 22"/>
              <a:gd name="T38" fmla="*/ 4 w 7"/>
              <a:gd name="T39" fmla="*/ 20 h 22"/>
              <a:gd name="T40" fmla="*/ 4 w 7"/>
              <a:gd name="T41" fmla="*/ 4 h 22"/>
              <a:gd name="T42" fmla="*/ 5 w 7"/>
              <a:gd name="T43" fmla="*/ 4 h 22"/>
              <a:gd name="T44" fmla="*/ 5 w 7"/>
              <a:gd name="T45" fmla="*/ 2 h 22"/>
              <a:gd name="T46" fmla="*/ 3 w 7"/>
              <a:gd name="T47" fmla="*/ 2 h 22"/>
              <a:gd name="T48" fmla="*/ 5 w 7"/>
              <a:gd name="T49" fmla="*/ 2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7" h="22">
                <a:moveTo>
                  <a:pt x="5" y="2"/>
                </a:moveTo>
                <a:cubicBezTo>
                  <a:pt x="5" y="0"/>
                  <a:pt x="5" y="0"/>
                  <a:pt x="5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1" y="0"/>
                  <a:pt x="1" y="1"/>
                </a:cubicBezTo>
                <a:cubicBezTo>
                  <a:pt x="1" y="1"/>
                  <a:pt x="0" y="1"/>
                  <a:pt x="0" y="2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21"/>
                  <a:pt x="1" y="22"/>
                  <a:pt x="1" y="22"/>
                </a:cubicBezTo>
                <a:cubicBezTo>
                  <a:pt x="1" y="22"/>
                  <a:pt x="2" y="22"/>
                  <a:pt x="2" y="22"/>
                </a:cubicBezTo>
                <a:cubicBezTo>
                  <a:pt x="5" y="22"/>
                  <a:pt x="5" y="22"/>
                  <a:pt x="5" y="22"/>
                </a:cubicBezTo>
                <a:cubicBezTo>
                  <a:pt x="6" y="22"/>
                  <a:pt x="6" y="22"/>
                  <a:pt x="7" y="22"/>
                </a:cubicBezTo>
                <a:cubicBezTo>
                  <a:pt x="7" y="22"/>
                  <a:pt x="7" y="21"/>
                  <a:pt x="7" y="20"/>
                </a:cubicBezTo>
                <a:cubicBezTo>
                  <a:pt x="7" y="2"/>
                  <a:pt x="7" y="2"/>
                  <a:pt x="7" y="2"/>
                </a:cubicBezTo>
                <a:cubicBezTo>
                  <a:pt x="7" y="1"/>
                  <a:pt x="7" y="1"/>
                  <a:pt x="7" y="1"/>
                </a:cubicBezTo>
                <a:cubicBezTo>
                  <a:pt x="6" y="0"/>
                  <a:pt x="6" y="0"/>
                  <a:pt x="5" y="0"/>
                </a:cubicBezTo>
                <a:cubicBezTo>
                  <a:pt x="5" y="2"/>
                  <a:pt x="5" y="2"/>
                  <a:pt x="5" y="2"/>
                </a:cubicBezTo>
                <a:cubicBezTo>
                  <a:pt x="3" y="2"/>
                  <a:pt x="3" y="2"/>
                  <a:pt x="3" y="2"/>
                </a:cubicBezTo>
                <a:cubicBezTo>
                  <a:pt x="3" y="18"/>
                  <a:pt x="3" y="18"/>
                  <a:pt x="3" y="18"/>
                </a:cubicBezTo>
                <a:cubicBezTo>
                  <a:pt x="2" y="18"/>
                  <a:pt x="2" y="18"/>
                  <a:pt x="2" y="18"/>
                </a:cubicBezTo>
                <a:cubicBezTo>
                  <a:pt x="2" y="20"/>
                  <a:pt x="2" y="20"/>
                  <a:pt x="2" y="20"/>
                </a:cubicBezTo>
                <a:cubicBezTo>
                  <a:pt x="4" y="20"/>
                  <a:pt x="4" y="20"/>
                  <a:pt x="4" y="20"/>
                </a:cubicBezTo>
                <a:cubicBezTo>
                  <a:pt x="4" y="4"/>
                  <a:pt x="4" y="4"/>
                  <a:pt x="4" y="4"/>
                </a:cubicBezTo>
                <a:cubicBezTo>
                  <a:pt x="5" y="4"/>
                  <a:pt x="5" y="4"/>
                  <a:pt x="5" y="4"/>
                </a:cubicBezTo>
                <a:cubicBezTo>
                  <a:pt x="5" y="2"/>
                  <a:pt x="5" y="2"/>
                  <a:pt x="5" y="2"/>
                </a:cubicBezTo>
                <a:cubicBezTo>
                  <a:pt x="3" y="2"/>
                  <a:pt x="3" y="2"/>
                  <a:pt x="3" y="2"/>
                </a:cubicBezTo>
                <a:cubicBezTo>
                  <a:pt x="5" y="2"/>
                  <a:pt x="5" y="2"/>
                  <a:pt x="5" y="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9" name="Freeform 97">
            <a:extLst>
              <a:ext uri="{FF2B5EF4-FFF2-40B4-BE49-F238E27FC236}">
                <a16:creationId xmlns:a16="http://schemas.microsoft.com/office/drawing/2014/main" id="{833CBF61-55B9-43DC-8454-0E649B0F91B1}"/>
              </a:ext>
            </a:extLst>
          </p:cNvPr>
          <p:cNvSpPr>
            <a:spLocks/>
          </p:cNvSpPr>
          <p:nvPr/>
        </p:nvSpPr>
        <p:spPr bwMode="auto">
          <a:xfrm>
            <a:off x="9292898" y="2486225"/>
            <a:ext cx="23903" cy="94117"/>
          </a:xfrm>
          <a:custGeom>
            <a:avLst/>
            <a:gdLst>
              <a:gd name="T0" fmla="*/ 5 w 7"/>
              <a:gd name="T1" fmla="*/ 2 h 29"/>
              <a:gd name="T2" fmla="*/ 5 w 7"/>
              <a:gd name="T3" fmla="*/ 0 h 29"/>
              <a:gd name="T4" fmla="*/ 2 w 7"/>
              <a:gd name="T5" fmla="*/ 0 h 29"/>
              <a:gd name="T6" fmla="*/ 1 w 7"/>
              <a:gd name="T7" fmla="*/ 0 h 29"/>
              <a:gd name="T8" fmla="*/ 0 w 7"/>
              <a:gd name="T9" fmla="*/ 2 h 29"/>
              <a:gd name="T10" fmla="*/ 0 w 7"/>
              <a:gd name="T11" fmla="*/ 27 h 29"/>
              <a:gd name="T12" fmla="*/ 1 w 7"/>
              <a:gd name="T13" fmla="*/ 29 h 29"/>
              <a:gd name="T14" fmla="*/ 2 w 7"/>
              <a:gd name="T15" fmla="*/ 29 h 29"/>
              <a:gd name="T16" fmla="*/ 5 w 7"/>
              <a:gd name="T17" fmla="*/ 29 h 29"/>
              <a:gd name="T18" fmla="*/ 7 w 7"/>
              <a:gd name="T19" fmla="*/ 29 h 29"/>
              <a:gd name="T20" fmla="*/ 7 w 7"/>
              <a:gd name="T21" fmla="*/ 27 h 29"/>
              <a:gd name="T22" fmla="*/ 7 w 7"/>
              <a:gd name="T23" fmla="*/ 2 h 29"/>
              <a:gd name="T24" fmla="*/ 7 w 7"/>
              <a:gd name="T25" fmla="*/ 0 h 29"/>
              <a:gd name="T26" fmla="*/ 5 w 7"/>
              <a:gd name="T27" fmla="*/ 0 h 29"/>
              <a:gd name="T28" fmla="*/ 5 w 7"/>
              <a:gd name="T29" fmla="*/ 2 h 29"/>
              <a:gd name="T30" fmla="*/ 3 w 7"/>
              <a:gd name="T31" fmla="*/ 2 h 29"/>
              <a:gd name="T32" fmla="*/ 3 w 7"/>
              <a:gd name="T33" fmla="*/ 25 h 29"/>
              <a:gd name="T34" fmla="*/ 2 w 7"/>
              <a:gd name="T35" fmla="*/ 25 h 29"/>
              <a:gd name="T36" fmla="*/ 2 w 7"/>
              <a:gd name="T37" fmla="*/ 27 h 29"/>
              <a:gd name="T38" fmla="*/ 4 w 7"/>
              <a:gd name="T39" fmla="*/ 27 h 29"/>
              <a:gd name="T40" fmla="*/ 4 w 7"/>
              <a:gd name="T41" fmla="*/ 4 h 29"/>
              <a:gd name="T42" fmla="*/ 5 w 7"/>
              <a:gd name="T43" fmla="*/ 4 h 29"/>
              <a:gd name="T44" fmla="*/ 5 w 7"/>
              <a:gd name="T45" fmla="*/ 2 h 29"/>
              <a:gd name="T46" fmla="*/ 3 w 7"/>
              <a:gd name="T47" fmla="*/ 2 h 29"/>
              <a:gd name="T48" fmla="*/ 5 w 7"/>
              <a:gd name="T49" fmla="*/ 2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7" h="29">
                <a:moveTo>
                  <a:pt x="5" y="2"/>
                </a:moveTo>
                <a:cubicBezTo>
                  <a:pt x="5" y="0"/>
                  <a:pt x="5" y="0"/>
                  <a:pt x="5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1" y="0"/>
                  <a:pt x="1" y="0"/>
                </a:cubicBezTo>
                <a:cubicBezTo>
                  <a:pt x="1" y="1"/>
                  <a:pt x="0" y="1"/>
                  <a:pt x="0" y="2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8"/>
                  <a:pt x="1" y="29"/>
                  <a:pt x="1" y="29"/>
                </a:cubicBezTo>
                <a:cubicBezTo>
                  <a:pt x="1" y="29"/>
                  <a:pt x="2" y="29"/>
                  <a:pt x="2" y="29"/>
                </a:cubicBezTo>
                <a:cubicBezTo>
                  <a:pt x="5" y="29"/>
                  <a:pt x="5" y="29"/>
                  <a:pt x="5" y="29"/>
                </a:cubicBezTo>
                <a:cubicBezTo>
                  <a:pt x="6" y="29"/>
                  <a:pt x="6" y="29"/>
                  <a:pt x="7" y="29"/>
                </a:cubicBezTo>
                <a:cubicBezTo>
                  <a:pt x="7" y="29"/>
                  <a:pt x="7" y="28"/>
                  <a:pt x="7" y="27"/>
                </a:cubicBezTo>
                <a:cubicBezTo>
                  <a:pt x="7" y="2"/>
                  <a:pt x="7" y="2"/>
                  <a:pt x="7" y="2"/>
                </a:cubicBezTo>
                <a:cubicBezTo>
                  <a:pt x="7" y="1"/>
                  <a:pt x="7" y="1"/>
                  <a:pt x="7" y="0"/>
                </a:cubicBezTo>
                <a:cubicBezTo>
                  <a:pt x="6" y="0"/>
                  <a:pt x="6" y="0"/>
                  <a:pt x="5" y="0"/>
                </a:cubicBezTo>
                <a:cubicBezTo>
                  <a:pt x="5" y="2"/>
                  <a:pt x="5" y="2"/>
                  <a:pt x="5" y="2"/>
                </a:cubicBezTo>
                <a:cubicBezTo>
                  <a:pt x="3" y="2"/>
                  <a:pt x="3" y="2"/>
                  <a:pt x="3" y="2"/>
                </a:cubicBezTo>
                <a:cubicBezTo>
                  <a:pt x="3" y="25"/>
                  <a:pt x="3" y="25"/>
                  <a:pt x="3" y="25"/>
                </a:cubicBezTo>
                <a:cubicBezTo>
                  <a:pt x="2" y="25"/>
                  <a:pt x="2" y="25"/>
                  <a:pt x="2" y="25"/>
                </a:cubicBezTo>
                <a:cubicBezTo>
                  <a:pt x="2" y="27"/>
                  <a:pt x="2" y="27"/>
                  <a:pt x="2" y="27"/>
                </a:cubicBezTo>
                <a:cubicBezTo>
                  <a:pt x="4" y="27"/>
                  <a:pt x="4" y="27"/>
                  <a:pt x="4" y="27"/>
                </a:cubicBezTo>
                <a:cubicBezTo>
                  <a:pt x="4" y="4"/>
                  <a:pt x="4" y="4"/>
                  <a:pt x="4" y="4"/>
                </a:cubicBezTo>
                <a:cubicBezTo>
                  <a:pt x="5" y="4"/>
                  <a:pt x="5" y="4"/>
                  <a:pt x="5" y="4"/>
                </a:cubicBezTo>
                <a:cubicBezTo>
                  <a:pt x="5" y="2"/>
                  <a:pt x="5" y="2"/>
                  <a:pt x="5" y="2"/>
                </a:cubicBezTo>
                <a:cubicBezTo>
                  <a:pt x="3" y="2"/>
                  <a:pt x="3" y="2"/>
                  <a:pt x="3" y="2"/>
                </a:cubicBezTo>
                <a:cubicBezTo>
                  <a:pt x="5" y="2"/>
                  <a:pt x="5" y="2"/>
                  <a:pt x="5" y="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0" name="Freeform 98">
            <a:extLst>
              <a:ext uri="{FF2B5EF4-FFF2-40B4-BE49-F238E27FC236}">
                <a16:creationId xmlns:a16="http://schemas.microsoft.com/office/drawing/2014/main" id="{376515E9-8CAB-4B10-84AC-77C9C84FB771}"/>
              </a:ext>
            </a:extLst>
          </p:cNvPr>
          <p:cNvSpPr>
            <a:spLocks/>
          </p:cNvSpPr>
          <p:nvPr/>
        </p:nvSpPr>
        <p:spPr bwMode="auto">
          <a:xfrm>
            <a:off x="7840807" y="6183677"/>
            <a:ext cx="138935" cy="135946"/>
          </a:xfrm>
          <a:custGeom>
            <a:avLst/>
            <a:gdLst>
              <a:gd name="T0" fmla="*/ 41 w 43"/>
              <a:gd name="T1" fmla="*/ 21 h 42"/>
              <a:gd name="T2" fmla="*/ 42 w 43"/>
              <a:gd name="T3" fmla="*/ 20 h 42"/>
              <a:gd name="T4" fmla="*/ 23 w 43"/>
              <a:gd name="T5" fmla="*/ 0 h 42"/>
              <a:gd name="T6" fmla="*/ 22 w 43"/>
              <a:gd name="T7" fmla="*/ 0 h 42"/>
              <a:gd name="T8" fmla="*/ 20 w 43"/>
              <a:gd name="T9" fmla="*/ 0 h 42"/>
              <a:gd name="T10" fmla="*/ 1 w 43"/>
              <a:gd name="T11" fmla="*/ 20 h 42"/>
              <a:gd name="T12" fmla="*/ 0 w 43"/>
              <a:gd name="T13" fmla="*/ 21 h 42"/>
              <a:gd name="T14" fmla="*/ 0 w 43"/>
              <a:gd name="T15" fmla="*/ 40 h 42"/>
              <a:gd name="T16" fmla="*/ 1 w 43"/>
              <a:gd name="T17" fmla="*/ 42 h 42"/>
              <a:gd name="T18" fmla="*/ 2 w 43"/>
              <a:gd name="T19" fmla="*/ 42 h 42"/>
              <a:gd name="T20" fmla="*/ 41 w 43"/>
              <a:gd name="T21" fmla="*/ 42 h 42"/>
              <a:gd name="T22" fmla="*/ 42 w 43"/>
              <a:gd name="T23" fmla="*/ 42 h 42"/>
              <a:gd name="T24" fmla="*/ 43 w 43"/>
              <a:gd name="T25" fmla="*/ 40 h 42"/>
              <a:gd name="T26" fmla="*/ 43 w 43"/>
              <a:gd name="T27" fmla="*/ 21 h 42"/>
              <a:gd name="T28" fmla="*/ 42 w 43"/>
              <a:gd name="T29" fmla="*/ 20 h 42"/>
              <a:gd name="T30" fmla="*/ 41 w 43"/>
              <a:gd name="T31" fmla="*/ 21 h 42"/>
              <a:gd name="T32" fmla="*/ 39 w 43"/>
              <a:gd name="T33" fmla="*/ 21 h 42"/>
              <a:gd name="T34" fmla="*/ 39 w 43"/>
              <a:gd name="T35" fmla="*/ 38 h 42"/>
              <a:gd name="T36" fmla="*/ 4 w 43"/>
              <a:gd name="T37" fmla="*/ 38 h 42"/>
              <a:gd name="T38" fmla="*/ 4 w 43"/>
              <a:gd name="T39" fmla="*/ 22 h 42"/>
              <a:gd name="T40" fmla="*/ 22 w 43"/>
              <a:gd name="T41" fmla="*/ 5 h 42"/>
              <a:gd name="T42" fmla="*/ 40 w 43"/>
              <a:gd name="T43" fmla="*/ 23 h 42"/>
              <a:gd name="T44" fmla="*/ 41 w 43"/>
              <a:gd name="T45" fmla="*/ 21 h 42"/>
              <a:gd name="T46" fmla="*/ 39 w 43"/>
              <a:gd name="T47" fmla="*/ 21 h 42"/>
              <a:gd name="T48" fmla="*/ 41 w 43"/>
              <a:gd name="T49" fmla="*/ 21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3" h="42">
                <a:moveTo>
                  <a:pt x="41" y="21"/>
                </a:moveTo>
                <a:cubicBezTo>
                  <a:pt x="42" y="20"/>
                  <a:pt x="42" y="20"/>
                  <a:pt x="42" y="20"/>
                </a:cubicBezTo>
                <a:cubicBezTo>
                  <a:pt x="23" y="0"/>
                  <a:pt x="23" y="0"/>
                  <a:pt x="23" y="0"/>
                </a:cubicBezTo>
                <a:cubicBezTo>
                  <a:pt x="23" y="0"/>
                  <a:pt x="22" y="0"/>
                  <a:pt x="22" y="0"/>
                </a:cubicBezTo>
                <a:cubicBezTo>
                  <a:pt x="21" y="0"/>
                  <a:pt x="21" y="0"/>
                  <a:pt x="20" y="0"/>
                </a:cubicBezTo>
                <a:cubicBezTo>
                  <a:pt x="1" y="20"/>
                  <a:pt x="1" y="20"/>
                  <a:pt x="1" y="20"/>
                </a:cubicBezTo>
                <a:cubicBezTo>
                  <a:pt x="1" y="20"/>
                  <a:pt x="0" y="21"/>
                  <a:pt x="0" y="21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41"/>
                  <a:pt x="1" y="42"/>
                  <a:pt x="1" y="42"/>
                </a:cubicBezTo>
                <a:cubicBezTo>
                  <a:pt x="1" y="42"/>
                  <a:pt x="2" y="42"/>
                  <a:pt x="2" y="42"/>
                </a:cubicBezTo>
                <a:cubicBezTo>
                  <a:pt x="41" y="42"/>
                  <a:pt x="41" y="42"/>
                  <a:pt x="41" y="42"/>
                </a:cubicBezTo>
                <a:cubicBezTo>
                  <a:pt x="41" y="42"/>
                  <a:pt x="42" y="42"/>
                  <a:pt x="42" y="42"/>
                </a:cubicBezTo>
                <a:cubicBezTo>
                  <a:pt x="43" y="42"/>
                  <a:pt x="43" y="41"/>
                  <a:pt x="43" y="40"/>
                </a:cubicBezTo>
                <a:cubicBezTo>
                  <a:pt x="43" y="21"/>
                  <a:pt x="43" y="21"/>
                  <a:pt x="43" y="21"/>
                </a:cubicBezTo>
                <a:cubicBezTo>
                  <a:pt x="43" y="21"/>
                  <a:pt x="43" y="20"/>
                  <a:pt x="42" y="20"/>
                </a:cubicBezTo>
                <a:cubicBezTo>
                  <a:pt x="41" y="21"/>
                  <a:pt x="41" y="21"/>
                  <a:pt x="41" y="21"/>
                </a:cubicBezTo>
                <a:cubicBezTo>
                  <a:pt x="39" y="21"/>
                  <a:pt x="39" y="21"/>
                  <a:pt x="39" y="21"/>
                </a:cubicBezTo>
                <a:cubicBezTo>
                  <a:pt x="39" y="38"/>
                  <a:pt x="39" y="38"/>
                  <a:pt x="39" y="38"/>
                </a:cubicBezTo>
                <a:cubicBezTo>
                  <a:pt x="4" y="38"/>
                  <a:pt x="4" y="38"/>
                  <a:pt x="4" y="38"/>
                </a:cubicBezTo>
                <a:cubicBezTo>
                  <a:pt x="4" y="22"/>
                  <a:pt x="4" y="22"/>
                  <a:pt x="4" y="22"/>
                </a:cubicBezTo>
                <a:cubicBezTo>
                  <a:pt x="22" y="5"/>
                  <a:pt x="22" y="5"/>
                  <a:pt x="22" y="5"/>
                </a:cubicBezTo>
                <a:cubicBezTo>
                  <a:pt x="40" y="23"/>
                  <a:pt x="40" y="23"/>
                  <a:pt x="40" y="23"/>
                </a:cubicBezTo>
                <a:cubicBezTo>
                  <a:pt x="41" y="21"/>
                  <a:pt x="41" y="21"/>
                  <a:pt x="41" y="21"/>
                </a:cubicBezTo>
                <a:cubicBezTo>
                  <a:pt x="39" y="21"/>
                  <a:pt x="39" y="21"/>
                  <a:pt x="39" y="21"/>
                </a:cubicBezTo>
                <a:cubicBezTo>
                  <a:pt x="41" y="21"/>
                  <a:pt x="41" y="21"/>
                  <a:pt x="41" y="2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1" name="Freeform 99">
            <a:extLst>
              <a:ext uri="{FF2B5EF4-FFF2-40B4-BE49-F238E27FC236}">
                <a16:creationId xmlns:a16="http://schemas.microsoft.com/office/drawing/2014/main" id="{9293DA86-5159-4B32-8E24-D3ED9EFB9E8B}"/>
              </a:ext>
            </a:extLst>
          </p:cNvPr>
          <p:cNvSpPr>
            <a:spLocks/>
          </p:cNvSpPr>
          <p:nvPr/>
        </p:nvSpPr>
        <p:spPr bwMode="auto">
          <a:xfrm>
            <a:off x="8562371" y="6183677"/>
            <a:ext cx="135947" cy="135946"/>
          </a:xfrm>
          <a:custGeom>
            <a:avLst/>
            <a:gdLst>
              <a:gd name="T0" fmla="*/ 40 w 42"/>
              <a:gd name="T1" fmla="*/ 21 h 42"/>
              <a:gd name="T2" fmla="*/ 38 w 42"/>
              <a:gd name="T3" fmla="*/ 21 h 42"/>
              <a:gd name="T4" fmla="*/ 33 w 42"/>
              <a:gd name="T5" fmla="*/ 33 h 42"/>
              <a:gd name="T6" fmla="*/ 21 w 42"/>
              <a:gd name="T7" fmla="*/ 38 h 42"/>
              <a:gd name="T8" fmla="*/ 9 w 42"/>
              <a:gd name="T9" fmla="*/ 33 h 42"/>
              <a:gd name="T10" fmla="*/ 4 w 42"/>
              <a:gd name="T11" fmla="*/ 21 h 42"/>
              <a:gd name="T12" fmla="*/ 9 w 42"/>
              <a:gd name="T13" fmla="*/ 9 h 42"/>
              <a:gd name="T14" fmla="*/ 21 w 42"/>
              <a:gd name="T15" fmla="*/ 4 h 42"/>
              <a:gd name="T16" fmla="*/ 33 w 42"/>
              <a:gd name="T17" fmla="*/ 9 h 42"/>
              <a:gd name="T18" fmla="*/ 38 w 42"/>
              <a:gd name="T19" fmla="*/ 21 h 42"/>
              <a:gd name="T20" fmla="*/ 40 w 42"/>
              <a:gd name="T21" fmla="*/ 21 h 42"/>
              <a:gd name="T22" fmla="*/ 42 w 42"/>
              <a:gd name="T23" fmla="*/ 21 h 42"/>
              <a:gd name="T24" fmla="*/ 21 w 42"/>
              <a:gd name="T25" fmla="*/ 0 h 42"/>
              <a:gd name="T26" fmla="*/ 0 w 42"/>
              <a:gd name="T27" fmla="*/ 21 h 42"/>
              <a:gd name="T28" fmla="*/ 21 w 42"/>
              <a:gd name="T29" fmla="*/ 42 h 42"/>
              <a:gd name="T30" fmla="*/ 42 w 42"/>
              <a:gd name="T31" fmla="*/ 21 h 42"/>
              <a:gd name="T32" fmla="*/ 40 w 42"/>
              <a:gd name="T33" fmla="*/ 21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2" h="42">
                <a:moveTo>
                  <a:pt x="40" y="21"/>
                </a:moveTo>
                <a:cubicBezTo>
                  <a:pt x="38" y="21"/>
                  <a:pt x="38" y="21"/>
                  <a:pt x="38" y="21"/>
                </a:cubicBezTo>
                <a:cubicBezTo>
                  <a:pt x="38" y="26"/>
                  <a:pt x="36" y="30"/>
                  <a:pt x="33" y="33"/>
                </a:cubicBezTo>
                <a:cubicBezTo>
                  <a:pt x="30" y="37"/>
                  <a:pt x="26" y="38"/>
                  <a:pt x="21" y="38"/>
                </a:cubicBezTo>
                <a:cubicBezTo>
                  <a:pt x="16" y="38"/>
                  <a:pt x="12" y="37"/>
                  <a:pt x="9" y="33"/>
                </a:cubicBezTo>
                <a:cubicBezTo>
                  <a:pt x="6" y="30"/>
                  <a:pt x="4" y="26"/>
                  <a:pt x="4" y="21"/>
                </a:cubicBezTo>
                <a:cubicBezTo>
                  <a:pt x="4" y="16"/>
                  <a:pt x="6" y="12"/>
                  <a:pt x="9" y="9"/>
                </a:cubicBezTo>
                <a:cubicBezTo>
                  <a:pt x="12" y="6"/>
                  <a:pt x="16" y="4"/>
                  <a:pt x="21" y="4"/>
                </a:cubicBezTo>
                <a:cubicBezTo>
                  <a:pt x="26" y="4"/>
                  <a:pt x="30" y="6"/>
                  <a:pt x="33" y="9"/>
                </a:cubicBezTo>
                <a:cubicBezTo>
                  <a:pt x="36" y="12"/>
                  <a:pt x="38" y="16"/>
                  <a:pt x="38" y="21"/>
                </a:cubicBezTo>
                <a:cubicBezTo>
                  <a:pt x="40" y="21"/>
                  <a:pt x="40" y="21"/>
                  <a:pt x="40" y="21"/>
                </a:cubicBezTo>
                <a:cubicBezTo>
                  <a:pt x="42" y="21"/>
                  <a:pt x="42" y="21"/>
                  <a:pt x="42" y="21"/>
                </a:cubicBezTo>
                <a:cubicBezTo>
                  <a:pt x="42" y="9"/>
                  <a:pt x="33" y="0"/>
                  <a:pt x="21" y="0"/>
                </a:cubicBezTo>
                <a:cubicBezTo>
                  <a:pt x="9" y="0"/>
                  <a:pt x="0" y="9"/>
                  <a:pt x="0" y="21"/>
                </a:cubicBezTo>
                <a:cubicBezTo>
                  <a:pt x="0" y="33"/>
                  <a:pt x="9" y="42"/>
                  <a:pt x="21" y="42"/>
                </a:cubicBezTo>
                <a:cubicBezTo>
                  <a:pt x="33" y="42"/>
                  <a:pt x="42" y="33"/>
                  <a:pt x="42" y="21"/>
                </a:cubicBezTo>
                <a:cubicBezTo>
                  <a:pt x="40" y="21"/>
                  <a:pt x="40" y="21"/>
                  <a:pt x="40" y="2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2" name="Freeform 100">
            <a:extLst>
              <a:ext uri="{FF2B5EF4-FFF2-40B4-BE49-F238E27FC236}">
                <a16:creationId xmlns:a16="http://schemas.microsoft.com/office/drawing/2014/main" id="{58F7C424-731F-4A1F-8846-5279D3944875}"/>
              </a:ext>
            </a:extLst>
          </p:cNvPr>
          <p:cNvSpPr>
            <a:spLocks/>
          </p:cNvSpPr>
          <p:nvPr/>
        </p:nvSpPr>
        <p:spPr bwMode="auto">
          <a:xfrm>
            <a:off x="9361619" y="6203099"/>
            <a:ext cx="11951" cy="116526"/>
          </a:xfrm>
          <a:custGeom>
            <a:avLst/>
            <a:gdLst>
              <a:gd name="T0" fmla="*/ 4 w 4"/>
              <a:gd name="T1" fmla="*/ 34 h 36"/>
              <a:gd name="T2" fmla="*/ 4 w 4"/>
              <a:gd name="T3" fmla="*/ 2 h 36"/>
              <a:gd name="T4" fmla="*/ 2 w 4"/>
              <a:gd name="T5" fmla="*/ 0 h 36"/>
              <a:gd name="T6" fmla="*/ 0 w 4"/>
              <a:gd name="T7" fmla="*/ 2 h 36"/>
              <a:gd name="T8" fmla="*/ 0 w 4"/>
              <a:gd name="T9" fmla="*/ 34 h 36"/>
              <a:gd name="T10" fmla="*/ 2 w 4"/>
              <a:gd name="T11" fmla="*/ 36 h 36"/>
              <a:gd name="T12" fmla="*/ 4 w 4"/>
              <a:gd name="T13" fmla="*/ 34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36">
                <a:moveTo>
                  <a:pt x="4" y="34"/>
                </a:moveTo>
                <a:cubicBezTo>
                  <a:pt x="4" y="2"/>
                  <a:pt x="4" y="2"/>
                  <a:pt x="4" y="2"/>
                </a:cubicBezTo>
                <a:cubicBezTo>
                  <a:pt x="4" y="1"/>
                  <a:pt x="3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6"/>
                  <a:pt x="1" y="36"/>
                  <a:pt x="2" y="36"/>
                </a:cubicBezTo>
                <a:cubicBezTo>
                  <a:pt x="3" y="36"/>
                  <a:pt x="4" y="36"/>
                  <a:pt x="4" y="34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3" name="Freeform 101">
            <a:extLst>
              <a:ext uri="{FF2B5EF4-FFF2-40B4-BE49-F238E27FC236}">
                <a16:creationId xmlns:a16="http://schemas.microsoft.com/office/drawing/2014/main" id="{8E51B0A5-44AB-4F7B-BD0D-44501C6D28BE}"/>
              </a:ext>
            </a:extLst>
          </p:cNvPr>
          <p:cNvSpPr>
            <a:spLocks/>
          </p:cNvSpPr>
          <p:nvPr/>
        </p:nvSpPr>
        <p:spPr bwMode="auto">
          <a:xfrm>
            <a:off x="9316801" y="6203099"/>
            <a:ext cx="11951" cy="116526"/>
          </a:xfrm>
          <a:custGeom>
            <a:avLst/>
            <a:gdLst>
              <a:gd name="T0" fmla="*/ 4 w 4"/>
              <a:gd name="T1" fmla="*/ 34 h 36"/>
              <a:gd name="T2" fmla="*/ 4 w 4"/>
              <a:gd name="T3" fmla="*/ 2 h 36"/>
              <a:gd name="T4" fmla="*/ 2 w 4"/>
              <a:gd name="T5" fmla="*/ 0 h 36"/>
              <a:gd name="T6" fmla="*/ 0 w 4"/>
              <a:gd name="T7" fmla="*/ 2 h 36"/>
              <a:gd name="T8" fmla="*/ 0 w 4"/>
              <a:gd name="T9" fmla="*/ 34 h 36"/>
              <a:gd name="T10" fmla="*/ 2 w 4"/>
              <a:gd name="T11" fmla="*/ 36 h 36"/>
              <a:gd name="T12" fmla="*/ 4 w 4"/>
              <a:gd name="T13" fmla="*/ 34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36">
                <a:moveTo>
                  <a:pt x="4" y="34"/>
                </a:moveTo>
                <a:cubicBezTo>
                  <a:pt x="4" y="2"/>
                  <a:pt x="4" y="2"/>
                  <a:pt x="4" y="2"/>
                </a:cubicBezTo>
                <a:cubicBezTo>
                  <a:pt x="4" y="1"/>
                  <a:pt x="3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6"/>
                  <a:pt x="1" y="36"/>
                  <a:pt x="2" y="36"/>
                </a:cubicBezTo>
                <a:cubicBezTo>
                  <a:pt x="3" y="36"/>
                  <a:pt x="4" y="36"/>
                  <a:pt x="4" y="34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4" name="Freeform 102">
            <a:extLst>
              <a:ext uri="{FF2B5EF4-FFF2-40B4-BE49-F238E27FC236}">
                <a16:creationId xmlns:a16="http://schemas.microsoft.com/office/drawing/2014/main" id="{DA4DB5A2-C1E3-418D-AF6D-4552B86F997F}"/>
              </a:ext>
            </a:extLst>
          </p:cNvPr>
          <p:cNvSpPr>
            <a:spLocks/>
          </p:cNvSpPr>
          <p:nvPr/>
        </p:nvSpPr>
        <p:spPr bwMode="auto">
          <a:xfrm>
            <a:off x="9270489" y="6203099"/>
            <a:ext cx="13446" cy="116526"/>
          </a:xfrm>
          <a:custGeom>
            <a:avLst/>
            <a:gdLst>
              <a:gd name="T0" fmla="*/ 4 w 4"/>
              <a:gd name="T1" fmla="*/ 34 h 36"/>
              <a:gd name="T2" fmla="*/ 4 w 4"/>
              <a:gd name="T3" fmla="*/ 2 h 36"/>
              <a:gd name="T4" fmla="*/ 2 w 4"/>
              <a:gd name="T5" fmla="*/ 0 h 36"/>
              <a:gd name="T6" fmla="*/ 0 w 4"/>
              <a:gd name="T7" fmla="*/ 2 h 36"/>
              <a:gd name="T8" fmla="*/ 0 w 4"/>
              <a:gd name="T9" fmla="*/ 34 h 36"/>
              <a:gd name="T10" fmla="*/ 2 w 4"/>
              <a:gd name="T11" fmla="*/ 36 h 36"/>
              <a:gd name="T12" fmla="*/ 4 w 4"/>
              <a:gd name="T13" fmla="*/ 34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36">
                <a:moveTo>
                  <a:pt x="4" y="34"/>
                </a:moveTo>
                <a:cubicBezTo>
                  <a:pt x="4" y="2"/>
                  <a:pt x="4" y="2"/>
                  <a:pt x="4" y="2"/>
                </a:cubicBezTo>
                <a:cubicBezTo>
                  <a:pt x="4" y="1"/>
                  <a:pt x="3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6"/>
                  <a:pt x="1" y="36"/>
                  <a:pt x="2" y="36"/>
                </a:cubicBezTo>
                <a:cubicBezTo>
                  <a:pt x="3" y="36"/>
                  <a:pt x="4" y="36"/>
                  <a:pt x="4" y="34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5" name="Freeform 103">
            <a:extLst>
              <a:ext uri="{FF2B5EF4-FFF2-40B4-BE49-F238E27FC236}">
                <a16:creationId xmlns:a16="http://schemas.microsoft.com/office/drawing/2014/main" id="{BB0FCA99-CA42-47C4-B88C-A1FB223CB2E4}"/>
              </a:ext>
            </a:extLst>
          </p:cNvPr>
          <p:cNvSpPr>
            <a:spLocks/>
          </p:cNvSpPr>
          <p:nvPr/>
        </p:nvSpPr>
        <p:spPr bwMode="auto">
          <a:xfrm>
            <a:off x="8136604" y="2360736"/>
            <a:ext cx="1086081" cy="3436017"/>
          </a:xfrm>
          <a:custGeom>
            <a:avLst/>
            <a:gdLst>
              <a:gd name="T0" fmla="*/ 108 w 727"/>
              <a:gd name="T1" fmla="*/ 147 h 2300"/>
              <a:gd name="T2" fmla="*/ 199 w 727"/>
              <a:gd name="T3" fmla="*/ 103 h 2300"/>
              <a:gd name="T4" fmla="*/ 408 w 727"/>
              <a:gd name="T5" fmla="*/ 0 h 2300"/>
              <a:gd name="T6" fmla="*/ 496 w 727"/>
              <a:gd name="T7" fmla="*/ 118 h 2300"/>
              <a:gd name="T8" fmla="*/ 591 w 727"/>
              <a:gd name="T9" fmla="*/ 157 h 2300"/>
              <a:gd name="T10" fmla="*/ 727 w 727"/>
              <a:gd name="T11" fmla="*/ 198 h 2300"/>
              <a:gd name="T12" fmla="*/ 680 w 727"/>
              <a:gd name="T13" fmla="*/ 2292 h 2300"/>
              <a:gd name="T14" fmla="*/ 91 w 727"/>
              <a:gd name="T15" fmla="*/ 2300 h 2300"/>
              <a:gd name="T16" fmla="*/ 0 w 727"/>
              <a:gd name="T17" fmla="*/ 373 h 2300"/>
              <a:gd name="T18" fmla="*/ 108 w 727"/>
              <a:gd name="T19" fmla="*/ 147 h 2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27" h="2300">
                <a:moveTo>
                  <a:pt x="108" y="147"/>
                </a:moveTo>
                <a:lnTo>
                  <a:pt x="199" y="103"/>
                </a:lnTo>
                <a:lnTo>
                  <a:pt x="408" y="0"/>
                </a:lnTo>
                <a:lnTo>
                  <a:pt x="496" y="118"/>
                </a:lnTo>
                <a:lnTo>
                  <a:pt x="591" y="157"/>
                </a:lnTo>
                <a:lnTo>
                  <a:pt x="727" y="198"/>
                </a:lnTo>
                <a:lnTo>
                  <a:pt x="680" y="2292"/>
                </a:lnTo>
                <a:lnTo>
                  <a:pt x="91" y="2300"/>
                </a:lnTo>
                <a:lnTo>
                  <a:pt x="0" y="373"/>
                </a:lnTo>
                <a:lnTo>
                  <a:pt x="108" y="147"/>
                </a:lnTo>
                <a:close/>
              </a:path>
            </a:pathLst>
          </a:custGeom>
          <a:solidFill>
            <a:srgbClr val="33C0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6" name="Freeform 104">
            <a:extLst>
              <a:ext uri="{FF2B5EF4-FFF2-40B4-BE49-F238E27FC236}">
                <a16:creationId xmlns:a16="http://schemas.microsoft.com/office/drawing/2014/main" id="{EF470074-D1EE-4FDF-98F3-BA80582CC26B}"/>
              </a:ext>
            </a:extLst>
          </p:cNvPr>
          <p:cNvSpPr>
            <a:spLocks/>
          </p:cNvSpPr>
          <p:nvPr/>
        </p:nvSpPr>
        <p:spPr bwMode="auto">
          <a:xfrm>
            <a:off x="8136604" y="2360736"/>
            <a:ext cx="1086081" cy="3436017"/>
          </a:xfrm>
          <a:custGeom>
            <a:avLst/>
            <a:gdLst>
              <a:gd name="T0" fmla="*/ 108 w 727"/>
              <a:gd name="T1" fmla="*/ 147 h 2300"/>
              <a:gd name="T2" fmla="*/ 199 w 727"/>
              <a:gd name="T3" fmla="*/ 103 h 2300"/>
              <a:gd name="T4" fmla="*/ 408 w 727"/>
              <a:gd name="T5" fmla="*/ 0 h 2300"/>
              <a:gd name="T6" fmla="*/ 496 w 727"/>
              <a:gd name="T7" fmla="*/ 118 h 2300"/>
              <a:gd name="T8" fmla="*/ 591 w 727"/>
              <a:gd name="T9" fmla="*/ 157 h 2300"/>
              <a:gd name="T10" fmla="*/ 727 w 727"/>
              <a:gd name="T11" fmla="*/ 198 h 2300"/>
              <a:gd name="T12" fmla="*/ 680 w 727"/>
              <a:gd name="T13" fmla="*/ 2292 h 2300"/>
              <a:gd name="T14" fmla="*/ 91 w 727"/>
              <a:gd name="T15" fmla="*/ 2300 h 2300"/>
              <a:gd name="T16" fmla="*/ 0 w 727"/>
              <a:gd name="T17" fmla="*/ 373 h 2300"/>
              <a:gd name="T18" fmla="*/ 108 w 727"/>
              <a:gd name="T19" fmla="*/ 147 h 2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27" h="2300">
                <a:moveTo>
                  <a:pt x="108" y="147"/>
                </a:moveTo>
                <a:lnTo>
                  <a:pt x="199" y="103"/>
                </a:lnTo>
                <a:lnTo>
                  <a:pt x="408" y="0"/>
                </a:lnTo>
                <a:lnTo>
                  <a:pt x="496" y="118"/>
                </a:lnTo>
                <a:lnTo>
                  <a:pt x="591" y="157"/>
                </a:lnTo>
                <a:lnTo>
                  <a:pt x="727" y="198"/>
                </a:lnTo>
                <a:lnTo>
                  <a:pt x="680" y="2292"/>
                </a:lnTo>
                <a:lnTo>
                  <a:pt x="91" y="2300"/>
                </a:lnTo>
                <a:lnTo>
                  <a:pt x="0" y="373"/>
                </a:lnTo>
                <a:lnTo>
                  <a:pt x="108" y="147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7" name="Freeform 105">
            <a:extLst>
              <a:ext uri="{FF2B5EF4-FFF2-40B4-BE49-F238E27FC236}">
                <a16:creationId xmlns:a16="http://schemas.microsoft.com/office/drawing/2014/main" id="{5DC05FDA-4C37-41B5-B034-1D81B9F00226}"/>
              </a:ext>
            </a:extLst>
          </p:cNvPr>
          <p:cNvSpPr>
            <a:spLocks/>
          </p:cNvSpPr>
          <p:nvPr/>
        </p:nvSpPr>
        <p:spPr bwMode="auto">
          <a:xfrm>
            <a:off x="8197854" y="2586317"/>
            <a:ext cx="835102" cy="1526787"/>
          </a:xfrm>
          <a:custGeom>
            <a:avLst/>
            <a:gdLst>
              <a:gd name="T0" fmla="*/ 150 w 259"/>
              <a:gd name="T1" fmla="*/ 474 h 474"/>
              <a:gd name="T2" fmla="*/ 38 w 259"/>
              <a:gd name="T3" fmla="*/ 421 h 474"/>
              <a:gd name="T4" fmla="*/ 0 w 259"/>
              <a:gd name="T5" fmla="*/ 199 h 474"/>
              <a:gd name="T6" fmla="*/ 31 w 259"/>
              <a:gd name="T7" fmla="*/ 0 h 474"/>
              <a:gd name="T8" fmla="*/ 148 w 259"/>
              <a:gd name="T9" fmla="*/ 441 h 474"/>
              <a:gd name="T10" fmla="*/ 204 w 259"/>
              <a:gd name="T11" fmla="*/ 240 h 474"/>
              <a:gd name="T12" fmla="*/ 256 w 259"/>
              <a:gd name="T13" fmla="*/ 17 h 474"/>
              <a:gd name="T14" fmla="*/ 250 w 259"/>
              <a:gd name="T15" fmla="*/ 115 h 474"/>
              <a:gd name="T16" fmla="*/ 149 w 259"/>
              <a:gd name="T17" fmla="*/ 450 h 474"/>
              <a:gd name="T18" fmla="*/ 150 w 259"/>
              <a:gd name="T19" fmla="*/ 474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59" h="474">
                <a:moveTo>
                  <a:pt x="150" y="474"/>
                </a:moveTo>
                <a:cubicBezTo>
                  <a:pt x="38" y="421"/>
                  <a:pt x="38" y="421"/>
                  <a:pt x="38" y="421"/>
                </a:cubicBezTo>
                <a:cubicBezTo>
                  <a:pt x="38" y="421"/>
                  <a:pt x="0" y="206"/>
                  <a:pt x="0" y="199"/>
                </a:cubicBezTo>
                <a:cubicBezTo>
                  <a:pt x="4" y="48"/>
                  <a:pt x="31" y="0"/>
                  <a:pt x="31" y="0"/>
                </a:cubicBezTo>
                <a:cubicBezTo>
                  <a:pt x="23" y="152"/>
                  <a:pt x="146" y="329"/>
                  <a:pt x="148" y="441"/>
                </a:cubicBezTo>
                <a:cubicBezTo>
                  <a:pt x="148" y="441"/>
                  <a:pt x="187" y="292"/>
                  <a:pt x="204" y="240"/>
                </a:cubicBezTo>
                <a:cubicBezTo>
                  <a:pt x="219" y="192"/>
                  <a:pt x="253" y="68"/>
                  <a:pt x="256" y="17"/>
                </a:cubicBezTo>
                <a:cubicBezTo>
                  <a:pt x="257" y="39"/>
                  <a:pt x="259" y="58"/>
                  <a:pt x="250" y="115"/>
                </a:cubicBezTo>
                <a:cubicBezTo>
                  <a:pt x="227" y="250"/>
                  <a:pt x="149" y="428"/>
                  <a:pt x="149" y="450"/>
                </a:cubicBezTo>
                <a:cubicBezTo>
                  <a:pt x="149" y="450"/>
                  <a:pt x="149" y="459"/>
                  <a:pt x="150" y="474"/>
                </a:cubicBezTo>
              </a:path>
            </a:pathLst>
          </a:custGeom>
          <a:solidFill>
            <a:srgbClr val="24B2B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8" name="Freeform 106">
            <a:extLst>
              <a:ext uri="{FF2B5EF4-FFF2-40B4-BE49-F238E27FC236}">
                <a16:creationId xmlns:a16="http://schemas.microsoft.com/office/drawing/2014/main" id="{B357D386-C62D-4215-BA7F-0B67467CF8B1}"/>
              </a:ext>
            </a:extLst>
          </p:cNvPr>
          <p:cNvSpPr>
            <a:spLocks/>
          </p:cNvSpPr>
          <p:nvPr/>
        </p:nvSpPr>
        <p:spPr bwMode="auto">
          <a:xfrm>
            <a:off x="7766111" y="5481535"/>
            <a:ext cx="1740418" cy="534823"/>
          </a:xfrm>
          <a:custGeom>
            <a:avLst/>
            <a:gdLst>
              <a:gd name="T0" fmla="*/ 540 w 540"/>
              <a:gd name="T1" fmla="*/ 166 h 166"/>
              <a:gd name="T2" fmla="*/ 536 w 540"/>
              <a:gd name="T3" fmla="*/ 87 h 166"/>
              <a:gd name="T4" fmla="*/ 440 w 540"/>
              <a:gd name="T5" fmla="*/ 1 h 166"/>
              <a:gd name="T6" fmla="*/ 170 w 540"/>
              <a:gd name="T7" fmla="*/ 2 h 166"/>
              <a:gd name="T8" fmla="*/ 14 w 540"/>
              <a:gd name="T9" fmla="*/ 87 h 166"/>
              <a:gd name="T10" fmla="*/ 0 w 540"/>
              <a:gd name="T11" fmla="*/ 166 h 166"/>
              <a:gd name="T12" fmla="*/ 540 w 540"/>
              <a:gd name="T13" fmla="*/ 166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0" h="166">
                <a:moveTo>
                  <a:pt x="540" y="166"/>
                </a:moveTo>
                <a:cubicBezTo>
                  <a:pt x="538" y="131"/>
                  <a:pt x="537" y="104"/>
                  <a:pt x="536" y="87"/>
                </a:cubicBezTo>
                <a:cubicBezTo>
                  <a:pt x="519" y="84"/>
                  <a:pt x="489" y="1"/>
                  <a:pt x="440" y="1"/>
                </a:cubicBezTo>
                <a:cubicBezTo>
                  <a:pt x="361" y="0"/>
                  <a:pt x="256" y="1"/>
                  <a:pt x="170" y="2"/>
                </a:cubicBezTo>
                <a:cubicBezTo>
                  <a:pt x="86" y="3"/>
                  <a:pt x="14" y="87"/>
                  <a:pt x="14" y="87"/>
                </a:cubicBezTo>
                <a:cubicBezTo>
                  <a:pt x="7" y="107"/>
                  <a:pt x="3" y="134"/>
                  <a:pt x="0" y="166"/>
                </a:cubicBezTo>
                <a:lnTo>
                  <a:pt x="540" y="166"/>
                </a:lnTo>
                <a:close/>
              </a:path>
            </a:pathLst>
          </a:custGeom>
          <a:solidFill>
            <a:srgbClr val="16989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9" name="Freeform 107">
            <a:extLst>
              <a:ext uri="{FF2B5EF4-FFF2-40B4-BE49-F238E27FC236}">
                <a16:creationId xmlns:a16="http://schemas.microsoft.com/office/drawing/2014/main" id="{CDA82760-A7D1-4C68-B18D-8FBA9603B13E}"/>
              </a:ext>
            </a:extLst>
          </p:cNvPr>
          <p:cNvSpPr>
            <a:spLocks/>
          </p:cNvSpPr>
          <p:nvPr/>
        </p:nvSpPr>
        <p:spPr bwMode="auto">
          <a:xfrm>
            <a:off x="7643610" y="2580341"/>
            <a:ext cx="1971975" cy="3436017"/>
          </a:xfrm>
          <a:custGeom>
            <a:avLst/>
            <a:gdLst>
              <a:gd name="T0" fmla="*/ 54 w 612"/>
              <a:gd name="T1" fmla="*/ 674 h 1067"/>
              <a:gd name="T2" fmla="*/ 0 w 612"/>
              <a:gd name="T3" fmla="*/ 1067 h 1067"/>
              <a:gd name="T4" fmla="*/ 295 w 612"/>
              <a:gd name="T5" fmla="*/ 1067 h 1067"/>
              <a:gd name="T6" fmla="*/ 295 w 612"/>
              <a:gd name="T7" fmla="*/ 1053 h 1067"/>
              <a:gd name="T8" fmla="*/ 323 w 612"/>
              <a:gd name="T9" fmla="*/ 479 h 1067"/>
              <a:gd name="T10" fmla="*/ 356 w 612"/>
              <a:gd name="T11" fmla="*/ 1067 h 1067"/>
              <a:gd name="T12" fmla="*/ 612 w 612"/>
              <a:gd name="T13" fmla="*/ 1067 h 1067"/>
              <a:gd name="T14" fmla="*/ 583 w 612"/>
              <a:gd name="T15" fmla="*/ 707 h 1067"/>
              <a:gd name="T16" fmla="*/ 579 w 612"/>
              <a:gd name="T17" fmla="*/ 293 h 1067"/>
              <a:gd name="T18" fmla="*/ 565 w 612"/>
              <a:gd name="T19" fmla="*/ 49 h 1067"/>
              <a:gd name="T20" fmla="*/ 427 w 612"/>
              <a:gd name="T21" fmla="*/ 5 h 1067"/>
              <a:gd name="T22" fmla="*/ 422 w 612"/>
              <a:gd name="T23" fmla="*/ 117 h 1067"/>
              <a:gd name="T24" fmla="*/ 321 w 612"/>
              <a:gd name="T25" fmla="*/ 452 h 1067"/>
              <a:gd name="T26" fmla="*/ 205 w 612"/>
              <a:gd name="T27" fmla="*/ 127 h 1067"/>
              <a:gd name="T28" fmla="*/ 203 w 612"/>
              <a:gd name="T29" fmla="*/ 0 h 1067"/>
              <a:gd name="T30" fmla="*/ 43 w 612"/>
              <a:gd name="T31" fmla="*/ 61 h 1067"/>
              <a:gd name="T32" fmla="*/ 47 w 612"/>
              <a:gd name="T33" fmla="*/ 325 h 1067"/>
              <a:gd name="T34" fmla="*/ 54 w 612"/>
              <a:gd name="T35" fmla="*/ 674 h 10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12" h="1067">
                <a:moveTo>
                  <a:pt x="54" y="674"/>
                </a:moveTo>
                <a:cubicBezTo>
                  <a:pt x="51" y="804"/>
                  <a:pt x="29" y="936"/>
                  <a:pt x="0" y="1067"/>
                </a:cubicBezTo>
                <a:cubicBezTo>
                  <a:pt x="295" y="1067"/>
                  <a:pt x="295" y="1067"/>
                  <a:pt x="295" y="1067"/>
                </a:cubicBezTo>
                <a:cubicBezTo>
                  <a:pt x="295" y="1062"/>
                  <a:pt x="295" y="1058"/>
                  <a:pt x="295" y="1053"/>
                </a:cubicBezTo>
                <a:cubicBezTo>
                  <a:pt x="295" y="1053"/>
                  <a:pt x="321" y="521"/>
                  <a:pt x="323" y="479"/>
                </a:cubicBezTo>
                <a:cubicBezTo>
                  <a:pt x="328" y="569"/>
                  <a:pt x="346" y="866"/>
                  <a:pt x="356" y="1067"/>
                </a:cubicBezTo>
                <a:cubicBezTo>
                  <a:pt x="612" y="1067"/>
                  <a:pt x="612" y="1067"/>
                  <a:pt x="612" y="1067"/>
                </a:cubicBezTo>
                <a:cubicBezTo>
                  <a:pt x="606" y="1004"/>
                  <a:pt x="587" y="789"/>
                  <a:pt x="583" y="707"/>
                </a:cubicBezTo>
                <a:cubicBezTo>
                  <a:pt x="576" y="530"/>
                  <a:pt x="584" y="336"/>
                  <a:pt x="579" y="293"/>
                </a:cubicBezTo>
                <a:cubicBezTo>
                  <a:pt x="565" y="49"/>
                  <a:pt x="565" y="49"/>
                  <a:pt x="565" y="49"/>
                </a:cubicBezTo>
                <a:cubicBezTo>
                  <a:pt x="500" y="23"/>
                  <a:pt x="468" y="14"/>
                  <a:pt x="427" y="5"/>
                </a:cubicBezTo>
                <a:cubicBezTo>
                  <a:pt x="427" y="34"/>
                  <a:pt x="434" y="48"/>
                  <a:pt x="422" y="117"/>
                </a:cubicBezTo>
                <a:cubicBezTo>
                  <a:pt x="399" y="251"/>
                  <a:pt x="321" y="430"/>
                  <a:pt x="321" y="452"/>
                </a:cubicBezTo>
                <a:cubicBezTo>
                  <a:pt x="308" y="355"/>
                  <a:pt x="228" y="235"/>
                  <a:pt x="205" y="127"/>
                </a:cubicBezTo>
                <a:cubicBezTo>
                  <a:pt x="193" y="69"/>
                  <a:pt x="194" y="24"/>
                  <a:pt x="203" y="0"/>
                </a:cubicBezTo>
                <a:cubicBezTo>
                  <a:pt x="172" y="14"/>
                  <a:pt x="81" y="37"/>
                  <a:pt x="43" y="61"/>
                </a:cubicBezTo>
                <a:cubicBezTo>
                  <a:pt x="47" y="325"/>
                  <a:pt x="47" y="325"/>
                  <a:pt x="47" y="325"/>
                </a:cubicBezTo>
                <a:cubicBezTo>
                  <a:pt x="52" y="387"/>
                  <a:pt x="57" y="527"/>
                  <a:pt x="54" y="67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70" name="Freeform 108">
            <a:extLst>
              <a:ext uri="{FF2B5EF4-FFF2-40B4-BE49-F238E27FC236}">
                <a16:creationId xmlns:a16="http://schemas.microsoft.com/office/drawing/2014/main" id="{485FD716-5647-4DBD-A188-FF92BD792EC9}"/>
              </a:ext>
            </a:extLst>
          </p:cNvPr>
          <p:cNvSpPr>
            <a:spLocks/>
          </p:cNvSpPr>
          <p:nvPr/>
        </p:nvSpPr>
        <p:spPr bwMode="auto">
          <a:xfrm>
            <a:off x="6094414" y="4311796"/>
            <a:ext cx="503452" cy="503451"/>
          </a:xfrm>
          <a:custGeom>
            <a:avLst/>
            <a:gdLst>
              <a:gd name="T0" fmla="*/ 337 w 337"/>
              <a:gd name="T1" fmla="*/ 117 h 337"/>
              <a:gd name="T2" fmla="*/ 222 w 337"/>
              <a:gd name="T3" fmla="*/ 117 h 337"/>
              <a:gd name="T4" fmla="*/ 222 w 337"/>
              <a:gd name="T5" fmla="*/ 0 h 337"/>
              <a:gd name="T6" fmla="*/ 117 w 337"/>
              <a:gd name="T7" fmla="*/ 0 h 337"/>
              <a:gd name="T8" fmla="*/ 117 w 337"/>
              <a:gd name="T9" fmla="*/ 117 h 337"/>
              <a:gd name="T10" fmla="*/ 0 w 337"/>
              <a:gd name="T11" fmla="*/ 117 h 337"/>
              <a:gd name="T12" fmla="*/ 0 w 337"/>
              <a:gd name="T13" fmla="*/ 223 h 337"/>
              <a:gd name="T14" fmla="*/ 117 w 337"/>
              <a:gd name="T15" fmla="*/ 223 h 337"/>
              <a:gd name="T16" fmla="*/ 117 w 337"/>
              <a:gd name="T17" fmla="*/ 337 h 337"/>
              <a:gd name="T18" fmla="*/ 222 w 337"/>
              <a:gd name="T19" fmla="*/ 337 h 337"/>
              <a:gd name="T20" fmla="*/ 222 w 337"/>
              <a:gd name="T21" fmla="*/ 223 h 337"/>
              <a:gd name="T22" fmla="*/ 337 w 337"/>
              <a:gd name="T23" fmla="*/ 223 h 337"/>
              <a:gd name="T24" fmla="*/ 337 w 337"/>
              <a:gd name="T25" fmla="*/ 117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37" h="337">
                <a:moveTo>
                  <a:pt x="337" y="117"/>
                </a:moveTo>
                <a:lnTo>
                  <a:pt x="222" y="117"/>
                </a:lnTo>
                <a:lnTo>
                  <a:pt x="222" y="0"/>
                </a:lnTo>
                <a:lnTo>
                  <a:pt x="117" y="0"/>
                </a:lnTo>
                <a:lnTo>
                  <a:pt x="117" y="117"/>
                </a:lnTo>
                <a:lnTo>
                  <a:pt x="0" y="117"/>
                </a:lnTo>
                <a:lnTo>
                  <a:pt x="0" y="223"/>
                </a:lnTo>
                <a:lnTo>
                  <a:pt x="117" y="223"/>
                </a:lnTo>
                <a:lnTo>
                  <a:pt x="117" y="337"/>
                </a:lnTo>
                <a:lnTo>
                  <a:pt x="222" y="337"/>
                </a:lnTo>
                <a:lnTo>
                  <a:pt x="222" y="223"/>
                </a:lnTo>
                <a:lnTo>
                  <a:pt x="337" y="223"/>
                </a:lnTo>
                <a:lnTo>
                  <a:pt x="337" y="117"/>
                </a:lnTo>
                <a:close/>
              </a:path>
            </a:pathLst>
          </a:custGeom>
          <a:solidFill>
            <a:srgbClr val="BED9F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71" name="Freeform 109">
            <a:extLst>
              <a:ext uri="{FF2B5EF4-FFF2-40B4-BE49-F238E27FC236}">
                <a16:creationId xmlns:a16="http://schemas.microsoft.com/office/drawing/2014/main" id="{2B6AF358-2477-41FA-AD59-1566B588C533}"/>
              </a:ext>
            </a:extLst>
          </p:cNvPr>
          <p:cNvSpPr>
            <a:spLocks/>
          </p:cNvSpPr>
          <p:nvPr/>
        </p:nvSpPr>
        <p:spPr bwMode="auto">
          <a:xfrm>
            <a:off x="6094414" y="4311796"/>
            <a:ext cx="503452" cy="503451"/>
          </a:xfrm>
          <a:custGeom>
            <a:avLst/>
            <a:gdLst>
              <a:gd name="T0" fmla="*/ 337 w 337"/>
              <a:gd name="T1" fmla="*/ 117 h 337"/>
              <a:gd name="T2" fmla="*/ 222 w 337"/>
              <a:gd name="T3" fmla="*/ 117 h 337"/>
              <a:gd name="T4" fmla="*/ 222 w 337"/>
              <a:gd name="T5" fmla="*/ 0 h 337"/>
              <a:gd name="T6" fmla="*/ 117 w 337"/>
              <a:gd name="T7" fmla="*/ 0 h 337"/>
              <a:gd name="T8" fmla="*/ 117 w 337"/>
              <a:gd name="T9" fmla="*/ 117 h 337"/>
              <a:gd name="T10" fmla="*/ 0 w 337"/>
              <a:gd name="T11" fmla="*/ 117 h 337"/>
              <a:gd name="T12" fmla="*/ 0 w 337"/>
              <a:gd name="T13" fmla="*/ 223 h 337"/>
              <a:gd name="T14" fmla="*/ 117 w 337"/>
              <a:gd name="T15" fmla="*/ 223 h 337"/>
              <a:gd name="T16" fmla="*/ 117 w 337"/>
              <a:gd name="T17" fmla="*/ 337 h 337"/>
              <a:gd name="T18" fmla="*/ 222 w 337"/>
              <a:gd name="T19" fmla="*/ 337 h 337"/>
              <a:gd name="T20" fmla="*/ 222 w 337"/>
              <a:gd name="T21" fmla="*/ 223 h 337"/>
              <a:gd name="T22" fmla="*/ 337 w 337"/>
              <a:gd name="T23" fmla="*/ 223 h 337"/>
              <a:gd name="T24" fmla="*/ 337 w 337"/>
              <a:gd name="T25" fmla="*/ 117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37" h="337">
                <a:moveTo>
                  <a:pt x="337" y="117"/>
                </a:moveTo>
                <a:lnTo>
                  <a:pt x="222" y="117"/>
                </a:lnTo>
                <a:lnTo>
                  <a:pt x="222" y="0"/>
                </a:lnTo>
                <a:lnTo>
                  <a:pt x="117" y="0"/>
                </a:lnTo>
                <a:lnTo>
                  <a:pt x="117" y="117"/>
                </a:lnTo>
                <a:lnTo>
                  <a:pt x="0" y="117"/>
                </a:lnTo>
                <a:lnTo>
                  <a:pt x="0" y="223"/>
                </a:lnTo>
                <a:lnTo>
                  <a:pt x="117" y="223"/>
                </a:lnTo>
                <a:lnTo>
                  <a:pt x="117" y="337"/>
                </a:lnTo>
                <a:lnTo>
                  <a:pt x="222" y="337"/>
                </a:lnTo>
                <a:lnTo>
                  <a:pt x="222" y="223"/>
                </a:lnTo>
                <a:lnTo>
                  <a:pt x="337" y="223"/>
                </a:lnTo>
                <a:lnTo>
                  <a:pt x="337" y="117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72" name="Freeform 110">
            <a:extLst>
              <a:ext uri="{FF2B5EF4-FFF2-40B4-BE49-F238E27FC236}">
                <a16:creationId xmlns:a16="http://schemas.microsoft.com/office/drawing/2014/main" id="{6F591DF4-C76E-4F65-9D19-2CF4D05E3FEE}"/>
              </a:ext>
            </a:extLst>
          </p:cNvPr>
          <p:cNvSpPr>
            <a:spLocks/>
          </p:cNvSpPr>
          <p:nvPr/>
        </p:nvSpPr>
        <p:spPr bwMode="auto">
          <a:xfrm>
            <a:off x="8861155" y="1410602"/>
            <a:ext cx="1827065" cy="1484957"/>
          </a:xfrm>
          <a:custGeom>
            <a:avLst/>
            <a:gdLst>
              <a:gd name="T0" fmla="*/ 277 w 567"/>
              <a:gd name="T1" fmla="*/ 461 h 461"/>
              <a:gd name="T2" fmla="*/ 276 w 567"/>
              <a:gd name="T3" fmla="*/ 460 h 461"/>
              <a:gd name="T4" fmla="*/ 276 w 567"/>
              <a:gd name="T5" fmla="*/ 290 h 461"/>
              <a:gd name="T6" fmla="*/ 216 w 567"/>
              <a:gd name="T7" fmla="*/ 230 h 461"/>
              <a:gd name="T8" fmla="*/ 45 w 567"/>
              <a:gd name="T9" fmla="*/ 230 h 461"/>
              <a:gd name="T10" fmla="*/ 64 w 567"/>
              <a:gd name="T11" fmla="*/ 103 h 461"/>
              <a:gd name="T12" fmla="*/ 0 w 567"/>
              <a:gd name="T13" fmla="*/ 100 h 461"/>
              <a:gd name="T14" fmla="*/ 22 w 567"/>
              <a:gd name="T15" fmla="*/ 61 h 461"/>
              <a:gd name="T16" fmla="*/ 147 w 567"/>
              <a:gd name="T17" fmla="*/ 0 h 461"/>
              <a:gd name="T18" fmla="*/ 244 w 567"/>
              <a:gd name="T19" fmla="*/ 34 h 461"/>
              <a:gd name="T20" fmla="*/ 276 w 567"/>
              <a:gd name="T21" fmla="*/ 59 h 461"/>
              <a:gd name="T22" fmla="*/ 308 w 567"/>
              <a:gd name="T23" fmla="*/ 34 h 461"/>
              <a:gd name="T24" fmla="*/ 405 w 567"/>
              <a:gd name="T25" fmla="*/ 0 h 461"/>
              <a:gd name="T26" fmla="*/ 530 w 567"/>
              <a:gd name="T27" fmla="*/ 60 h 461"/>
              <a:gd name="T28" fmla="*/ 563 w 567"/>
              <a:gd name="T29" fmla="*/ 176 h 461"/>
              <a:gd name="T30" fmla="*/ 504 w 567"/>
              <a:gd name="T31" fmla="*/ 282 h 461"/>
              <a:gd name="T32" fmla="*/ 277 w 567"/>
              <a:gd name="T33" fmla="*/ 461 h 4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67" h="461">
                <a:moveTo>
                  <a:pt x="277" y="461"/>
                </a:moveTo>
                <a:cubicBezTo>
                  <a:pt x="276" y="460"/>
                  <a:pt x="276" y="460"/>
                  <a:pt x="276" y="460"/>
                </a:cubicBezTo>
                <a:cubicBezTo>
                  <a:pt x="276" y="290"/>
                  <a:pt x="276" y="290"/>
                  <a:pt x="276" y="290"/>
                </a:cubicBezTo>
                <a:cubicBezTo>
                  <a:pt x="276" y="257"/>
                  <a:pt x="249" y="230"/>
                  <a:pt x="216" y="230"/>
                </a:cubicBezTo>
                <a:cubicBezTo>
                  <a:pt x="45" y="230"/>
                  <a:pt x="45" y="230"/>
                  <a:pt x="45" y="230"/>
                </a:cubicBezTo>
                <a:cubicBezTo>
                  <a:pt x="59" y="198"/>
                  <a:pt x="61" y="154"/>
                  <a:pt x="64" y="103"/>
                </a:cubicBezTo>
                <a:cubicBezTo>
                  <a:pt x="0" y="100"/>
                  <a:pt x="0" y="100"/>
                  <a:pt x="0" y="100"/>
                </a:cubicBezTo>
                <a:cubicBezTo>
                  <a:pt x="5" y="86"/>
                  <a:pt x="13" y="73"/>
                  <a:pt x="22" y="61"/>
                </a:cubicBezTo>
                <a:cubicBezTo>
                  <a:pt x="52" y="22"/>
                  <a:pt x="98" y="0"/>
                  <a:pt x="147" y="0"/>
                </a:cubicBezTo>
                <a:cubicBezTo>
                  <a:pt x="183" y="0"/>
                  <a:pt x="216" y="12"/>
                  <a:pt x="244" y="34"/>
                </a:cubicBezTo>
                <a:cubicBezTo>
                  <a:pt x="276" y="59"/>
                  <a:pt x="276" y="59"/>
                  <a:pt x="276" y="59"/>
                </a:cubicBezTo>
                <a:cubicBezTo>
                  <a:pt x="308" y="34"/>
                  <a:pt x="308" y="34"/>
                  <a:pt x="308" y="34"/>
                </a:cubicBezTo>
                <a:cubicBezTo>
                  <a:pt x="335" y="12"/>
                  <a:pt x="370" y="0"/>
                  <a:pt x="405" y="0"/>
                </a:cubicBezTo>
                <a:cubicBezTo>
                  <a:pt x="454" y="0"/>
                  <a:pt x="500" y="22"/>
                  <a:pt x="530" y="60"/>
                </a:cubicBezTo>
                <a:cubicBezTo>
                  <a:pt x="556" y="93"/>
                  <a:pt x="567" y="134"/>
                  <a:pt x="563" y="176"/>
                </a:cubicBezTo>
                <a:cubicBezTo>
                  <a:pt x="558" y="218"/>
                  <a:pt x="537" y="256"/>
                  <a:pt x="504" y="282"/>
                </a:cubicBezTo>
                <a:cubicBezTo>
                  <a:pt x="277" y="461"/>
                  <a:pt x="277" y="461"/>
                  <a:pt x="277" y="461"/>
                </a:cubicBezTo>
              </a:path>
            </a:pathLst>
          </a:custGeom>
          <a:solidFill>
            <a:srgbClr val="BED9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73" name="Freeform 111">
            <a:extLst>
              <a:ext uri="{FF2B5EF4-FFF2-40B4-BE49-F238E27FC236}">
                <a16:creationId xmlns:a16="http://schemas.microsoft.com/office/drawing/2014/main" id="{9C5BFB69-08EB-4EA9-BB0A-475080F2B17E}"/>
              </a:ext>
            </a:extLst>
          </p:cNvPr>
          <p:cNvSpPr>
            <a:spLocks/>
          </p:cNvSpPr>
          <p:nvPr/>
        </p:nvSpPr>
        <p:spPr bwMode="auto">
          <a:xfrm>
            <a:off x="7055005" y="5684708"/>
            <a:ext cx="8964" cy="5976"/>
          </a:xfrm>
          <a:custGeom>
            <a:avLst/>
            <a:gdLst>
              <a:gd name="T0" fmla="*/ 3 w 3"/>
              <a:gd name="T1" fmla="*/ 2 h 2"/>
              <a:gd name="T2" fmla="*/ 0 w 3"/>
              <a:gd name="T3" fmla="*/ 2 h 2"/>
              <a:gd name="T4" fmla="*/ 1 w 3"/>
              <a:gd name="T5" fmla="*/ 0 h 2"/>
              <a:gd name="T6" fmla="*/ 3 w 3"/>
              <a:gd name="T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" h="2">
                <a:moveTo>
                  <a:pt x="3" y="2"/>
                </a:moveTo>
                <a:cubicBezTo>
                  <a:pt x="2" y="2"/>
                  <a:pt x="1" y="2"/>
                  <a:pt x="0" y="2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2" y="2"/>
                  <a:pt x="3" y="2"/>
                </a:cubicBezTo>
              </a:path>
            </a:pathLst>
          </a:custGeom>
          <a:solidFill>
            <a:srgbClr val="0089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74" name="Freeform 112">
            <a:extLst>
              <a:ext uri="{FF2B5EF4-FFF2-40B4-BE49-F238E27FC236}">
                <a16:creationId xmlns:a16="http://schemas.microsoft.com/office/drawing/2014/main" id="{B61BA5F0-D230-476A-A1A1-2BA347975529}"/>
              </a:ext>
            </a:extLst>
          </p:cNvPr>
          <p:cNvSpPr>
            <a:spLocks/>
          </p:cNvSpPr>
          <p:nvPr/>
        </p:nvSpPr>
        <p:spPr bwMode="auto">
          <a:xfrm>
            <a:off x="6517194" y="4606097"/>
            <a:ext cx="2988" cy="5976"/>
          </a:xfrm>
          <a:custGeom>
            <a:avLst/>
            <a:gdLst>
              <a:gd name="T0" fmla="*/ 1 w 1"/>
              <a:gd name="T1" fmla="*/ 2 h 2"/>
              <a:gd name="T2" fmla="*/ 0 w 1"/>
              <a:gd name="T3" fmla="*/ 2 h 2"/>
              <a:gd name="T4" fmla="*/ 0 w 1"/>
              <a:gd name="T5" fmla="*/ 0 h 2"/>
              <a:gd name="T6" fmla="*/ 1 w 1"/>
              <a:gd name="T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" h="2">
                <a:moveTo>
                  <a:pt x="1" y="2"/>
                </a:moveTo>
                <a:cubicBezTo>
                  <a:pt x="0" y="2"/>
                  <a:pt x="0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1"/>
                  <a:pt x="1" y="2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161" name="Picture 113">
            <a:extLst>
              <a:ext uri="{FF2B5EF4-FFF2-40B4-BE49-F238E27FC236}">
                <a16:creationId xmlns:a16="http://schemas.microsoft.com/office/drawing/2014/main" id="{E7B08A7C-6DC8-4C3B-9DBB-D5DCAB35F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1074" y="5852027"/>
            <a:ext cx="49300" cy="35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6" name="Freeform 114">
            <a:extLst>
              <a:ext uri="{FF2B5EF4-FFF2-40B4-BE49-F238E27FC236}">
                <a16:creationId xmlns:a16="http://schemas.microsoft.com/office/drawing/2014/main" id="{E4165ADA-5997-460F-B5B5-C3547340D639}"/>
              </a:ext>
            </a:extLst>
          </p:cNvPr>
          <p:cNvSpPr>
            <a:spLocks/>
          </p:cNvSpPr>
          <p:nvPr/>
        </p:nvSpPr>
        <p:spPr bwMode="auto">
          <a:xfrm>
            <a:off x="8369655" y="2463816"/>
            <a:ext cx="549763" cy="97104"/>
          </a:xfrm>
          <a:custGeom>
            <a:avLst/>
            <a:gdLst>
              <a:gd name="T0" fmla="*/ 4 w 171"/>
              <a:gd name="T1" fmla="*/ 27 h 30"/>
              <a:gd name="T2" fmla="*/ 87 w 171"/>
              <a:gd name="T3" fmla="*/ 8 h 30"/>
              <a:gd name="T4" fmla="*/ 132 w 171"/>
              <a:gd name="T5" fmla="*/ 13 h 30"/>
              <a:gd name="T6" fmla="*/ 166 w 171"/>
              <a:gd name="T7" fmla="*/ 30 h 30"/>
              <a:gd name="T8" fmla="*/ 171 w 171"/>
              <a:gd name="T9" fmla="*/ 24 h 30"/>
              <a:gd name="T10" fmla="*/ 134 w 171"/>
              <a:gd name="T11" fmla="*/ 5 h 30"/>
              <a:gd name="T12" fmla="*/ 87 w 171"/>
              <a:gd name="T13" fmla="*/ 0 h 30"/>
              <a:gd name="T14" fmla="*/ 0 w 171"/>
              <a:gd name="T15" fmla="*/ 20 h 30"/>
              <a:gd name="T16" fmla="*/ 4 w 171"/>
              <a:gd name="T17" fmla="*/ 27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1" h="30">
                <a:moveTo>
                  <a:pt x="4" y="27"/>
                </a:moveTo>
                <a:cubicBezTo>
                  <a:pt x="26" y="14"/>
                  <a:pt x="57" y="8"/>
                  <a:pt x="87" y="8"/>
                </a:cubicBezTo>
                <a:cubicBezTo>
                  <a:pt x="103" y="8"/>
                  <a:pt x="118" y="9"/>
                  <a:pt x="132" y="13"/>
                </a:cubicBezTo>
                <a:cubicBezTo>
                  <a:pt x="145" y="17"/>
                  <a:pt x="157" y="23"/>
                  <a:pt x="166" y="30"/>
                </a:cubicBezTo>
                <a:cubicBezTo>
                  <a:pt x="171" y="24"/>
                  <a:pt x="171" y="24"/>
                  <a:pt x="171" y="24"/>
                </a:cubicBezTo>
                <a:cubicBezTo>
                  <a:pt x="161" y="16"/>
                  <a:pt x="148" y="9"/>
                  <a:pt x="134" y="5"/>
                </a:cubicBezTo>
                <a:cubicBezTo>
                  <a:pt x="119" y="1"/>
                  <a:pt x="103" y="0"/>
                  <a:pt x="87" y="0"/>
                </a:cubicBezTo>
                <a:cubicBezTo>
                  <a:pt x="56" y="0"/>
                  <a:pt x="24" y="7"/>
                  <a:pt x="0" y="20"/>
                </a:cubicBezTo>
                <a:cubicBezTo>
                  <a:pt x="4" y="27"/>
                  <a:pt x="4" y="27"/>
                  <a:pt x="4" y="27"/>
                </a:cubicBezTo>
                <a:close/>
              </a:path>
            </a:pathLst>
          </a:custGeom>
          <a:solidFill>
            <a:srgbClr val="0013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77" name="Freeform 115">
            <a:extLst>
              <a:ext uri="{FF2B5EF4-FFF2-40B4-BE49-F238E27FC236}">
                <a16:creationId xmlns:a16="http://schemas.microsoft.com/office/drawing/2014/main" id="{AC291D6C-3E6A-4B28-9E65-E549A03E13AC}"/>
              </a:ext>
            </a:extLst>
          </p:cNvPr>
          <p:cNvSpPr>
            <a:spLocks noEditPoints="1"/>
          </p:cNvSpPr>
          <p:nvPr/>
        </p:nvSpPr>
        <p:spPr bwMode="auto">
          <a:xfrm>
            <a:off x="8816337" y="4670336"/>
            <a:ext cx="125489" cy="122501"/>
          </a:xfrm>
          <a:custGeom>
            <a:avLst/>
            <a:gdLst>
              <a:gd name="T0" fmla="*/ 19 w 39"/>
              <a:gd name="T1" fmla="*/ 38 h 38"/>
              <a:gd name="T2" fmla="*/ 0 w 39"/>
              <a:gd name="T3" fmla="*/ 19 h 38"/>
              <a:gd name="T4" fmla="*/ 19 w 39"/>
              <a:gd name="T5" fmla="*/ 0 h 38"/>
              <a:gd name="T6" fmla="*/ 39 w 39"/>
              <a:gd name="T7" fmla="*/ 19 h 38"/>
              <a:gd name="T8" fmla="*/ 19 w 39"/>
              <a:gd name="T9" fmla="*/ 38 h 38"/>
              <a:gd name="T10" fmla="*/ 19 w 39"/>
              <a:gd name="T11" fmla="*/ 16 h 38"/>
              <a:gd name="T12" fmla="*/ 29 w 39"/>
              <a:gd name="T13" fmla="*/ 19 h 38"/>
              <a:gd name="T14" fmla="*/ 31 w 39"/>
              <a:gd name="T15" fmla="*/ 16 h 38"/>
              <a:gd name="T16" fmla="*/ 19 w 39"/>
              <a:gd name="T17" fmla="*/ 4 h 38"/>
              <a:gd name="T18" fmla="*/ 7 w 39"/>
              <a:gd name="T19" fmla="*/ 16 h 38"/>
              <a:gd name="T20" fmla="*/ 9 w 39"/>
              <a:gd name="T21" fmla="*/ 19 h 38"/>
              <a:gd name="T22" fmla="*/ 19 w 39"/>
              <a:gd name="T23" fmla="*/ 16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9" h="38">
                <a:moveTo>
                  <a:pt x="19" y="38"/>
                </a:moveTo>
                <a:cubicBezTo>
                  <a:pt x="9" y="38"/>
                  <a:pt x="0" y="30"/>
                  <a:pt x="0" y="19"/>
                </a:cubicBezTo>
                <a:cubicBezTo>
                  <a:pt x="0" y="8"/>
                  <a:pt x="9" y="0"/>
                  <a:pt x="19" y="0"/>
                </a:cubicBezTo>
                <a:cubicBezTo>
                  <a:pt x="30" y="0"/>
                  <a:pt x="39" y="8"/>
                  <a:pt x="39" y="19"/>
                </a:cubicBezTo>
                <a:cubicBezTo>
                  <a:pt x="39" y="30"/>
                  <a:pt x="30" y="38"/>
                  <a:pt x="19" y="38"/>
                </a:cubicBezTo>
                <a:moveTo>
                  <a:pt x="19" y="16"/>
                </a:moveTo>
                <a:cubicBezTo>
                  <a:pt x="24" y="16"/>
                  <a:pt x="27" y="19"/>
                  <a:pt x="29" y="19"/>
                </a:cubicBezTo>
                <a:cubicBezTo>
                  <a:pt x="30" y="19"/>
                  <a:pt x="31" y="18"/>
                  <a:pt x="31" y="16"/>
                </a:cubicBezTo>
                <a:cubicBezTo>
                  <a:pt x="31" y="9"/>
                  <a:pt x="26" y="4"/>
                  <a:pt x="19" y="4"/>
                </a:cubicBezTo>
                <a:cubicBezTo>
                  <a:pt x="13" y="4"/>
                  <a:pt x="7" y="9"/>
                  <a:pt x="7" y="16"/>
                </a:cubicBezTo>
                <a:cubicBezTo>
                  <a:pt x="7" y="18"/>
                  <a:pt x="8" y="19"/>
                  <a:pt x="9" y="19"/>
                </a:cubicBezTo>
                <a:cubicBezTo>
                  <a:pt x="11" y="19"/>
                  <a:pt x="15" y="16"/>
                  <a:pt x="19" y="16"/>
                </a:cubicBezTo>
              </a:path>
            </a:pathLst>
          </a:custGeom>
          <a:solidFill>
            <a:srgbClr val="B2D4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79" name="Freeform 116">
            <a:extLst>
              <a:ext uri="{FF2B5EF4-FFF2-40B4-BE49-F238E27FC236}">
                <a16:creationId xmlns:a16="http://schemas.microsoft.com/office/drawing/2014/main" id="{EDE844A4-876A-46C7-B8BB-410BC4416620}"/>
              </a:ext>
            </a:extLst>
          </p:cNvPr>
          <p:cNvSpPr>
            <a:spLocks noEditPoints="1"/>
          </p:cNvSpPr>
          <p:nvPr/>
        </p:nvSpPr>
        <p:spPr bwMode="auto">
          <a:xfrm>
            <a:off x="8849203" y="5188726"/>
            <a:ext cx="125489" cy="125489"/>
          </a:xfrm>
          <a:custGeom>
            <a:avLst/>
            <a:gdLst>
              <a:gd name="T0" fmla="*/ 19 w 39"/>
              <a:gd name="T1" fmla="*/ 39 h 39"/>
              <a:gd name="T2" fmla="*/ 0 w 39"/>
              <a:gd name="T3" fmla="*/ 20 h 39"/>
              <a:gd name="T4" fmla="*/ 19 w 39"/>
              <a:gd name="T5" fmla="*/ 0 h 39"/>
              <a:gd name="T6" fmla="*/ 39 w 39"/>
              <a:gd name="T7" fmla="*/ 20 h 39"/>
              <a:gd name="T8" fmla="*/ 19 w 39"/>
              <a:gd name="T9" fmla="*/ 39 h 39"/>
              <a:gd name="T10" fmla="*/ 19 w 39"/>
              <a:gd name="T11" fmla="*/ 18 h 39"/>
              <a:gd name="T12" fmla="*/ 30 w 39"/>
              <a:gd name="T13" fmla="*/ 21 h 39"/>
              <a:gd name="T14" fmla="*/ 31 w 39"/>
              <a:gd name="T15" fmla="*/ 18 h 39"/>
              <a:gd name="T16" fmla="*/ 19 w 39"/>
              <a:gd name="T17" fmla="*/ 6 h 39"/>
              <a:gd name="T18" fmla="*/ 8 w 39"/>
              <a:gd name="T19" fmla="*/ 18 h 39"/>
              <a:gd name="T20" fmla="*/ 9 w 39"/>
              <a:gd name="T21" fmla="*/ 21 h 39"/>
              <a:gd name="T22" fmla="*/ 19 w 39"/>
              <a:gd name="T23" fmla="*/ 18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9" h="39">
                <a:moveTo>
                  <a:pt x="19" y="39"/>
                </a:moveTo>
                <a:cubicBezTo>
                  <a:pt x="9" y="39"/>
                  <a:pt x="0" y="30"/>
                  <a:pt x="0" y="20"/>
                </a:cubicBezTo>
                <a:cubicBezTo>
                  <a:pt x="0" y="9"/>
                  <a:pt x="9" y="0"/>
                  <a:pt x="19" y="0"/>
                </a:cubicBezTo>
                <a:cubicBezTo>
                  <a:pt x="30" y="0"/>
                  <a:pt x="39" y="9"/>
                  <a:pt x="39" y="20"/>
                </a:cubicBezTo>
                <a:cubicBezTo>
                  <a:pt x="39" y="30"/>
                  <a:pt x="30" y="39"/>
                  <a:pt x="19" y="39"/>
                </a:cubicBezTo>
                <a:moveTo>
                  <a:pt x="19" y="18"/>
                </a:moveTo>
                <a:cubicBezTo>
                  <a:pt x="24" y="18"/>
                  <a:pt x="27" y="21"/>
                  <a:pt x="30" y="21"/>
                </a:cubicBezTo>
                <a:cubicBezTo>
                  <a:pt x="31" y="21"/>
                  <a:pt x="31" y="20"/>
                  <a:pt x="31" y="18"/>
                </a:cubicBezTo>
                <a:cubicBezTo>
                  <a:pt x="31" y="12"/>
                  <a:pt x="26" y="6"/>
                  <a:pt x="19" y="6"/>
                </a:cubicBezTo>
                <a:cubicBezTo>
                  <a:pt x="13" y="6"/>
                  <a:pt x="8" y="12"/>
                  <a:pt x="8" y="18"/>
                </a:cubicBezTo>
                <a:cubicBezTo>
                  <a:pt x="8" y="20"/>
                  <a:pt x="8" y="21"/>
                  <a:pt x="9" y="21"/>
                </a:cubicBezTo>
                <a:cubicBezTo>
                  <a:pt x="11" y="21"/>
                  <a:pt x="15" y="18"/>
                  <a:pt x="19" y="18"/>
                </a:cubicBezTo>
              </a:path>
            </a:pathLst>
          </a:custGeom>
          <a:solidFill>
            <a:srgbClr val="B2D4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80" name="Freeform 117">
            <a:extLst>
              <a:ext uri="{FF2B5EF4-FFF2-40B4-BE49-F238E27FC236}">
                <a16:creationId xmlns:a16="http://schemas.microsoft.com/office/drawing/2014/main" id="{7FF3C4BD-179D-46C7-9936-846666CB0192}"/>
              </a:ext>
            </a:extLst>
          </p:cNvPr>
          <p:cNvSpPr>
            <a:spLocks/>
          </p:cNvSpPr>
          <p:nvPr/>
        </p:nvSpPr>
        <p:spPr bwMode="auto">
          <a:xfrm>
            <a:off x="7380680" y="2701349"/>
            <a:ext cx="1510354" cy="1994383"/>
          </a:xfrm>
          <a:custGeom>
            <a:avLst/>
            <a:gdLst>
              <a:gd name="T0" fmla="*/ 147 w 469"/>
              <a:gd name="T1" fmla="*/ 438 h 619"/>
              <a:gd name="T2" fmla="*/ 439 w 469"/>
              <a:gd name="T3" fmla="*/ 433 h 619"/>
              <a:gd name="T4" fmla="*/ 446 w 469"/>
              <a:gd name="T5" fmla="*/ 527 h 619"/>
              <a:gd name="T6" fmla="*/ 13 w 469"/>
              <a:gd name="T7" fmla="*/ 570 h 619"/>
              <a:gd name="T8" fmla="*/ 110 w 469"/>
              <a:gd name="T9" fmla="*/ 42 h 619"/>
              <a:gd name="T10" fmla="*/ 190 w 469"/>
              <a:gd name="T11" fmla="*/ 52 h 619"/>
              <a:gd name="T12" fmla="*/ 192 w 469"/>
              <a:gd name="T13" fmla="*/ 205 h 619"/>
              <a:gd name="T14" fmla="*/ 147 w 469"/>
              <a:gd name="T15" fmla="*/ 438 h 6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69" h="619">
                <a:moveTo>
                  <a:pt x="147" y="438"/>
                </a:moveTo>
                <a:cubicBezTo>
                  <a:pt x="217" y="435"/>
                  <a:pt x="323" y="433"/>
                  <a:pt x="439" y="433"/>
                </a:cubicBezTo>
                <a:cubicBezTo>
                  <a:pt x="469" y="434"/>
                  <a:pt x="457" y="544"/>
                  <a:pt x="446" y="527"/>
                </a:cubicBezTo>
                <a:cubicBezTo>
                  <a:pt x="383" y="528"/>
                  <a:pt x="34" y="619"/>
                  <a:pt x="13" y="570"/>
                </a:cubicBezTo>
                <a:cubicBezTo>
                  <a:pt x="0" y="537"/>
                  <a:pt x="76" y="110"/>
                  <a:pt x="110" y="42"/>
                </a:cubicBezTo>
                <a:cubicBezTo>
                  <a:pt x="129" y="12"/>
                  <a:pt x="148" y="0"/>
                  <a:pt x="190" y="52"/>
                </a:cubicBezTo>
                <a:cubicBezTo>
                  <a:pt x="221" y="91"/>
                  <a:pt x="200" y="180"/>
                  <a:pt x="192" y="205"/>
                </a:cubicBezTo>
                <a:cubicBezTo>
                  <a:pt x="179" y="244"/>
                  <a:pt x="147" y="438"/>
                  <a:pt x="147" y="43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81" name="Freeform 118">
            <a:extLst>
              <a:ext uri="{FF2B5EF4-FFF2-40B4-BE49-F238E27FC236}">
                <a16:creationId xmlns:a16="http://schemas.microsoft.com/office/drawing/2014/main" id="{F9033E56-3506-41DA-99AB-C0C94A5F314C}"/>
              </a:ext>
            </a:extLst>
          </p:cNvPr>
          <p:cNvSpPr>
            <a:spLocks/>
          </p:cNvSpPr>
          <p:nvPr/>
        </p:nvSpPr>
        <p:spPr bwMode="auto">
          <a:xfrm>
            <a:off x="8749111" y="4508993"/>
            <a:ext cx="773851" cy="276375"/>
          </a:xfrm>
          <a:custGeom>
            <a:avLst/>
            <a:gdLst>
              <a:gd name="T0" fmla="*/ 0 w 240"/>
              <a:gd name="T1" fmla="*/ 0 h 86"/>
              <a:gd name="T2" fmla="*/ 240 w 240"/>
              <a:gd name="T3" fmla="*/ 86 h 86"/>
              <a:gd name="T4" fmla="*/ 239 w 240"/>
              <a:gd name="T5" fmla="*/ 37 h 86"/>
              <a:gd name="T6" fmla="*/ 0 w 240"/>
              <a:gd name="T7" fmla="*/ 0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0" h="86">
                <a:moveTo>
                  <a:pt x="0" y="0"/>
                </a:moveTo>
                <a:cubicBezTo>
                  <a:pt x="0" y="0"/>
                  <a:pt x="228" y="46"/>
                  <a:pt x="240" y="86"/>
                </a:cubicBezTo>
                <a:cubicBezTo>
                  <a:pt x="239" y="37"/>
                  <a:pt x="239" y="37"/>
                  <a:pt x="239" y="37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B2D4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82" name="Freeform 119">
            <a:extLst>
              <a:ext uri="{FF2B5EF4-FFF2-40B4-BE49-F238E27FC236}">
                <a16:creationId xmlns:a16="http://schemas.microsoft.com/office/drawing/2014/main" id="{784DBC4B-1BBB-4A79-9C29-2F7E47A6F4DD}"/>
              </a:ext>
            </a:extLst>
          </p:cNvPr>
          <p:cNvSpPr>
            <a:spLocks/>
          </p:cNvSpPr>
          <p:nvPr/>
        </p:nvSpPr>
        <p:spPr bwMode="auto">
          <a:xfrm>
            <a:off x="7818398" y="4453718"/>
            <a:ext cx="657325" cy="277869"/>
          </a:xfrm>
          <a:custGeom>
            <a:avLst/>
            <a:gdLst>
              <a:gd name="T0" fmla="*/ 1 w 204"/>
              <a:gd name="T1" fmla="*/ 35 h 86"/>
              <a:gd name="T2" fmla="*/ 204 w 204"/>
              <a:gd name="T3" fmla="*/ 0 h 86"/>
              <a:gd name="T4" fmla="*/ 0 w 204"/>
              <a:gd name="T5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4" h="86">
                <a:moveTo>
                  <a:pt x="1" y="35"/>
                </a:moveTo>
                <a:cubicBezTo>
                  <a:pt x="204" y="0"/>
                  <a:pt x="204" y="0"/>
                  <a:pt x="204" y="0"/>
                </a:cubicBezTo>
                <a:cubicBezTo>
                  <a:pt x="204" y="0"/>
                  <a:pt x="1" y="47"/>
                  <a:pt x="0" y="86"/>
                </a:cubicBezTo>
              </a:path>
            </a:pathLst>
          </a:custGeom>
          <a:solidFill>
            <a:srgbClr val="B2D4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83" name="Freeform 120">
            <a:extLst>
              <a:ext uri="{FF2B5EF4-FFF2-40B4-BE49-F238E27FC236}">
                <a16:creationId xmlns:a16="http://schemas.microsoft.com/office/drawing/2014/main" id="{2F3173D8-F398-49AF-AE46-C862A72F02B9}"/>
              </a:ext>
            </a:extLst>
          </p:cNvPr>
          <p:cNvSpPr>
            <a:spLocks/>
          </p:cNvSpPr>
          <p:nvPr/>
        </p:nvSpPr>
        <p:spPr bwMode="auto">
          <a:xfrm>
            <a:off x="7854252" y="3511054"/>
            <a:ext cx="109057" cy="602049"/>
          </a:xfrm>
          <a:custGeom>
            <a:avLst/>
            <a:gdLst>
              <a:gd name="T0" fmla="*/ 27 w 34"/>
              <a:gd name="T1" fmla="*/ 186 h 187"/>
              <a:gd name="T2" fmla="*/ 0 w 34"/>
              <a:gd name="T3" fmla="*/ 187 h 187"/>
              <a:gd name="T4" fmla="*/ 34 w 34"/>
              <a:gd name="T5" fmla="*/ 0 h 187"/>
              <a:gd name="T6" fmla="*/ 27 w 34"/>
              <a:gd name="T7" fmla="*/ 186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" h="187">
                <a:moveTo>
                  <a:pt x="27" y="186"/>
                </a:moveTo>
                <a:cubicBezTo>
                  <a:pt x="0" y="187"/>
                  <a:pt x="0" y="187"/>
                  <a:pt x="0" y="187"/>
                </a:cubicBezTo>
                <a:cubicBezTo>
                  <a:pt x="34" y="0"/>
                  <a:pt x="34" y="0"/>
                  <a:pt x="34" y="0"/>
                </a:cubicBezTo>
                <a:cubicBezTo>
                  <a:pt x="34" y="0"/>
                  <a:pt x="16" y="159"/>
                  <a:pt x="27" y="186"/>
                </a:cubicBezTo>
                <a:close/>
              </a:path>
            </a:pathLst>
          </a:custGeom>
          <a:solidFill>
            <a:srgbClr val="B2D4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84" name="Oval 121">
            <a:extLst>
              <a:ext uri="{FF2B5EF4-FFF2-40B4-BE49-F238E27FC236}">
                <a16:creationId xmlns:a16="http://schemas.microsoft.com/office/drawing/2014/main" id="{4F056E1B-9FBB-4FCC-96C7-82ED6B1D7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9285" y="3358674"/>
            <a:ext cx="170307" cy="171800"/>
          </a:xfrm>
          <a:prstGeom prst="ellipse">
            <a:avLst/>
          </a:prstGeom>
          <a:solidFill>
            <a:srgbClr val="B2D4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85" name="Oval 122">
            <a:extLst>
              <a:ext uri="{FF2B5EF4-FFF2-40B4-BE49-F238E27FC236}">
                <a16:creationId xmlns:a16="http://schemas.microsoft.com/office/drawing/2014/main" id="{1AA6DCCA-ABE3-49F5-964B-6734D6498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5139" y="3397516"/>
            <a:ext cx="97105" cy="97104"/>
          </a:xfrm>
          <a:prstGeom prst="ellipse">
            <a:avLst/>
          </a:prstGeom>
          <a:solidFill>
            <a:srgbClr val="7DAF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86" name="Freeform 123">
            <a:extLst>
              <a:ext uri="{FF2B5EF4-FFF2-40B4-BE49-F238E27FC236}">
                <a16:creationId xmlns:a16="http://schemas.microsoft.com/office/drawing/2014/main" id="{A7CE5E88-B191-4F2D-8425-BB0C9E7ECE6E}"/>
              </a:ext>
            </a:extLst>
          </p:cNvPr>
          <p:cNvSpPr>
            <a:spLocks/>
          </p:cNvSpPr>
          <p:nvPr/>
        </p:nvSpPr>
        <p:spPr bwMode="auto">
          <a:xfrm>
            <a:off x="8078340" y="1583897"/>
            <a:ext cx="593087" cy="590098"/>
          </a:xfrm>
          <a:custGeom>
            <a:avLst/>
            <a:gdLst>
              <a:gd name="T0" fmla="*/ 184 w 184"/>
              <a:gd name="T1" fmla="*/ 91 h 183"/>
              <a:gd name="T2" fmla="*/ 92 w 184"/>
              <a:gd name="T3" fmla="*/ 183 h 183"/>
              <a:gd name="T4" fmla="*/ 0 w 184"/>
              <a:gd name="T5" fmla="*/ 92 h 183"/>
              <a:gd name="T6" fmla="*/ 92 w 184"/>
              <a:gd name="T7" fmla="*/ 0 h 183"/>
              <a:gd name="T8" fmla="*/ 184 w 184"/>
              <a:gd name="T9" fmla="*/ 91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4" h="183">
                <a:moveTo>
                  <a:pt x="184" y="91"/>
                </a:moveTo>
                <a:cubicBezTo>
                  <a:pt x="184" y="142"/>
                  <a:pt x="143" y="183"/>
                  <a:pt x="92" y="183"/>
                </a:cubicBezTo>
                <a:cubicBezTo>
                  <a:pt x="42" y="183"/>
                  <a:pt x="0" y="142"/>
                  <a:pt x="0" y="92"/>
                </a:cubicBezTo>
                <a:cubicBezTo>
                  <a:pt x="0" y="41"/>
                  <a:pt x="42" y="0"/>
                  <a:pt x="92" y="0"/>
                </a:cubicBezTo>
                <a:cubicBezTo>
                  <a:pt x="143" y="0"/>
                  <a:pt x="184" y="41"/>
                  <a:pt x="184" y="91"/>
                </a:cubicBezTo>
                <a:close/>
              </a:path>
            </a:pathLst>
          </a:custGeom>
          <a:solidFill>
            <a:srgbClr val="00203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87" name="Freeform 124">
            <a:extLst>
              <a:ext uri="{FF2B5EF4-FFF2-40B4-BE49-F238E27FC236}">
                <a16:creationId xmlns:a16="http://schemas.microsoft.com/office/drawing/2014/main" id="{59495191-AF9C-4FAE-AFFE-06522086FBF3}"/>
              </a:ext>
            </a:extLst>
          </p:cNvPr>
          <p:cNvSpPr>
            <a:spLocks/>
          </p:cNvSpPr>
          <p:nvPr/>
        </p:nvSpPr>
        <p:spPr bwMode="auto">
          <a:xfrm>
            <a:off x="8958260" y="1703411"/>
            <a:ext cx="216619" cy="303265"/>
          </a:xfrm>
          <a:custGeom>
            <a:avLst/>
            <a:gdLst>
              <a:gd name="T0" fmla="*/ 64 w 67"/>
              <a:gd name="T1" fmla="*/ 41 h 94"/>
              <a:gd name="T2" fmla="*/ 25 w 67"/>
              <a:gd name="T3" fmla="*/ 85 h 94"/>
              <a:gd name="T4" fmla="*/ 3 w 67"/>
              <a:gd name="T5" fmla="*/ 43 h 94"/>
              <a:gd name="T6" fmla="*/ 37 w 67"/>
              <a:gd name="T7" fmla="*/ 4 h 94"/>
              <a:gd name="T8" fmla="*/ 64 w 67"/>
              <a:gd name="T9" fmla="*/ 41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" h="94">
                <a:moveTo>
                  <a:pt x="64" y="41"/>
                </a:moveTo>
                <a:cubicBezTo>
                  <a:pt x="61" y="64"/>
                  <a:pt x="43" y="94"/>
                  <a:pt x="25" y="85"/>
                </a:cubicBezTo>
                <a:cubicBezTo>
                  <a:pt x="12" y="78"/>
                  <a:pt x="0" y="66"/>
                  <a:pt x="3" y="43"/>
                </a:cubicBezTo>
                <a:cubicBezTo>
                  <a:pt x="6" y="20"/>
                  <a:pt x="18" y="8"/>
                  <a:pt x="37" y="4"/>
                </a:cubicBezTo>
                <a:cubicBezTo>
                  <a:pt x="56" y="0"/>
                  <a:pt x="67" y="18"/>
                  <a:pt x="64" y="41"/>
                </a:cubicBezTo>
                <a:close/>
              </a:path>
            </a:pathLst>
          </a:custGeom>
          <a:solidFill>
            <a:srgbClr val="F374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88" name="Freeform 125">
            <a:extLst>
              <a:ext uri="{FF2B5EF4-FFF2-40B4-BE49-F238E27FC236}">
                <a16:creationId xmlns:a16="http://schemas.microsoft.com/office/drawing/2014/main" id="{43FDEE0F-9DF2-44AE-9DAA-E3E4A133D86E}"/>
              </a:ext>
            </a:extLst>
          </p:cNvPr>
          <p:cNvSpPr>
            <a:spLocks/>
          </p:cNvSpPr>
          <p:nvPr/>
        </p:nvSpPr>
        <p:spPr bwMode="auto">
          <a:xfrm>
            <a:off x="9052377" y="1713868"/>
            <a:ext cx="92623" cy="59757"/>
          </a:xfrm>
          <a:custGeom>
            <a:avLst/>
            <a:gdLst>
              <a:gd name="T0" fmla="*/ 29 w 29"/>
              <a:gd name="T1" fmla="*/ 9 h 19"/>
              <a:gd name="T2" fmla="*/ 0 w 29"/>
              <a:gd name="T3" fmla="*/ 19 h 19"/>
              <a:gd name="T4" fmla="*/ 2 w 29"/>
              <a:gd name="T5" fmla="*/ 3 h 19"/>
              <a:gd name="T6" fmla="*/ 16 w 29"/>
              <a:gd name="T7" fmla="*/ 1 h 19"/>
              <a:gd name="T8" fmla="*/ 29 w 29"/>
              <a:gd name="T9" fmla="*/ 9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" h="19">
                <a:moveTo>
                  <a:pt x="29" y="9"/>
                </a:moveTo>
                <a:cubicBezTo>
                  <a:pt x="25" y="4"/>
                  <a:pt x="6" y="2"/>
                  <a:pt x="0" y="19"/>
                </a:cubicBezTo>
                <a:cubicBezTo>
                  <a:pt x="2" y="3"/>
                  <a:pt x="2" y="3"/>
                  <a:pt x="2" y="3"/>
                </a:cubicBezTo>
                <a:cubicBezTo>
                  <a:pt x="2" y="3"/>
                  <a:pt x="8" y="0"/>
                  <a:pt x="16" y="1"/>
                </a:cubicBezTo>
                <a:cubicBezTo>
                  <a:pt x="26" y="3"/>
                  <a:pt x="29" y="9"/>
                  <a:pt x="29" y="9"/>
                </a:cubicBezTo>
                <a:close/>
              </a:path>
            </a:pathLst>
          </a:custGeom>
          <a:solidFill>
            <a:srgbClr val="F1585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89" name="Freeform 126">
            <a:extLst>
              <a:ext uri="{FF2B5EF4-FFF2-40B4-BE49-F238E27FC236}">
                <a16:creationId xmlns:a16="http://schemas.microsoft.com/office/drawing/2014/main" id="{3E1BB48F-355C-4A03-A05D-224456B18DBB}"/>
              </a:ext>
            </a:extLst>
          </p:cNvPr>
          <p:cNvSpPr>
            <a:spLocks/>
          </p:cNvSpPr>
          <p:nvPr/>
        </p:nvSpPr>
        <p:spPr bwMode="auto">
          <a:xfrm>
            <a:off x="8191878" y="1706398"/>
            <a:ext cx="215125" cy="300278"/>
          </a:xfrm>
          <a:custGeom>
            <a:avLst/>
            <a:gdLst>
              <a:gd name="T0" fmla="*/ 3 w 67"/>
              <a:gd name="T1" fmla="*/ 40 h 93"/>
              <a:gd name="T2" fmla="*/ 41 w 67"/>
              <a:gd name="T3" fmla="*/ 84 h 93"/>
              <a:gd name="T4" fmla="*/ 64 w 67"/>
              <a:gd name="T5" fmla="*/ 42 h 93"/>
              <a:gd name="T6" fmla="*/ 30 w 67"/>
              <a:gd name="T7" fmla="*/ 4 h 93"/>
              <a:gd name="T8" fmla="*/ 3 w 67"/>
              <a:gd name="T9" fmla="*/ 40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" h="93">
                <a:moveTo>
                  <a:pt x="3" y="40"/>
                </a:moveTo>
                <a:cubicBezTo>
                  <a:pt x="6" y="63"/>
                  <a:pt x="24" y="93"/>
                  <a:pt x="41" y="84"/>
                </a:cubicBezTo>
                <a:cubicBezTo>
                  <a:pt x="55" y="77"/>
                  <a:pt x="67" y="65"/>
                  <a:pt x="64" y="42"/>
                </a:cubicBezTo>
                <a:cubicBezTo>
                  <a:pt x="61" y="19"/>
                  <a:pt x="48" y="7"/>
                  <a:pt x="30" y="4"/>
                </a:cubicBezTo>
                <a:cubicBezTo>
                  <a:pt x="10" y="0"/>
                  <a:pt x="0" y="17"/>
                  <a:pt x="3" y="40"/>
                </a:cubicBezTo>
                <a:close/>
              </a:path>
            </a:pathLst>
          </a:custGeom>
          <a:solidFill>
            <a:srgbClr val="F374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90" name="Freeform 127">
            <a:extLst>
              <a:ext uri="{FF2B5EF4-FFF2-40B4-BE49-F238E27FC236}">
                <a16:creationId xmlns:a16="http://schemas.microsoft.com/office/drawing/2014/main" id="{D56FA554-FA36-43E8-B49E-355EA2BCE78E}"/>
              </a:ext>
            </a:extLst>
          </p:cNvPr>
          <p:cNvSpPr>
            <a:spLocks/>
          </p:cNvSpPr>
          <p:nvPr/>
        </p:nvSpPr>
        <p:spPr bwMode="auto">
          <a:xfrm>
            <a:off x="8217275" y="1713868"/>
            <a:ext cx="97105" cy="59757"/>
          </a:xfrm>
          <a:custGeom>
            <a:avLst/>
            <a:gdLst>
              <a:gd name="T0" fmla="*/ 0 w 30"/>
              <a:gd name="T1" fmla="*/ 9 h 19"/>
              <a:gd name="T2" fmla="*/ 30 w 30"/>
              <a:gd name="T3" fmla="*/ 19 h 19"/>
              <a:gd name="T4" fmla="*/ 28 w 30"/>
              <a:gd name="T5" fmla="*/ 3 h 19"/>
              <a:gd name="T6" fmla="*/ 14 w 30"/>
              <a:gd name="T7" fmla="*/ 1 h 19"/>
              <a:gd name="T8" fmla="*/ 0 w 30"/>
              <a:gd name="T9" fmla="*/ 9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19">
                <a:moveTo>
                  <a:pt x="0" y="9"/>
                </a:moveTo>
                <a:cubicBezTo>
                  <a:pt x="4" y="5"/>
                  <a:pt x="24" y="2"/>
                  <a:pt x="30" y="19"/>
                </a:cubicBezTo>
                <a:cubicBezTo>
                  <a:pt x="28" y="3"/>
                  <a:pt x="28" y="3"/>
                  <a:pt x="28" y="3"/>
                </a:cubicBezTo>
                <a:cubicBezTo>
                  <a:pt x="28" y="3"/>
                  <a:pt x="21" y="0"/>
                  <a:pt x="14" y="1"/>
                </a:cubicBezTo>
                <a:cubicBezTo>
                  <a:pt x="4" y="3"/>
                  <a:pt x="0" y="9"/>
                  <a:pt x="0" y="9"/>
                </a:cubicBezTo>
                <a:close/>
              </a:path>
            </a:pathLst>
          </a:custGeom>
          <a:solidFill>
            <a:srgbClr val="F1585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91" name="Freeform 128">
            <a:extLst>
              <a:ext uri="{FF2B5EF4-FFF2-40B4-BE49-F238E27FC236}">
                <a16:creationId xmlns:a16="http://schemas.microsoft.com/office/drawing/2014/main" id="{AD9D273B-F5FA-40E7-9047-AE7D38912F99}"/>
              </a:ext>
            </a:extLst>
          </p:cNvPr>
          <p:cNvSpPr>
            <a:spLocks/>
          </p:cNvSpPr>
          <p:nvPr/>
        </p:nvSpPr>
        <p:spPr bwMode="auto">
          <a:xfrm>
            <a:off x="8336789" y="2232258"/>
            <a:ext cx="666289" cy="1059189"/>
          </a:xfrm>
          <a:custGeom>
            <a:avLst/>
            <a:gdLst>
              <a:gd name="T0" fmla="*/ 38 w 207"/>
              <a:gd name="T1" fmla="*/ 0 h 329"/>
              <a:gd name="T2" fmla="*/ 30 w 207"/>
              <a:gd name="T3" fmla="*/ 88 h 329"/>
              <a:gd name="T4" fmla="*/ 0 w 207"/>
              <a:gd name="T5" fmla="*/ 102 h 329"/>
              <a:gd name="T6" fmla="*/ 31 w 207"/>
              <a:gd name="T7" fmla="*/ 203 h 329"/>
              <a:gd name="T8" fmla="*/ 97 w 207"/>
              <a:gd name="T9" fmla="*/ 329 h 329"/>
              <a:gd name="T10" fmla="*/ 106 w 207"/>
              <a:gd name="T11" fmla="*/ 329 h 329"/>
              <a:gd name="T12" fmla="*/ 175 w 207"/>
              <a:gd name="T13" fmla="*/ 199 h 329"/>
              <a:gd name="T14" fmla="*/ 200 w 207"/>
              <a:gd name="T15" fmla="*/ 108 h 329"/>
              <a:gd name="T16" fmla="*/ 168 w 207"/>
              <a:gd name="T17" fmla="*/ 95 h 329"/>
              <a:gd name="T18" fmla="*/ 167 w 207"/>
              <a:gd name="T19" fmla="*/ 9 h 329"/>
              <a:gd name="T20" fmla="*/ 38 w 207"/>
              <a:gd name="T21" fmla="*/ 0 h 3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07" h="329">
                <a:moveTo>
                  <a:pt x="38" y="0"/>
                </a:moveTo>
                <a:cubicBezTo>
                  <a:pt x="43" y="24"/>
                  <a:pt x="32" y="75"/>
                  <a:pt x="30" y="88"/>
                </a:cubicBezTo>
                <a:cubicBezTo>
                  <a:pt x="25" y="89"/>
                  <a:pt x="0" y="102"/>
                  <a:pt x="0" y="102"/>
                </a:cubicBezTo>
                <a:cubicBezTo>
                  <a:pt x="0" y="130"/>
                  <a:pt x="4" y="172"/>
                  <a:pt x="31" y="203"/>
                </a:cubicBezTo>
                <a:cubicBezTo>
                  <a:pt x="64" y="239"/>
                  <a:pt x="97" y="287"/>
                  <a:pt x="97" y="329"/>
                </a:cubicBezTo>
                <a:cubicBezTo>
                  <a:pt x="106" y="329"/>
                  <a:pt x="106" y="329"/>
                  <a:pt x="106" y="329"/>
                </a:cubicBezTo>
                <a:cubicBezTo>
                  <a:pt x="106" y="285"/>
                  <a:pt x="140" y="236"/>
                  <a:pt x="175" y="199"/>
                </a:cubicBezTo>
                <a:cubicBezTo>
                  <a:pt x="207" y="165"/>
                  <a:pt x="200" y="125"/>
                  <a:pt x="200" y="108"/>
                </a:cubicBezTo>
                <a:cubicBezTo>
                  <a:pt x="168" y="95"/>
                  <a:pt x="168" y="95"/>
                  <a:pt x="168" y="95"/>
                </a:cubicBezTo>
                <a:cubicBezTo>
                  <a:pt x="167" y="90"/>
                  <a:pt x="158" y="46"/>
                  <a:pt x="167" y="9"/>
                </a:cubicBezTo>
                <a:cubicBezTo>
                  <a:pt x="38" y="0"/>
                  <a:pt x="38" y="0"/>
                  <a:pt x="38" y="0"/>
                </a:cubicBezTo>
              </a:path>
            </a:pathLst>
          </a:custGeom>
          <a:solidFill>
            <a:srgbClr val="F374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92" name="Freeform 129">
            <a:extLst>
              <a:ext uri="{FF2B5EF4-FFF2-40B4-BE49-F238E27FC236}">
                <a16:creationId xmlns:a16="http://schemas.microsoft.com/office/drawing/2014/main" id="{78AC28E2-360A-4BB5-BE63-8DF2020DCEA4}"/>
              </a:ext>
            </a:extLst>
          </p:cNvPr>
          <p:cNvSpPr>
            <a:spLocks/>
          </p:cNvSpPr>
          <p:nvPr/>
        </p:nvSpPr>
        <p:spPr bwMode="auto">
          <a:xfrm>
            <a:off x="8459291" y="2238234"/>
            <a:ext cx="412322" cy="280857"/>
          </a:xfrm>
          <a:custGeom>
            <a:avLst/>
            <a:gdLst>
              <a:gd name="T0" fmla="*/ 1 w 128"/>
              <a:gd name="T1" fmla="*/ 10 h 87"/>
              <a:gd name="T2" fmla="*/ 0 w 128"/>
              <a:gd name="T3" fmla="*/ 34 h 87"/>
              <a:gd name="T4" fmla="*/ 62 w 128"/>
              <a:gd name="T5" fmla="*/ 86 h 87"/>
              <a:gd name="T6" fmla="*/ 125 w 128"/>
              <a:gd name="T7" fmla="*/ 43 h 87"/>
              <a:gd name="T8" fmla="*/ 128 w 128"/>
              <a:gd name="T9" fmla="*/ 0 h 87"/>
              <a:gd name="T10" fmla="*/ 1 w 128"/>
              <a:gd name="T11" fmla="*/ 10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8" h="87">
                <a:moveTo>
                  <a:pt x="1" y="10"/>
                </a:moveTo>
                <a:cubicBezTo>
                  <a:pt x="1" y="10"/>
                  <a:pt x="1" y="19"/>
                  <a:pt x="0" y="34"/>
                </a:cubicBezTo>
                <a:cubicBezTo>
                  <a:pt x="0" y="34"/>
                  <a:pt x="35" y="85"/>
                  <a:pt x="62" y="86"/>
                </a:cubicBezTo>
                <a:cubicBezTo>
                  <a:pt x="89" y="87"/>
                  <a:pt x="125" y="43"/>
                  <a:pt x="125" y="43"/>
                </a:cubicBezTo>
                <a:cubicBezTo>
                  <a:pt x="125" y="43"/>
                  <a:pt x="126" y="13"/>
                  <a:pt x="128" y="0"/>
                </a:cubicBezTo>
                <a:cubicBezTo>
                  <a:pt x="1" y="10"/>
                  <a:pt x="1" y="10"/>
                  <a:pt x="1" y="10"/>
                </a:cubicBezTo>
              </a:path>
            </a:pathLst>
          </a:custGeom>
          <a:solidFill>
            <a:srgbClr val="F1585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93" name="Freeform 130">
            <a:extLst>
              <a:ext uri="{FF2B5EF4-FFF2-40B4-BE49-F238E27FC236}">
                <a16:creationId xmlns:a16="http://schemas.microsoft.com/office/drawing/2014/main" id="{16002C59-C2A6-4EB0-BB5C-5DB98C2B57BD}"/>
              </a:ext>
            </a:extLst>
          </p:cNvPr>
          <p:cNvSpPr>
            <a:spLocks/>
          </p:cNvSpPr>
          <p:nvPr/>
        </p:nvSpPr>
        <p:spPr bwMode="auto">
          <a:xfrm>
            <a:off x="8303923" y="1301546"/>
            <a:ext cx="773851" cy="811198"/>
          </a:xfrm>
          <a:custGeom>
            <a:avLst/>
            <a:gdLst>
              <a:gd name="T0" fmla="*/ 237 w 240"/>
              <a:gd name="T1" fmla="*/ 137 h 252"/>
              <a:gd name="T2" fmla="*/ 114 w 240"/>
              <a:gd name="T3" fmla="*/ 249 h 252"/>
              <a:gd name="T4" fmla="*/ 2 w 240"/>
              <a:gd name="T5" fmla="*/ 127 h 252"/>
              <a:gd name="T6" fmla="*/ 125 w 240"/>
              <a:gd name="T7" fmla="*/ 3 h 252"/>
              <a:gd name="T8" fmla="*/ 237 w 240"/>
              <a:gd name="T9" fmla="*/ 137 h 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0" h="252">
                <a:moveTo>
                  <a:pt x="237" y="137"/>
                </a:moveTo>
                <a:cubicBezTo>
                  <a:pt x="234" y="202"/>
                  <a:pt x="179" y="252"/>
                  <a:pt x="114" y="249"/>
                </a:cubicBezTo>
                <a:cubicBezTo>
                  <a:pt x="50" y="246"/>
                  <a:pt x="0" y="191"/>
                  <a:pt x="2" y="127"/>
                </a:cubicBezTo>
                <a:cubicBezTo>
                  <a:pt x="6" y="40"/>
                  <a:pt x="60" y="0"/>
                  <a:pt x="125" y="3"/>
                </a:cubicBezTo>
                <a:cubicBezTo>
                  <a:pt x="190" y="6"/>
                  <a:pt x="240" y="52"/>
                  <a:pt x="237" y="137"/>
                </a:cubicBezTo>
                <a:close/>
              </a:path>
            </a:pathLst>
          </a:custGeom>
          <a:solidFill>
            <a:srgbClr val="F374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94" name="Freeform 131">
            <a:extLst>
              <a:ext uri="{FF2B5EF4-FFF2-40B4-BE49-F238E27FC236}">
                <a16:creationId xmlns:a16="http://schemas.microsoft.com/office/drawing/2014/main" id="{472D6093-CC68-424C-A3DB-7E6419F3A470}"/>
              </a:ext>
            </a:extLst>
          </p:cNvPr>
          <p:cNvSpPr>
            <a:spLocks/>
          </p:cNvSpPr>
          <p:nvPr/>
        </p:nvSpPr>
        <p:spPr bwMode="auto">
          <a:xfrm>
            <a:off x="8294959" y="1709386"/>
            <a:ext cx="772357" cy="712600"/>
          </a:xfrm>
          <a:custGeom>
            <a:avLst/>
            <a:gdLst>
              <a:gd name="T0" fmla="*/ 240 w 240"/>
              <a:gd name="T1" fmla="*/ 10 h 221"/>
              <a:gd name="T2" fmla="*/ 209 w 240"/>
              <a:gd name="T3" fmla="*/ 158 h 221"/>
              <a:gd name="T4" fmla="*/ 127 w 240"/>
              <a:gd name="T5" fmla="*/ 219 h 221"/>
              <a:gd name="T6" fmla="*/ 95 w 240"/>
              <a:gd name="T7" fmla="*/ 217 h 221"/>
              <a:gd name="T8" fmla="*/ 23 w 240"/>
              <a:gd name="T9" fmla="*/ 150 h 221"/>
              <a:gd name="T10" fmla="*/ 5 w 240"/>
              <a:gd name="T11" fmla="*/ 0 h 221"/>
              <a:gd name="T12" fmla="*/ 240 w 240"/>
              <a:gd name="T13" fmla="*/ 1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0" h="221">
                <a:moveTo>
                  <a:pt x="240" y="10"/>
                </a:moveTo>
                <a:cubicBezTo>
                  <a:pt x="237" y="73"/>
                  <a:pt x="234" y="125"/>
                  <a:pt x="209" y="158"/>
                </a:cubicBezTo>
                <a:cubicBezTo>
                  <a:pt x="194" y="178"/>
                  <a:pt x="155" y="212"/>
                  <a:pt x="127" y="219"/>
                </a:cubicBezTo>
                <a:cubicBezTo>
                  <a:pt x="121" y="221"/>
                  <a:pt x="101" y="219"/>
                  <a:pt x="95" y="217"/>
                </a:cubicBezTo>
                <a:cubicBezTo>
                  <a:pt x="68" y="206"/>
                  <a:pt x="36" y="170"/>
                  <a:pt x="23" y="150"/>
                </a:cubicBezTo>
                <a:cubicBezTo>
                  <a:pt x="0" y="115"/>
                  <a:pt x="3" y="62"/>
                  <a:pt x="5" y="0"/>
                </a:cubicBezTo>
                <a:cubicBezTo>
                  <a:pt x="240" y="10"/>
                  <a:pt x="240" y="10"/>
                  <a:pt x="240" y="10"/>
                </a:cubicBezTo>
              </a:path>
            </a:pathLst>
          </a:custGeom>
          <a:solidFill>
            <a:srgbClr val="F374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95" name="Freeform 132">
            <a:extLst>
              <a:ext uri="{FF2B5EF4-FFF2-40B4-BE49-F238E27FC236}">
                <a16:creationId xmlns:a16="http://schemas.microsoft.com/office/drawing/2014/main" id="{54399488-A85B-4191-AAD3-42357A0A57BF}"/>
              </a:ext>
            </a:extLst>
          </p:cNvPr>
          <p:cNvSpPr>
            <a:spLocks/>
          </p:cNvSpPr>
          <p:nvPr/>
        </p:nvSpPr>
        <p:spPr bwMode="auto">
          <a:xfrm>
            <a:off x="8040993" y="2499670"/>
            <a:ext cx="398877" cy="959097"/>
          </a:xfrm>
          <a:custGeom>
            <a:avLst/>
            <a:gdLst>
              <a:gd name="T0" fmla="*/ 9 w 124"/>
              <a:gd name="T1" fmla="*/ 294 h 298"/>
              <a:gd name="T2" fmla="*/ 8 w 124"/>
              <a:gd name="T3" fmla="*/ 265 h 298"/>
              <a:gd name="T4" fmla="*/ 34 w 124"/>
              <a:gd name="T5" fmla="*/ 110 h 298"/>
              <a:gd name="T6" fmla="*/ 69 w 124"/>
              <a:gd name="T7" fmla="*/ 48 h 298"/>
              <a:gd name="T8" fmla="*/ 121 w 124"/>
              <a:gd name="T9" fmla="*/ 8 h 298"/>
              <a:gd name="T10" fmla="*/ 123 w 124"/>
              <a:gd name="T11" fmla="*/ 3 h 298"/>
              <a:gd name="T12" fmla="*/ 118 w 124"/>
              <a:gd name="T13" fmla="*/ 1 h 298"/>
              <a:gd name="T14" fmla="*/ 63 w 124"/>
              <a:gd name="T15" fmla="*/ 43 h 298"/>
              <a:gd name="T16" fmla="*/ 15 w 124"/>
              <a:gd name="T17" fmla="*/ 144 h 298"/>
              <a:gd name="T18" fmla="*/ 0 w 124"/>
              <a:gd name="T19" fmla="*/ 265 h 298"/>
              <a:gd name="T20" fmla="*/ 1 w 124"/>
              <a:gd name="T21" fmla="*/ 294 h 298"/>
              <a:gd name="T22" fmla="*/ 5 w 124"/>
              <a:gd name="T23" fmla="*/ 298 h 298"/>
              <a:gd name="T24" fmla="*/ 9 w 124"/>
              <a:gd name="T25" fmla="*/ 294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4" h="298">
                <a:moveTo>
                  <a:pt x="9" y="294"/>
                </a:moveTo>
                <a:cubicBezTo>
                  <a:pt x="8" y="284"/>
                  <a:pt x="8" y="275"/>
                  <a:pt x="8" y="265"/>
                </a:cubicBezTo>
                <a:cubicBezTo>
                  <a:pt x="8" y="212"/>
                  <a:pt x="16" y="156"/>
                  <a:pt x="34" y="110"/>
                </a:cubicBezTo>
                <a:cubicBezTo>
                  <a:pt x="43" y="86"/>
                  <a:pt x="55" y="65"/>
                  <a:pt x="69" y="48"/>
                </a:cubicBezTo>
                <a:cubicBezTo>
                  <a:pt x="84" y="30"/>
                  <a:pt x="101" y="17"/>
                  <a:pt x="121" y="8"/>
                </a:cubicBezTo>
                <a:cubicBezTo>
                  <a:pt x="123" y="8"/>
                  <a:pt x="124" y="5"/>
                  <a:pt x="123" y="3"/>
                </a:cubicBezTo>
                <a:cubicBezTo>
                  <a:pt x="123" y="1"/>
                  <a:pt x="120" y="0"/>
                  <a:pt x="118" y="1"/>
                </a:cubicBezTo>
                <a:cubicBezTo>
                  <a:pt x="97" y="10"/>
                  <a:pt x="78" y="24"/>
                  <a:pt x="63" y="43"/>
                </a:cubicBezTo>
                <a:cubicBezTo>
                  <a:pt x="41" y="70"/>
                  <a:pt x="25" y="105"/>
                  <a:pt x="15" y="144"/>
                </a:cubicBezTo>
                <a:cubicBezTo>
                  <a:pt x="5" y="183"/>
                  <a:pt x="0" y="225"/>
                  <a:pt x="0" y="265"/>
                </a:cubicBezTo>
                <a:cubicBezTo>
                  <a:pt x="0" y="275"/>
                  <a:pt x="0" y="285"/>
                  <a:pt x="1" y="294"/>
                </a:cubicBezTo>
                <a:cubicBezTo>
                  <a:pt x="1" y="296"/>
                  <a:pt x="3" y="298"/>
                  <a:pt x="5" y="298"/>
                </a:cubicBezTo>
                <a:cubicBezTo>
                  <a:pt x="7" y="298"/>
                  <a:pt x="9" y="296"/>
                  <a:pt x="9" y="294"/>
                </a:cubicBezTo>
                <a:close/>
              </a:path>
            </a:pathLst>
          </a:custGeom>
          <a:solidFill>
            <a:srgbClr val="0013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96" name="Freeform 133">
            <a:extLst>
              <a:ext uri="{FF2B5EF4-FFF2-40B4-BE49-F238E27FC236}">
                <a16:creationId xmlns:a16="http://schemas.microsoft.com/office/drawing/2014/main" id="{517C3B4A-2A57-4C17-B7F1-D798D7980EE9}"/>
              </a:ext>
            </a:extLst>
          </p:cNvPr>
          <p:cNvSpPr>
            <a:spLocks/>
          </p:cNvSpPr>
          <p:nvPr/>
        </p:nvSpPr>
        <p:spPr bwMode="auto">
          <a:xfrm>
            <a:off x="8239684" y="2614702"/>
            <a:ext cx="448176" cy="1465535"/>
          </a:xfrm>
          <a:custGeom>
            <a:avLst/>
            <a:gdLst>
              <a:gd name="T0" fmla="*/ 13 w 139"/>
              <a:gd name="T1" fmla="*/ 0 h 455"/>
              <a:gd name="T2" fmla="*/ 0 w 139"/>
              <a:gd name="T3" fmla="*/ 327 h 455"/>
              <a:gd name="T4" fmla="*/ 49 w 139"/>
              <a:gd name="T5" fmla="*/ 333 h 455"/>
              <a:gd name="T6" fmla="*/ 13 w 139"/>
              <a:gd name="T7" fmla="*/ 371 h 455"/>
              <a:gd name="T8" fmla="*/ 139 w 139"/>
              <a:gd name="T9" fmla="*/ 455 h 455"/>
              <a:gd name="T10" fmla="*/ 68 w 139"/>
              <a:gd name="T11" fmla="*/ 251 h 455"/>
              <a:gd name="T12" fmla="*/ 13 w 139"/>
              <a:gd name="T13" fmla="*/ 0 h 4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9" h="455">
                <a:moveTo>
                  <a:pt x="13" y="0"/>
                </a:moveTo>
                <a:cubicBezTo>
                  <a:pt x="0" y="327"/>
                  <a:pt x="0" y="327"/>
                  <a:pt x="0" y="327"/>
                </a:cubicBezTo>
                <a:cubicBezTo>
                  <a:pt x="49" y="333"/>
                  <a:pt x="49" y="333"/>
                  <a:pt x="49" y="333"/>
                </a:cubicBezTo>
                <a:cubicBezTo>
                  <a:pt x="13" y="371"/>
                  <a:pt x="13" y="371"/>
                  <a:pt x="13" y="371"/>
                </a:cubicBezTo>
                <a:cubicBezTo>
                  <a:pt x="139" y="455"/>
                  <a:pt x="139" y="455"/>
                  <a:pt x="139" y="455"/>
                </a:cubicBezTo>
                <a:cubicBezTo>
                  <a:pt x="139" y="455"/>
                  <a:pt x="138" y="398"/>
                  <a:pt x="68" y="251"/>
                </a:cubicBezTo>
                <a:cubicBezTo>
                  <a:pt x="17" y="143"/>
                  <a:pt x="15" y="87"/>
                  <a:pt x="13" y="0"/>
                </a:cubicBezTo>
                <a:close/>
              </a:path>
            </a:pathLst>
          </a:custGeom>
          <a:solidFill>
            <a:srgbClr val="B2D4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97" name="Freeform 134">
            <a:extLst>
              <a:ext uri="{FF2B5EF4-FFF2-40B4-BE49-F238E27FC236}">
                <a16:creationId xmlns:a16="http://schemas.microsoft.com/office/drawing/2014/main" id="{28B16C37-0CE2-42B9-B445-446DAD9995AF}"/>
              </a:ext>
            </a:extLst>
          </p:cNvPr>
          <p:cNvSpPr>
            <a:spLocks/>
          </p:cNvSpPr>
          <p:nvPr/>
        </p:nvSpPr>
        <p:spPr bwMode="auto">
          <a:xfrm>
            <a:off x="8678896" y="2595281"/>
            <a:ext cx="418298" cy="1484957"/>
          </a:xfrm>
          <a:custGeom>
            <a:avLst/>
            <a:gdLst>
              <a:gd name="T0" fmla="*/ 106 w 130"/>
              <a:gd name="T1" fmla="*/ 0 h 461"/>
              <a:gd name="T2" fmla="*/ 130 w 130"/>
              <a:gd name="T3" fmla="*/ 333 h 461"/>
              <a:gd name="T4" fmla="*/ 84 w 130"/>
              <a:gd name="T5" fmla="*/ 339 h 461"/>
              <a:gd name="T6" fmla="*/ 121 w 130"/>
              <a:gd name="T7" fmla="*/ 377 h 461"/>
              <a:gd name="T8" fmla="*/ 3 w 130"/>
              <a:gd name="T9" fmla="*/ 461 h 461"/>
              <a:gd name="T10" fmla="*/ 0 w 130"/>
              <a:gd name="T11" fmla="*/ 441 h 461"/>
              <a:gd name="T12" fmla="*/ 78 w 130"/>
              <a:gd name="T13" fmla="*/ 209 h 461"/>
              <a:gd name="T14" fmla="*/ 106 w 130"/>
              <a:gd name="T15" fmla="*/ 0 h 4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0" h="461">
                <a:moveTo>
                  <a:pt x="106" y="0"/>
                </a:moveTo>
                <a:cubicBezTo>
                  <a:pt x="130" y="333"/>
                  <a:pt x="130" y="333"/>
                  <a:pt x="130" y="333"/>
                </a:cubicBezTo>
                <a:cubicBezTo>
                  <a:pt x="84" y="339"/>
                  <a:pt x="84" y="339"/>
                  <a:pt x="84" y="339"/>
                </a:cubicBezTo>
                <a:cubicBezTo>
                  <a:pt x="121" y="377"/>
                  <a:pt x="121" y="377"/>
                  <a:pt x="121" y="377"/>
                </a:cubicBezTo>
                <a:cubicBezTo>
                  <a:pt x="3" y="461"/>
                  <a:pt x="3" y="461"/>
                  <a:pt x="3" y="461"/>
                </a:cubicBezTo>
                <a:cubicBezTo>
                  <a:pt x="0" y="441"/>
                  <a:pt x="0" y="441"/>
                  <a:pt x="0" y="441"/>
                </a:cubicBezTo>
                <a:cubicBezTo>
                  <a:pt x="0" y="441"/>
                  <a:pt x="54" y="297"/>
                  <a:pt x="78" y="209"/>
                </a:cubicBezTo>
                <a:cubicBezTo>
                  <a:pt x="108" y="96"/>
                  <a:pt x="106" y="0"/>
                  <a:pt x="106" y="0"/>
                </a:cubicBezTo>
                <a:close/>
              </a:path>
            </a:pathLst>
          </a:custGeom>
          <a:solidFill>
            <a:srgbClr val="B2D4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98" name="Freeform 135">
            <a:extLst>
              <a:ext uri="{FF2B5EF4-FFF2-40B4-BE49-F238E27FC236}">
                <a16:creationId xmlns:a16="http://schemas.microsoft.com/office/drawing/2014/main" id="{5D4908A3-A076-4FD3-9494-28E2099416D9}"/>
              </a:ext>
            </a:extLst>
          </p:cNvPr>
          <p:cNvSpPr>
            <a:spLocks/>
          </p:cNvSpPr>
          <p:nvPr/>
        </p:nvSpPr>
        <p:spPr bwMode="auto">
          <a:xfrm>
            <a:off x="8040993" y="2566897"/>
            <a:ext cx="1931640" cy="2173654"/>
          </a:xfrm>
          <a:custGeom>
            <a:avLst/>
            <a:gdLst>
              <a:gd name="T0" fmla="*/ 437 w 600"/>
              <a:gd name="T1" fmla="*/ 481 h 675"/>
              <a:gd name="T2" fmla="*/ 108 w 600"/>
              <a:gd name="T3" fmla="*/ 441 h 675"/>
              <a:gd name="T4" fmla="*/ 0 w 600"/>
              <a:gd name="T5" fmla="*/ 480 h 675"/>
              <a:gd name="T6" fmla="*/ 75 w 600"/>
              <a:gd name="T7" fmla="*/ 500 h 675"/>
              <a:gd name="T8" fmla="*/ 151 w 600"/>
              <a:gd name="T9" fmla="*/ 550 h 675"/>
              <a:gd name="T10" fmla="*/ 571 w 600"/>
              <a:gd name="T11" fmla="*/ 630 h 675"/>
              <a:gd name="T12" fmla="*/ 562 w 600"/>
              <a:gd name="T13" fmla="*/ 432 h 675"/>
              <a:gd name="T14" fmla="*/ 505 w 600"/>
              <a:gd name="T15" fmla="*/ 159 h 675"/>
              <a:gd name="T16" fmla="*/ 376 w 600"/>
              <a:gd name="T17" fmla="*/ 82 h 675"/>
              <a:gd name="T18" fmla="*/ 390 w 600"/>
              <a:gd name="T19" fmla="*/ 248 h 675"/>
              <a:gd name="T20" fmla="*/ 437 w 600"/>
              <a:gd name="T21" fmla="*/ 481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00" h="675">
                <a:moveTo>
                  <a:pt x="437" y="481"/>
                </a:moveTo>
                <a:cubicBezTo>
                  <a:pt x="366" y="479"/>
                  <a:pt x="224" y="441"/>
                  <a:pt x="108" y="441"/>
                </a:cubicBezTo>
                <a:cubicBezTo>
                  <a:pt x="100" y="442"/>
                  <a:pt x="1" y="468"/>
                  <a:pt x="0" y="480"/>
                </a:cubicBezTo>
                <a:cubicBezTo>
                  <a:pt x="15" y="479"/>
                  <a:pt x="47" y="483"/>
                  <a:pt x="75" y="500"/>
                </a:cubicBezTo>
                <a:cubicBezTo>
                  <a:pt x="112" y="522"/>
                  <a:pt x="146" y="558"/>
                  <a:pt x="151" y="550"/>
                </a:cubicBezTo>
                <a:cubicBezTo>
                  <a:pt x="214" y="552"/>
                  <a:pt x="544" y="675"/>
                  <a:pt x="571" y="630"/>
                </a:cubicBezTo>
                <a:cubicBezTo>
                  <a:pt x="600" y="582"/>
                  <a:pt x="570" y="480"/>
                  <a:pt x="562" y="432"/>
                </a:cubicBezTo>
                <a:cubicBezTo>
                  <a:pt x="547" y="340"/>
                  <a:pt x="529" y="248"/>
                  <a:pt x="505" y="159"/>
                </a:cubicBezTo>
                <a:cubicBezTo>
                  <a:pt x="488" y="98"/>
                  <a:pt x="438" y="0"/>
                  <a:pt x="376" y="82"/>
                </a:cubicBezTo>
                <a:cubicBezTo>
                  <a:pt x="346" y="122"/>
                  <a:pt x="374" y="228"/>
                  <a:pt x="390" y="248"/>
                </a:cubicBezTo>
                <a:cubicBezTo>
                  <a:pt x="406" y="268"/>
                  <a:pt x="437" y="481"/>
                  <a:pt x="437" y="481"/>
                </a:cubicBezTo>
                <a:close/>
              </a:path>
            </a:pathLst>
          </a:custGeom>
          <a:solidFill>
            <a:srgbClr val="F374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99" name="Freeform 136">
            <a:extLst>
              <a:ext uri="{FF2B5EF4-FFF2-40B4-BE49-F238E27FC236}">
                <a16:creationId xmlns:a16="http://schemas.microsoft.com/office/drawing/2014/main" id="{FA20009B-3257-48A9-B92F-8A6BB026E0A6}"/>
              </a:ext>
            </a:extLst>
          </p:cNvPr>
          <p:cNvSpPr>
            <a:spLocks/>
          </p:cNvSpPr>
          <p:nvPr/>
        </p:nvSpPr>
        <p:spPr bwMode="auto">
          <a:xfrm>
            <a:off x="8040993" y="4096671"/>
            <a:ext cx="702143" cy="337626"/>
          </a:xfrm>
          <a:custGeom>
            <a:avLst/>
            <a:gdLst>
              <a:gd name="T0" fmla="*/ 218 w 218"/>
              <a:gd name="T1" fmla="*/ 98 h 105"/>
              <a:gd name="T2" fmla="*/ 145 w 218"/>
              <a:gd name="T3" fmla="*/ 64 h 105"/>
              <a:gd name="T4" fmla="*/ 5 w 218"/>
              <a:gd name="T5" fmla="*/ 0 h 105"/>
              <a:gd name="T6" fmla="*/ 0 w 218"/>
              <a:gd name="T7" fmla="*/ 5 h 105"/>
              <a:gd name="T8" fmla="*/ 109 w 218"/>
              <a:gd name="T9" fmla="*/ 53 h 105"/>
              <a:gd name="T10" fmla="*/ 175 w 218"/>
              <a:gd name="T11" fmla="*/ 105 h 105"/>
              <a:gd name="T12" fmla="*/ 218 w 218"/>
              <a:gd name="T13" fmla="*/ 98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8" h="105">
                <a:moveTo>
                  <a:pt x="218" y="98"/>
                </a:moveTo>
                <a:cubicBezTo>
                  <a:pt x="145" y="64"/>
                  <a:pt x="145" y="64"/>
                  <a:pt x="145" y="64"/>
                </a:cubicBezTo>
                <a:cubicBezTo>
                  <a:pt x="145" y="64"/>
                  <a:pt x="65" y="2"/>
                  <a:pt x="5" y="0"/>
                </a:cubicBezTo>
                <a:cubicBezTo>
                  <a:pt x="0" y="5"/>
                  <a:pt x="0" y="5"/>
                  <a:pt x="0" y="5"/>
                </a:cubicBezTo>
                <a:cubicBezTo>
                  <a:pt x="0" y="5"/>
                  <a:pt x="73" y="6"/>
                  <a:pt x="109" y="53"/>
                </a:cubicBezTo>
                <a:cubicBezTo>
                  <a:pt x="126" y="74"/>
                  <a:pt x="164" y="81"/>
                  <a:pt x="175" y="105"/>
                </a:cubicBezTo>
                <a:cubicBezTo>
                  <a:pt x="175" y="105"/>
                  <a:pt x="206" y="100"/>
                  <a:pt x="218" y="98"/>
                </a:cubicBezTo>
                <a:close/>
              </a:path>
            </a:pathLst>
          </a:custGeom>
          <a:solidFill>
            <a:srgbClr val="F1585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00" name="Freeform 137">
            <a:extLst>
              <a:ext uri="{FF2B5EF4-FFF2-40B4-BE49-F238E27FC236}">
                <a16:creationId xmlns:a16="http://schemas.microsoft.com/office/drawing/2014/main" id="{26B2B7EA-43F6-4EBA-A5DB-B0BD4904F176}"/>
              </a:ext>
            </a:extLst>
          </p:cNvPr>
          <p:cNvSpPr>
            <a:spLocks/>
          </p:cNvSpPr>
          <p:nvPr/>
        </p:nvSpPr>
        <p:spPr bwMode="auto">
          <a:xfrm>
            <a:off x="8504108" y="2689398"/>
            <a:ext cx="1495415" cy="1989902"/>
          </a:xfrm>
          <a:custGeom>
            <a:avLst/>
            <a:gdLst>
              <a:gd name="T0" fmla="*/ 39 w 464"/>
              <a:gd name="T1" fmla="*/ 408 h 618"/>
              <a:gd name="T2" fmla="*/ 38 w 464"/>
              <a:gd name="T3" fmla="*/ 558 h 618"/>
              <a:gd name="T4" fmla="*/ 425 w 464"/>
              <a:gd name="T5" fmla="*/ 605 h 618"/>
              <a:gd name="T6" fmla="*/ 421 w 464"/>
              <a:gd name="T7" fmla="*/ 380 h 618"/>
              <a:gd name="T8" fmla="*/ 291 w 464"/>
              <a:gd name="T9" fmla="*/ 13 h 618"/>
              <a:gd name="T10" fmla="*/ 259 w 464"/>
              <a:gd name="T11" fmla="*/ 0 h 618"/>
              <a:gd name="T12" fmla="*/ 216 w 464"/>
              <a:gd name="T13" fmla="*/ 21 h 618"/>
              <a:gd name="T14" fmla="*/ 186 w 464"/>
              <a:gd name="T15" fmla="*/ 125 h 618"/>
              <a:gd name="T16" fmla="*/ 191 w 464"/>
              <a:gd name="T17" fmla="*/ 287 h 618"/>
              <a:gd name="T18" fmla="*/ 277 w 464"/>
              <a:gd name="T19" fmla="*/ 425 h 618"/>
              <a:gd name="T20" fmla="*/ 39 w 464"/>
              <a:gd name="T21" fmla="*/ 408 h 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4" h="618">
                <a:moveTo>
                  <a:pt x="39" y="408"/>
                </a:moveTo>
                <a:cubicBezTo>
                  <a:pt x="39" y="408"/>
                  <a:pt x="0" y="480"/>
                  <a:pt x="38" y="558"/>
                </a:cubicBezTo>
                <a:cubicBezTo>
                  <a:pt x="38" y="558"/>
                  <a:pt x="387" y="618"/>
                  <a:pt x="425" y="605"/>
                </a:cubicBezTo>
                <a:cubicBezTo>
                  <a:pt x="464" y="592"/>
                  <a:pt x="433" y="438"/>
                  <a:pt x="421" y="380"/>
                </a:cubicBezTo>
                <a:cubicBezTo>
                  <a:pt x="410" y="321"/>
                  <a:pt x="371" y="35"/>
                  <a:pt x="291" y="13"/>
                </a:cubicBezTo>
                <a:cubicBezTo>
                  <a:pt x="259" y="0"/>
                  <a:pt x="259" y="0"/>
                  <a:pt x="259" y="0"/>
                </a:cubicBezTo>
                <a:cubicBezTo>
                  <a:pt x="216" y="21"/>
                  <a:pt x="216" y="21"/>
                  <a:pt x="216" y="21"/>
                </a:cubicBezTo>
                <a:cubicBezTo>
                  <a:pt x="216" y="21"/>
                  <a:pt x="186" y="122"/>
                  <a:pt x="186" y="125"/>
                </a:cubicBezTo>
                <a:cubicBezTo>
                  <a:pt x="185" y="127"/>
                  <a:pt x="191" y="287"/>
                  <a:pt x="191" y="287"/>
                </a:cubicBezTo>
                <a:cubicBezTo>
                  <a:pt x="277" y="425"/>
                  <a:pt x="277" y="425"/>
                  <a:pt x="277" y="425"/>
                </a:cubicBezTo>
                <a:cubicBezTo>
                  <a:pt x="39" y="408"/>
                  <a:pt x="39" y="408"/>
                  <a:pt x="39" y="40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01" name="Freeform 138">
            <a:extLst>
              <a:ext uri="{FF2B5EF4-FFF2-40B4-BE49-F238E27FC236}">
                <a16:creationId xmlns:a16="http://schemas.microsoft.com/office/drawing/2014/main" id="{E9E1C886-7692-4141-ABE5-E378ACF8F7AA}"/>
              </a:ext>
            </a:extLst>
          </p:cNvPr>
          <p:cNvSpPr>
            <a:spLocks/>
          </p:cNvSpPr>
          <p:nvPr/>
        </p:nvSpPr>
        <p:spPr bwMode="auto">
          <a:xfrm>
            <a:off x="8949296" y="3871089"/>
            <a:ext cx="608026" cy="319699"/>
          </a:xfrm>
          <a:custGeom>
            <a:avLst/>
            <a:gdLst>
              <a:gd name="T0" fmla="*/ 144 w 189"/>
              <a:gd name="T1" fmla="*/ 8 h 99"/>
              <a:gd name="T2" fmla="*/ 148 w 189"/>
              <a:gd name="T3" fmla="*/ 96 h 99"/>
              <a:gd name="T4" fmla="*/ 87 w 189"/>
              <a:gd name="T5" fmla="*/ 73 h 99"/>
              <a:gd name="T6" fmla="*/ 0 w 189"/>
              <a:gd name="T7" fmla="*/ 48 h 99"/>
              <a:gd name="T8" fmla="*/ 144 w 189"/>
              <a:gd name="T9" fmla="*/ 8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9" h="99">
                <a:moveTo>
                  <a:pt x="144" y="8"/>
                </a:moveTo>
                <a:cubicBezTo>
                  <a:pt x="173" y="13"/>
                  <a:pt x="189" y="90"/>
                  <a:pt x="148" y="96"/>
                </a:cubicBezTo>
                <a:cubicBezTo>
                  <a:pt x="123" y="99"/>
                  <a:pt x="107" y="90"/>
                  <a:pt x="87" y="73"/>
                </a:cubicBezTo>
                <a:cubicBezTo>
                  <a:pt x="70" y="58"/>
                  <a:pt x="25" y="50"/>
                  <a:pt x="0" y="48"/>
                </a:cubicBezTo>
                <a:cubicBezTo>
                  <a:pt x="0" y="48"/>
                  <a:pt x="94" y="0"/>
                  <a:pt x="144" y="8"/>
                </a:cubicBezTo>
                <a:close/>
              </a:path>
            </a:pathLst>
          </a:custGeom>
          <a:solidFill>
            <a:srgbClr val="F374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02" name="Freeform 139">
            <a:extLst>
              <a:ext uri="{FF2B5EF4-FFF2-40B4-BE49-F238E27FC236}">
                <a16:creationId xmlns:a16="http://schemas.microsoft.com/office/drawing/2014/main" id="{9CD59449-8E51-4374-B178-A8D7257A3CDE}"/>
              </a:ext>
            </a:extLst>
          </p:cNvPr>
          <p:cNvSpPr>
            <a:spLocks/>
          </p:cNvSpPr>
          <p:nvPr/>
        </p:nvSpPr>
        <p:spPr bwMode="auto">
          <a:xfrm>
            <a:off x="9325764" y="3478188"/>
            <a:ext cx="86647" cy="418298"/>
          </a:xfrm>
          <a:custGeom>
            <a:avLst/>
            <a:gdLst>
              <a:gd name="T0" fmla="*/ 13 w 27"/>
              <a:gd name="T1" fmla="*/ 0 h 130"/>
              <a:gd name="T2" fmla="*/ 27 w 27"/>
              <a:gd name="T3" fmla="*/ 130 h 130"/>
              <a:gd name="T4" fmla="*/ 0 w 27"/>
              <a:gd name="T5" fmla="*/ 130 h 130"/>
              <a:gd name="T6" fmla="*/ 13 w 27"/>
              <a:gd name="T7" fmla="*/ 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" h="130">
                <a:moveTo>
                  <a:pt x="13" y="0"/>
                </a:moveTo>
                <a:cubicBezTo>
                  <a:pt x="15" y="6"/>
                  <a:pt x="27" y="130"/>
                  <a:pt x="27" y="130"/>
                </a:cubicBezTo>
                <a:cubicBezTo>
                  <a:pt x="27" y="130"/>
                  <a:pt x="14" y="128"/>
                  <a:pt x="0" y="130"/>
                </a:cubicBezTo>
                <a:cubicBezTo>
                  <a:pt x="0" y="130"/>
                  <a:pt x="22" y="118"/>
                  <a:pt x="13" y="0"/>
                </a:cubicBezTo>
                <a:close/>
              </a:path>
            </a:pathLst>
          </a:custGeom>
          <a:solidFill>
            <a:srgbClr val="B2D4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03" name="Oval 140">
            <a:extLst>
              <a:ext uri="{FF2B5EF4-FFF2-40B4-BE49-F238E27FC236}">
                <a16:creationId xmlns:a16="http://schemas.microsoft.com/office/drawing/2014/main" id="{61C67CA2-10C6-46AB-9DF2-097BD7AA4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8839" y="3781453"/>
            <a:ext cx="52288" cy="50793"/>
          </a:xfrm>
          <a:prstGeom prst="ellipse">
            <a:avLst/>
          </a:prstGeom>
          <a:solidFill>
            <a:srgbClr val="0013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04" name="Oval 141">
            <a:extLst>
              <a:ext uri="{FF2B5EF4-FFF2-40B4-BE49-F238E27FC236}">
                <a16:creationId xmlns:a16="http://schemas.microsoft.com/office/drawing/2014/main" id="{87ECAD8D-6C4B-47E3-B149-E41EA380A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1647" y="3781453"/>
            <a:ext cx="52288" cy="50793"/>
          </a:xfrm>
          <a:prstGeom prst="ellipse">
            <a:avLst/>
          </a:prstGeom>
          <a:solidFill>
            <a:srgbClr val="0013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05" name="Freeform 142">
            <a:extLst>
              <a:ext uri="{FF2B5EF4-FFF2-40B4-BE49-F238E27FC236}">
                <a16:creationId xmlns:a16="http://schemas.microsoft.com/office/drawing/2014/main" id="{1BB1D7BF-9E8C-4CF9-8E8F-8D6AA6099751}"/>
              </a:ext>
            </a:extLst>
          </p:cNvPr>
          <p:cNvSpPr>
            <a:spLocks/>
          </p:cNvSpPr>
          <p:nvPr/>
        </p:nvSpPr>
        <p:spPr bwMode="auto">
          <a:xfrm>
            <a:off x="8913442" y="3787429"/>
            <a:ext cx="55276" cy="38842"/>
          </a:xfrm>
          <a:custGeom>
            <a:avLst/>
            <a:gdLst>
              <a:gd name="T0" fmla="*/ 17 w 17"/>
              <a:gd name="T1" fmla="*/ 6 h 12"/>
              <a:gd name="T2" fmla="*/ 11 w 17"/>
              <a:gd name="T3" fmla="*/ 12 h 12"/>
              <a:gd name="T4" fmla="*/ 6 w 17"/>
              <a:gd name="T5" fmla="*/ 12 h 12"/>
              <a:gd name="T6" fmla="*/ 0 w 17"/>
              <a:gd name="T7" fmla="*/ 6 h 12"/>
              <a:gd name="T8" fmla="*/ 6 w 17"/>
              <a:gd name="T9" fmla="*/ 0 h 12"/>
              <a:gd name="T10" fmla="*/ 11 w 17"/>
              <a:gd name="T11" fmla="*/ 0 h 12"/>
              <a:gd name="T12" fmla="*/ 17 w 17"/>
              <a:gd name="T13" fmla="*/ 6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" h="12">
                <a:moveTo>
                  <a:pt x="17" y="6"/>
                </a:moveTo>
                <a:cubicBezTo>
                  <a:pt x="17" y="9"/>
                  <a:pt x="14" y="12"/>
                  <a:pt x="11" y="12"/>
                </a:cubicBezTo>
                <a:cubicBezTo>
                  <a:pt x="6" y="12"/>
                  <a:pt x="6" y="12"/>
                  <a:pt x="6" y="12"/>
                </a:cubicBezTo>
                <a:cubicBezTo>
                  <a:pt x="2" y="12"/>
                  <a:pt x="0" y="9"/>
                  <a:pt x="0" y="6"/>
                </a:cubicBezTo>
                <a:cubicBezTo>
                  <a:pt x="0" y="3"/>
                  <a:pt x="2" y="0"/>
                  <a:pt x="6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4" y="0"/>
                  <a:pt x="17" y="3"/>
                  <a:pt x="17" y="6"/>
                </a:cubicBezTo>
                <a:close/>
              </a:path>
            </a:pathLst>
          </a:custGeom>
          <a:solidFill>
            <a:srgbClr val="0013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06" name="Freeform 143">
            <a:extLst>
              <a:ext uri="{FF2B5EF4-FFF2-40B4-BE49-F238E27FC236}">
                <a16:creationId xmlns:a16="http://schemas.microsoft.com/office/drawing/2014/main" id="{C47BC9A0-50BA-4238-B3A1-7C2E339AF327}"/>
              </a:ext>
            </a:extLst>
          </p:cNvPr>
          <p:cNvSpPr>
            <a:spLocks/>
          </p:cNvSpPr>
          <p:nvPr/>
        </p:nvSpPr>
        <p:spPr bwMode="auto">
          <a:xfrm>
            <a:off x="9251068" y="3787429"/>
            <a:ext cx="55276" cy="38842"/>
          </a:xfrm>
          <a:custGeom>
            <a:avLst/>
            <a:gdLst>
              <a:gd name="T0" fmla="*/ 17 w 17"/>
              <a:gd name="T1" fmla="*/ 6 h 12"/>
              <a:gd name="T2" fmla="*/ 11 w 17"/>
              <a:gd name="T3" fmla="*/ 12 h 12"/>
              <a:gd name="T4" fmla="*/ 6 w 17"/>
              <a:gd name="T5" fmla="*/ 12 h 12"/>
              <a:gd name="T6" fmla="*/ 0 w 17"/>
              <a:gd name="T7" fmla="*/ 6 h 12"/>
              <a:gd name="T8" fmla="*/ 6 w 17"/>
              <a:gd name="T9" fmla="*/ 0 h 12"/>
              <a:gd name="T10" fmla="*/ 11 w 17"/>
              <a:gd name="T11" fmla="*/ 0 h 12"/>
              <a:gd name="T12" fmla="*/ 17 w 17"/>
              <a:gd name="T13" fmla="*/ 6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" h="12">
                <a:moveTo>
                  <a:pt x="17" y="6"/>
                </a:moveTo>
                <a:cubicBezTo>
                  <a:pt x="17" y="9"/>
                  <a:pt x="14" y="12"/>
                  <a:pt x="11" y="12"/>
                </a:cubicBezTo>
                <a:cubicBezTo>
                  <a:pt x="6" y="12"/>
                  <a:pt x="6" y="12"/>
                  <a:pt x="6" y="12"/>
                </a:cubicBezTo>
                <a:cubicBezTo>
                  <a:pt x="3" y="12"/>
                  <a:pt x="0" y="9"/>
                  <a:pt x="0" y="6"/>
                </a:cubicBezTo>
                <a:cubicBezTo>
                  <a:pt x="0" y="3"/>
                  <a:pt x="3" y="0"/>
                  <a:pt x="6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4" y="0"/>
                  <a:pt x="17" y="3"/>
                  <a:pt x="17" y="6"/>
                </a:cubicBezTo>
                <a:close/>
              </a:path>
            </a:pathLst>
          </a:custGeom>
          <a:solidFill>
            <a:srgbClr val="0013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07" name="Freeform 144">
            <a:extLst>
              <a:ext uri="{FF2B5EF4-FFF2-40B4-BE49-F238E27FC236}">
                <a16:creationId xmlns:a16="http://schemas.microsoft.com/office/drawing/2014/main" id="{3169F77B-6B16-414A-9F24-FC8ACBD49C6F}"/>
              </a:ext>
            </a:extLst>
          </p:cNvPr>
          <p:cNvSpPr>
            <a:spLocks/>
          </p:cNvSpPr>
          <p:nvPr/>
        </p:nvSpPr>
        <p:spPr bwMode="auto">
          <a:xfrm>
            <a:off x="8868625" y="2514609"/>
            <a:ext cx="264424" cy="609520"/>
          </a:xfrm>
          <a:custGeom>
            <a:avLst/>
            <a:gdLst>
              <a:gd name="T0" fmla="*/ 3 w 82"/>
              <a:gd name="T1" fmla="*/ 8 h 189"/>
              <a:gd name="T2" fmla="*/ 34 w 82"/>
              <a:gd name="T3" fmla="*/ 38 h 189"/>
              <a:gd name="T4" fmla="*/ 61 w 82"/>
              <a:gd name="T5" fmla="*/ 105 h 189"/>
              <a:gd name="T6" fmla="*/ 74 w 82"/>
              <a:gd name="T7" fmla="*/ 185 h 189"/>
              <a:gd name="T8" fmla="*/ 78 w 82"/>
              <a:gd name="T9" fmla="*/ 189 h 189"/>
              <a:gd name="T10" fmla="*/ 82 w 82"/>
              <a:gd name="T11" fmla="*/ 184 h 189"/>
              <a:gd name="T12" fmla="*/ 62 w 82"/>
              <a:gd name="T13" fmla="*/ 78 h 189"/>
              <a:gd name="T14" fmla="*/ 41 w 82"/>
              <a:gd name="T15" fmla="*/ 34 h 189"/>
              <a:gd name="T16" fmla="*/ 7 w 82"/>
              <a:gd name="T17" fmla="*/ 1 h 189"/>
              <a:gd name="T18" fmla="*/ 2 w 82"/>
              <a:gd name="T19" fmla="*/ 2 h 189"/>
              <a:gd name="T20" fmla="*/ 3 w 82"/>
              <a:gd name="T21" fmla="*/ 8 h 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2" h="189">
                <a:moveTo>
                  <a:pt x="3" y="8"/>
                </a:moveTo>
                <a:cubicBezTo>
                  <a:pt x="16" y="16"/>
                  <a:pt x="26" y="26"/>
                  <a:pt x="34" y="38"/>
                </a:cubicBezTo>
                <a:cubicBezTo>
                  <a:pt x="47" y="57"/>
                  <a:pt x="55" y="80"/>
                  <a:pt x="61" y="105"/>
                </a:cubicBezTo>
                <a:cubicBezTo>
                  <a:pt x="67" y="131"/>
                  <a:pt x="70" y="158"/>
                  <a:pt x="74" y="185"/>
                </a:cubicBezTo>
                <a:cubicBezTo>
                  <a:pt x="74" y="188"/>
                  <a:pt x="76" y="189"/>
                  <a:pt x="78" y="189"/>
                </a:cubicBezTo>
                <a:cubicBezTo>
                  <a:pt x="80" y="188"/>
                  <a:pt x="82" y="186"/>
                  <a:pt x="82" y="184"/>
                </a:cubicBezTo>
                <a:cubicBezTo>
                  <a:pt x="77" y="148"/>
                  <a:pt x="72" y="111"/>
                  <a:pt x="62" y="78"/>
                </a:cubicBezTo>
                <a:cubicBezTo>
                  <a:pt x="56" y="62"/>
                  <a:pt x="50" y="47"/>
                  <a:pt x="41" y="34"/>
                </a:cubicBezTo>
                <a:cubicBezTo>
                  <a:pt x="32" y="21"/>
                  <a:pt x="21" y="10"/>
                  <a:pt x="7" y="1"/>
                </a:cubicBezTo>
                <a:cubicBezTo>
                  <a:pt x="5" y="0"/>
                  <a:pt x="3" y="0"/>
                  <a:pt x="2" y="2"/>
                </a:cubicBezTo>
                <a:cubicBezTo>
                  <a:pt x="0" y="4"/>
                  <a:pt x="1" y="7"/>
                  <a:pt x="3" y="8"/>
                </a:cubicBezTo>
                <a:close/>
              </a:path>
            </a:pathLst>
          </a:custGeom>
          <a:solidFill>
            <a:srgbClr val="0013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08" name="Freeform 145">
            <a:extLst>
              <a:ext uri="{FF2B5EF4-FFF2-40B4-BE49-F238E27FC236}">
                <a16:creationId xmlns:a16="http://schemas.microsoft.com/office/drawing/2014/main" id="{BDEF0DC7-7CEB-4351-A746-18E43E0EE8B9}"/>
              </a:ext>
            </a:extLst>
          </p:cNvPr>
          <p:cNvSpPr>
            <a:spLocks/>
          </p:cNvSpPr>
          <p:nvPr/>
        </p:nvSpPr>
        <p:spPr bwMode="auto">
          <a:xfrm>
            <a:off x="8891033" y="3094250"/>
            <a:ext cx="460128" cy="718575"/>
          </a:xfrm>
          <a:custGeom>
            <a:avLst/>
            <a:gdLst>
              <a:gd name="T0" fmla="*/ 27 w 143"/>
              <a:gd name="T1" fmla="*/ 219 h 223"/>
              <a:gd name="T2" fmla="*/ 8 w 143"/>
              <a:gd name="T3" fmla="*/ 135 h 223"/>
              <a:gd name="T4" fmla="*/ 40 w 143"/>
              <a:gd name="T5" fmla="*/ 39 h 223"/>
              <a:gd name="T6" fmla="*/ 63 w 143"/>
              <a:gd name="T7" fmla="*/ 16 h 223"/>
              <a:gd name="T8" fmla="*/ 70 w 143"/>
              <a:gd name="T9" fmla="*/ 10 h 223"/>
              <a:gd name="T10" fmla="*/ 72 w 143"/>
              <a:gd name="T11" fmla="*/ 9 h 223"/>
              <a:gd name="T12" fmla="*/ 73 w 143"/>
              <a:gd name="T13" fmla="*/ 8 h 223"/>
              <a:gd name="T14" fmla="*/ 73 w 143"/>
              <a:gd name="T15" fmla="*/ 8 h 223"/>
              <a:gd name="T16" fmla="*/ 73 w 143"/>
              <a:gd name="T17" fmla="*/ 8 h 223"/>
              <a:gd name="T18" fmla="*/ 71 w 143"/>
              <a:gd name="T19" fmla="*/ 5 h 223"/>
              <a:gd name="T20" fmla="*/ 69 w 143"/>
              <a:gd name="T21" fmla="*/ 8 h 223"/>
              <a:gd name="T22" fmla="*/ 69 w 143"/>
              <a:gd name="T23" fmla="*/ 8 h 223"/>
              <a:gd name="T24" fmla="*/ 103 w 143"/>
              <a:gd name="T25" fmla="*/ 40 h 223"/>
              <a:gd name="T26" fmla="*/ 135 w 143"/>
              <a:gd name="T27" fmla="*/ 129 h 223"/>
              <a:gd name="T28" fmla="*/ 110 w 143"/>
              <a:gd name="T29" fmla="*/ 219 h 223"/>
              <a:gd name="T30" fmla="*/ 117 w 143"/>
              <a:gd name="T31" fmla="*/ 223 h 223"/>
              <a:gd name="T32" fmla="*/ 143 w 143"/>
              <a:gd name="T33" fmla="*/ 129 h 223"/>
              <a:gd name="T34" fmla="*/ 108 w 143"/>
              <a:gd name="T35" fmla="*/ 33 h 223"/>
              <a:gd name="T36" fmla="*/ 73 w 143"/>
              <a:gd name="T37" fmla="*/ 1 h 223"/>
              <a:gd name="T38" fmla="*/ 71 w 143"/>
              <a:gd name="T39" fmla="*/ 0 h 223"/>
              <a:gd name="T40" fmla="*/ 69 w 143"/>
              <a:gd name="T41" fmla="*/ 1 h 223"/>
              <a:gd name="T42" fmla="*/ 34 w 143"/>
              <a:gd name="T43" fmla="*/ 34 h 223"/>
              <a:gd name="T44" fmla="*/ 0 w 143"/>
              <a:gd name="T45" fmla="*/ 135 h 223"/>
              <a:gd name="T46" fmla="*/ 20 w 143"/>
              <a:gd name="T47" fmla="*/ 223 h 223"/>
              <a:gd name="T48" fmla="*/ 27 w 143"/>
              <a:gd name="T49" fmla="*/ 219 h 2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43" h="223">
                <a:moveTo>
                  <a:pt x="27" y="219"/>
                </a:moveTo>
                <a:cubicBezTo>
                  <a:pt x="13" y="187"/>
                  <a:pt x="8" y="159"/>
                  <a:pt x="8" y="135"/>
                </a:cubicBezTo>
                <a:cubicBezTo>
                  <a:pt x="8" y="92"/>
                  <a:pt x="24" y="60"/>
                  <a:pt x="40" y="39"/>
                </a:cubicBezTo>
                <a:cubicBezTo>
                  <a:pt x="49" y="29"/>
                  <a:pt x="57" y="21"/>
                  <a:pt x="63" y="16"/>
                </a:cubicBezTo>
                <a:cubicBezTo>
                  <a:pt x="66" y="13"/>
                  <a:pt x="68" y="11"/>
                  <a:pt x="70" y="10"/>
                </a:cubicBezTo>
                <a:cubicBezTo>
                  <a:pt x="71" y="9"/>
                  <a:pt x="72" y="9"/>
                  <a:pt x="72" y="9"/>
                </a:cubicBezTo>
                <a:cubicBezTo>
                  <a:pt x="73" y="8"/>
                  <a:pt x="73" y="8"/>
                  <a:pt x="73" y="8"/>
                </a:cubicBezTo>
                <a:cubicBezTo>
                  <a:pt x="73" y="8"/>
                  <a:pt x="73" y="8"/>
                  <a:pt x="73" y="8"/>
                </a:cubicBezTo>
                <a:cubicBezTo>
                  <a:pt x="73" y="8"/>
                  <a:pt x="73" y="8"/>
                  <a:pt x="73" y="8"/>
                </a:cubicBezTo>
                <a:cubicBezTo>
                  <a:pt x="71" y="5"/>
                  <a:pt x="71" y="5"/>
                  <a:pt x="71" y="5"/>
                </a:cubicBezTo>
                <a:cubicBezTo>
                  <a:pt x="69" y="8"/>
                  <a:pt x="69" y="8"/>
                  <a:pt x="69" y="8"/>
                </a:cubicBezTo>
                <a:cubicBezTo>
                  <a:pt x="69" y="8"/>
                  <a:pt x="69" y="8"/>
                  <a:pt x="69" y="8"/>
                </a:cubicBezTo>
                <a:cubicBezTo>
                  <a:pt x="71" y="9"/>
                  <a:pt x="87" y="20"/>
                  <a:pt x="103" y="40"/>
                </a:cubicBezTo>
                <a:cubicBezTo>
                  <a:pt x="119" y="60"/>
                  <a:pt x="135" y="90"/>
                  <a:pt x="135" y="129"/>
                </a:cubicBezTo>
                <a:cubicBezTo>
                  <a:pt x="135" y="155"/>
                  <a:pt x="128" y="185"/>
                  <a:pt x="110" y="219"/>
                </a:cubicBezTo>
                <a:cubicBezTo>
                  <a:pt x="117" y="223"/>
                  <a:pt x="117" y="223"/>
                  <a:pt x="117" y="223"/>
                </a:cubicBezTo>
                <a:cubicBezTo>
                  <a:pt x="136" y="187"/>
                  <a:pt x="143" y="156"/>
                  <a:pt x="143" y="129"/>
                </a:cubicBezTo>
                <a:cubicBezTo>
                  <a:pt x="143" y="86"/>
                  <a:pt x="125" y="54"/>
                  <a:pt x="108" y="33"/>
                </a:cubicBezTo>
                <a:cubicBezTo>
                  <a:pt x="90" y="12"/>
                  <a:pt x="73" y="2"/>
                  <a:pt x="73" y="1"/>
                </a:cubicBezTo>
                <a:cubicBezTo>
                  <a:pt x="71" y="0"/>
                  <a:pt x="71" y="0"/>
                  <a:pt x="71" y="0"/>
                </a:cubicBezTo>
                <a:cubicBezTo>
                  <a:pt x="69" y="1"/>
                  <a:pt x="69" y="1"/>
                  <a:pt x="69" y="1"/>
                </a:cubicBezTo>
                <a:cubicBezTo>
                  <a:pt x="68" y="2"/>
                  <a:pt x="51" y="12"/>
                  <a:pt x="34" y="34"/>
                </a:cubicBezTo>
                <a:cubicBezTo>
                  <a:pt x="17" y="56"/>
                  <a:pt x="0" y="90"/>
                  <a:pt x="0" y="135"/>
                </a:cubicBezTo>
                <a:cubicBezTo>
                  <a:pt x="0" y="160"/>
                  <a:pt x="5" y="190"/>
                  <a:pt x="20" y="223"/>
                </a:cubicBezTo>
                <a:cubicBezTo>
                  <a:pt x="27" y="219"/>
                  <a:pt x="27" y="219"/>
                  <a:pt x="27" y="219"/>
                </a:cubicBezTo>
                <a:close/>
              </a:path>
            </a:pathLst>
          </a:custGeom>
          <a:solidFill>
            <a:srgbClr val="0013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09" name="Freeform 146">
            <a:extLst>
              <a:ext uri="{FF2B5EF4-FFF2-40B4-BE49-F238E27FC236}">
                <a16:creationId xmlns:a16="http://schemas.microsoft.com/office/drawing/2014/main" id="{551BB2A2-3FA6-4FFA-BF8D-25F9C33B44E0}"/>
              </a:ext>
            </a:extLst>
          </p:cNvPr>
          <p:cNvSpPr>
            <a:spLocks/>
          </p:cNvSpPr>
          <p:nvPr/>
        </p:nvSpPr>
        <p:spPr bwMode="auto">
          <a:xfrm>
            <a:off x="8838746" y="4682288"/>
            <a:ext cx="77684" cy="49299"/>
          </a:xfrm>
          <a:custGeom>
            <a:avLst/>
            <a:gdLst>
              <a:gd name="T0" fmla="*/ 22 w 24"/>
              <a:gd name="T1" fmla="*/ 15 h 15"/>
              <a:gd name="T2" fmla="*/ 12 w 24"/>
              <a:gd name="T3" fmla="*/ 12 h 15"/>
              <a:gd name="T4" fmla="*/ 2 w 24"/>
              <a:gd name="T5" fmla="*/ 15 h 15"/>
              <a:gd name="T6" fmla="*/ 0 w 24"/>
              <a:gd name="T7" fmla="*/ 12 h 15"/>
              <a:gd name="T8" fmla="*/ 12 w 24"/>
              <a:gd name="T9" fmla="*/ 0 h 15"/>
              <a:gd name="T10" fmla="*/ 24 w 24"/>
              <a:gd name="T11" fmla="*/ 12 h 15"/>
              <a:gd name="T12" fmla="*/ 22 w 24"/>
              <a:gd name="T13" fmla="*/ 15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" h="15">
                <a:moveTo>
                  <a:pt x="22" y="15"/>
                </a:moveTo>
                <a:cubicBezTo>
                  <a:pt x="20" y="15"/>
                  <a:pt x="17" y="12"/>
                  <a:pt x="12" y="12"/>
                </a:cubicBezTo>
                <a:cubicBezTo>
                  <a:pt x="8" y="12"/>
                  <a:pt x="4" y="15"/>
                  <a:pt x="2" y="15"/>
                </a:cubicBezTo>
                <a:cubicBezTo>
                  <a:pt x="1" y="15"/>
                  <a:pt x="0" y="14"/>
                  <a:pt x="0" y="12"/>
                </a:cubicBezTo>
                <a:cubicBezTo>
                  <a:pt x="0" y="5"/>
                  <a:pt x="6" y="0"/>
                  <a:pt x="12" y="0"/>
                </a:cubicBezTo>
                <a:cubicBezTo>
                  <a:pt x="19" y="0"/>
                  <a:pt x="24" y="5"/>
                  <a:pt x="24" y="12"/>
                </a:cubicBezTo>
                <a:cubicBezTo>
                  <a:pt x="24" y="14"/>
                  <a:pt x="23" y="15"/>
                  <a:pt x="22" y="15"/>
                </a:cubicBezTo>
              </a:path>
            </a:pathLst>
          </a:custGeom>
          <a:solidFill>
            <a:srgbClr val="81B6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10" name="Freeform 147">
            <a:extLst>
              <a:ext uri="{FF2B5EF4-FFF2-40B4-BE49-F238E27FC236}">
                <a16:creationId xmlns:a16="http://schemas.microsoft.com/office/drawing/2014/main" id="{5E76F0C1-5F1A-4AB0-A644-11B666ABE8CE}"/>
              </a:ext>
            </a:extLst>
          </p:cNvPr>
          <p:cNvSpPr>
            <a:spLocks/>
          </p:cNvSpPr>
          <p:nvPr/>
        </p:nvSpPr>
        <p:spPr bwMode="auto">
          <a:xfrm>
            <a:off x="8874600" y="5208148"/>
            <a:ext cx="74696" cy="47805"/>
          </a:xfrm>
          <a:custGeom>
            <a:avLst/>
            <a:gdLst>
              <a:gd name="T0" fmla="*/ 22 w 23"/>
              <a:gd name="T1" fmla="*/ 15 h 15"/>
              <a:gd name="T2" fmla="*/ 11 w 23"/>
              <a:gd name="T3" fmla="*/ 12 h 15"/>
              <a:gd name="T4" fmla="*/ 1 w 23"/>
              <a:gd name="T5" fmla="*/ 15 h 15"/>
              <a:gd name="T6" fmla="*/ 0 w 23"/>
              <a:gd name="T7" fmla="*/ 12 h 15"/>
              <a:gd name="T8" fmla="*/ 11 w 23"/>
              <a:gd name="T9" fmla="*/ 0 h 15"/>
              <a:gd name="T10" fmla="*/ 23 w 23"/>
              <a:gd name="T11" fmla="*/ 12 h 15"/>
              <a:gd name="T12" fmla="*/ 22 w 23"/>
              <a:gd name="T13" fmla="*/ 15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" h="15">
                <a:moveTo>
                  <a:pt x="22" y="15"/>
                </a:moveTo>
                <a:cubicBezTo>
                  <a:pt x="19" y="15"/>
                  <a:pt x="16" y="12"/>
                  <a:pt x="11" y="12"/>
                </a:cubicBezTo>
                <a:cubicBezTo>
                  <a:pt x="7" y="12"/>
                  <a:pt x="3" y="15"/>
                  <a:pt x="1" y="15"/>
                </a:cubicBezTo>
                <a:cubicBezTo>
                  <a:pt x="0" y="15"/>
                  <a:pt x="0" y="14"/>
                  <a:pt x="0" y="12"/>
                </a:cubicBezTo>
                <a:cubicBezTo>
                  <a:pt x="0" y="6"/>
                  <a:pt x="5" y="0"/>
                  <a:pt x="11" y="0"/>
                </a:cubicBezTo>
                <a:cubicBezTo>
                  <a:pt x="18" y="0"/>
                  <a:pt x="23" y="6"/>
                  <a:pt x="23" y="12"/>
                </a:cubicBezTo>
                <a:cubicBezTo>
                  <a:pt x="23" y="14"/>
                  <a:pt x="23" y="15"/>
                  <a:pt x="22" y="15"/>
                </a:cubicBezTo>
              </a:path>
            </a:pathLst>
          </a:custGeom>
          <a:solidFill>
            <a:srgbClr val="81B6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11" name="Freeform 148">
            <a:extLst>
              <a:ext uri="{FF2B5EF4-FFF2-40B4-BE49-F238E27FC236}">
                <a16:creationId xmlns:a16="http://schemas.microsoft.com/office/drawing/2014/main" id="{3209ADD5-41FA-40CC-B609-A13968E485CF}"/>
              </a:ext>
            </a:extLst>
          </p:cNvPr>
          <p:cNvSpPr>
            <a:spLocks/>
          </p:cNvSpPr>
          <p:nvPr/>
        </p:nvSpPr>
        <p:spPr bwMode="auto">
          <a:xfrm>
            <a:off x="9055364" y="1816949"/>
            <a:ext cx="38842" cy="103080"/>
          </a:xfrm>
          <a:custGeom>
            <a:avLst/>
            <a:gdLst>
              <a:gd name="T0" fmla="*/ 3 w 12"/>
              <a:gd name="T1" fmla="*/ 0 h 32"/>
              <a:gd name="T2" fmla="*/ 10 w 12"/>
              <a:gd name="T3" fmla="*/ 19 h 32"/>
              <a:gd name="T4" fmla="*/ 0 w 12"/>
              <a:gd name="T5" fmla="*/ 32 h 32"/>
              <a:gd name="T6" fmla="*/ 3 w 12"/>
              <a:gd name="T7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" h="32">
                <a:moveTo>
                  <a:pt x="3" y="0"/>
                </a:moveTo>
                <a:cubicBezTo>
                  <a:pt x="3" y="0"/>
                  <a:pt x="12" y="12"/>
                  <a:pt x="10" y="19"/>
                </a:cubicBezTo>
                <a:cubicBezTo>
                  <a:pt x="9" y="26"/>
                  <a:pt x="0" y="32"/>
                  <a:pt x="0" y="32"/>
                </a:cubicBezTo>
                <a:cubicBezTo>
                  <a:pt x="3" y="0"/>
                  <a:pt x="3" y="0"/>
                  <a:pt x="3" y="0"/>
                </a:cubicBezTo>
                <a:close/>
              </a:path>
            </a:pathLst>
          </a:custGeom>
          <a:solidFill>
            <a:srgbClr val="F1585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2" name="Freeform 149">
            <a:extLst>
              <a:ext uri="{FF2B5EF4-FFF2-40B4-BE49-F238E27FC236}">
                <a16:creationId xmlns:a16="http://schemas.microsoft.com/office/drawing/2014/main" id="{B20637A8-5892-4A89-90E8-2444ABC6DCA0}"/>
              </a:ext>
            </a:extLst>
          </p:cNvPr>
          <p:cNvSpPr>
            <a:spLocks/>
          </p:cNvSpPr>
          <p:nvPr/>
        </p:nvSpPr>
        <p:spPr bwMode="auto">
          <a:xfrm>
            <a:off x="8272550" y="1816949"/>
            <a:ext cx="38842" cy="103080"/>
          </a:xfrm>
          <a:custGeom>
            <a:avLst/>
            <a:gdLst>
              <a:gd name="T0" fmla="*/ 9 w 12"/>
              <a:gd name="T1" fmla="*/ 0 h 32"/>
              <a:gd name="T2" fmla="*/ 2 w 12"/>
              <a:gd name="T3" fmla="*/ 19 h 32"/>
              <a:gd name="T4" fmla="*/ 12 w 12"/>
              <a:gd name="T5" fmla="*/ 32 h 32"/>
              <a:gd name="T6" fmla="*/ 9 w 12"/>
              <a:gd name="T7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" h="32">
                <a:moveTo>
                  <a:pt x="9" y="0"/>
                </a:moveTo>
                <a:cubicBezTo>
                  <a:pt x="9" y="0"/>
                  <a:pt x="0" y="12"/>
                  <a:pt x="2" y="19"/>
                </a:cubicBezTo>
                <a:cubicBezTo>
                  <a:pt x="3" y="26"/>
                  <a:pt x="12" y="32"/>
                  <a:pt x="12" y="32"/>
                </a:cubicBezTo>
                <a:cubicBezTo>
                  <a:pt x="9" y="0"/>
                  <a:pt x="9" y="0"/>
                  <a:pt x="9" y="0"/>
                </a:cubicBezTo>
                <a:close/>
              </a:path>
            </a:pathLst>
          </a:custGeom>
          <a:solidFill>
            <a:srgbClr val="F1585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3" name="Freeform 150">
            <a:extLst>
              <a:ext uri="{FF2B5EF4-FFF2-40B4-BE49-F238E27FC236}">
                <a16:creationId xmlns:a16="http://schemas.microsoft.com/office/drawing/2014/main" id="{FB5B9C29-5552-407E-83D8-E52FCB8BDE27}"/>
              </a:ext>
            </a:extLst>
          </p:cNvPr>
          <p:cNvSpPr>
            <a:spLocks/>
          </p:cNvSpPr>
          <p:nvPr/>
        </p:nvSpPr>
        <p:spPr bwMode="auto">
          <a:xfrm>
            <a:off x="8294959" y="1323955"/>
            <a:ext cx="754430" cy="530341"/>
          </a:xfrm>
          <a:custGeom>
            <a:avLst/>
            <a:gdLst>
              <a:gd name="T0" fmla="*/ 5 w 234"/>
              <a:gd name="T1" fmla="*/ 165 h 165"/>
              <a:gd name="T2" fmla="*/ 45 w 234"/>
              <a:gd name="T3" fmla="*/ 73 h 165"/>
              <a:gd name="T4" fmla="*/ 83 w 234"/>
              <a:gd name="T5" fmla="*/ 33 h 165"/>
              <a:gd name="T6" fmla="*/ 125 w 234"/>
              <a:gd name="T7" fmla="*/ 76 h 165"/>
              <a:gd name="T8" fmla="*/ 231 w 234"/>
              <a:gd name="T9" fmla="*/ 132 h 165"/>
              <a:gd name="T10" fmla="*/ 234 w 234"/>
              <a:gd name="T11" fmla="*/ 115 h 165"/>
              <a:gd name="T12" fmla="*/ 87 w 234"/>
              <a:gd name="T13" fmla="*/ 0 h 165"/>
              <a:gd name="T14" fmla="*/ 19 w 234"/>
              <a:gd name="T15" fmla="*/ 77 h 165"/>
              <a:gd name="T16" fmla="*/ 0 w 234"/>
              <a:gd name="T17" fmla="*/ 123 h 165"/>
              <a:gd name="T18" fmla="*/ 5 w 234"/>
              <a:gd name="T19" fmla="*/ 165 h 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34" h="165">
                <a:moveTo>
                  <a:pt x="5" y="165"/>
                </a:moveTo>
                <a:cubicBezTo>
                  <a:pt x="6" y="140"/>
                  <a:pt x="21" y="89"/>
                  <a:pt x="45" y="73"/>
                </a:cubicBezTo>
                <a:cubicBezTo>
                  <a:pt x="68" y="57"/>
                  <a:pt x="83" y="33"/>
                  <a:pt x="83" y="33"/>
                </a:cubicBezTo>
                <a:cubicBezTo>
                  <a:pt x="83" y="33"/>
                  <a:pt x="82" y="67"/>
                  <a:pt x="125" y="76"/>
                </a:cubicBezTo>
                <a:cubicBezTo>
                  <a:pt x="172" y="87"/>
                  <a:pt x="216" y="95"/>
                  <a:pt x="231" y="132"/>
                </a:cubicBezTo>
                <a:cubicBezTo>
                  <a:pt x="234" y="115"/>
                  <a:pt x="234" y="115"/>
                  <a:pt x="234" y="115"/>
                </a:cubicBezTo>
                <a:cubicBezTo>
                  <a:pt x="87" y="0"/>
                  <a:pt x="87" y="0"/>
                  <a:pt x="87" y="0"/>
                </a:cubicBezTo>
                <a:cubicBezTo>
                  <a:pt x="19" y="77"/>
                  <a:pt x="19" y="77"/>
                  <a:pt x="19" y="77"/>
                </a:cubicBezTo>
                <a:cubicBezTo>
                  <a:pt x="0" y="123"/>
                  <a:pt x="0" y="123"/>
                  <a:pt x="0" y="123"/>
                </a:cubicBezTo>
                <a:cubicBezTo>
                  <a:pt x="5" y="165"/>
                  <a:pt x="5" y="165"/>
                  <a:pt x="5" y="165"/>
                </a:cubicBezTo>
                <a:close/>
              </a:path>
            </a:pathLst>
          </a:custGeom>
          <a:solidFill>
            <a:srgbClr val="F1585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4" name="Freeform 151">
            <a:extLst>
              <a:ext uri="{FF2B5EF4-FFF2-40B4-BE49-F238E27FC236}">
                <a16:creationId xmlns:a16="http://schemas.microsoft.com/office/drawing/2014/main" id="{3A2185E7-DE80-44EA-B97C-3561C03BB498}"/>
              </a:ext>
            </a:extLst>
          </p:cNvPr>
          <p:cNvSpPr>
            <a:spLocks/>
          </p:cNvSpPr>
          <p:nvPr/>
        </p:nvSpPr>
        <p:spPr bwMode="auto">
          <a:xfrm>
            <a:off x="8559383" y="1193984"/>
            <a:ext cx="527354" cy="712600"/>
          </a:xfrm>
          <a:custGeom>
            <a:avLst/>
            <a:gdLst>
              <a:gd name="T0" fmla="*/ 153 w 164"/>
              <a:gd name="T1" fmla="*/ 221 h 221"/>
              <a:gd name="T2" fmla="*/ 129 w 164"/>
              <a:gd name="T3" fmla="*/ 141 h 221"/>
              <a:gd name="T4" fmla="*/ 30 w 164"/>
              <a:gd name="T5" fmla="*/ 100 h 221"/>
              <a:gd name="T6" fmla="*/ 3 w 164"/>
              <a:gd name="T7" fmla="*/ 23 h 221"/>
              <a:gd name="T8" fmla="*/ 63 w 164"/>
              <a:gd name="T9" fmla="*/ 4 h 221"/>
              <a:gd name="T10" fmla="*/ 161 w 164"/>
              <a:gd name="T11" fmla="*/ 168 h 221"/>
              <a:gd name="T12" fmla="*/ 153 w 164"/>
              <a:gd name="T13" fmla="*/ 221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64" h="221">
                <a:moveTo>
                  <a:pt x="153" y="221"/>
                </a:moveTo>
                <a:cubicBezTo>
                  <a:pt x="153" y="189"/>
                  <a:pt x="155" y="164"/>
                  <a:pt x="129" y="141"/>
                </a:cubicBezTo>
                <a:cubicBezTo>
                  <a:pt x="92" y="108"/>
                  <a:pt x="60" y="120"/>
                  <a:pt x="30" y="100"/>
                </a:cubicBezTo>
                <a:cubicBezTo>
                  <a:pt x="3" y="81"/>
                  <a:pt x="0" y="51"/>
                  <a:pt x="3" y="23"/>
                </a:cubicBezTo>
                <a:cubicBezTo>
                  <a:pt x="4" y="8"/>
                  <a:pt x="38" y="0"/>
                  <a:pt x="63" y="4"/>
                </a:cubicBezTo>
                <a:cubicBezTo>
                  <a:pt x="143" y="20"/>
                  <a:pt x="164" y="103"/>
                  <a:pt x="161" y="168"/>
                </a:cubicBezTo>
                <a:cubicBezTo>
                  <a:pt x="160" y="201"/>
                  <a:pt x="153" y="221"/>
                  <a:pt x="153" y="221"/>
                </a:cubicBezTo>
                <a:close/>
              </a:path>
            </a:pathLst>
          </a:custGeom>
          <a:solidFill>
            <a:srgbClr val="00203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6" name="Freeform 152">
            <a:extLst>
              <a:ext uri="{FF2B5EF4-FFF2-40B4-BE49-F238E27FC236}">
                <a16:creationId xmlns:a16="http://schemas.microsoft.com/office/drawing/2014/main" id="{9A8D60F2-B813-474C-A593-5FF677D581EF}"/>
              </a:ext>
            </a:extLst>
          </p:cNvPr>
          <p:cNvSpPr>
            <a:spLocks/>
          </p:cNvSpPr>
          <p:nvPr/>
        </p:nvSpPr>
        <p:spPr bwMode="auto">
          <a:xfrm>
            <a:off x="8262093" y="1171575"/>
            <a:ext cx="319699" cy="754429"/>
          </a:xfrm>
          <a:custGeom>
            <a:avLst/>
            <a:gdLst>
              <a:gd name="T0" fmla="*/ 94 w 99"/>
              <a:gd name="T1" fmla="*/ 58 h 234"/>
              <a:gd name="T2" fmla="*/ 53 w 99"/>
              <a:gd name="T3" fmla="*/ 108 h 234"/>
              <a:gd name="T4" fmla="*/ 16 w 99"/>
              <a:gd name="T5" fmla="*/ 234 h 234"/>
              <a:gd name="T6" fmla="*/ 1 w 99"/>
              <a:gd name="T7" fmla="*/ 147 h 234"/>
              <a:gd name="T8" fmla="*/ 99 w 99"/>
              <a:gd name="T9" fmla="*/ 30 h 234"/>
              <a:gd name="T10" fmla="*/ 94 w 99"/>
              <a:gd name="T11" fmla="*/ 58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9" h="234">
                <a:moveTo>
                  <a:pt x="94" y="58"/>
                </a:moveTo>
                <a:cubicBezTo>
                  <a:pt x="88" y="78"/>
                  <a:pt x="73" y="93"/>
                  <a:pt x="53" y="108"/>
                </a:cubicBezTo>
                <a:cubicBezTo>
                  <a:pt x="15" y="138"/>
                  <a:pt x="13" y="214"/>
                  <a:pt x="16" y="234"/>
                </a:cubicBezTo>
                <a:cubicBezTo>
                  <a:pt x="16" y="234"/>
                  <a:pt x="2" y="195"/>
                  <a:pt x="1" y="147"/>
                </a:cubicBezTo>
                <a:cubicBezTo>
                  <a:pt x="0" y="81"/>
                  <a:pt x="55" y="0"/>
                  <a:pt x="99" y="30"/>
                </a:cubicBezTo>
                <a:cubicBezTo>
                  <a:pt x="98" y="41"/>
                  <a:pt x="96" y="50"/>
                  <a:pt x="94" y="58"/>
                </a:cubicBezTo>
                <a:close/>
              </a:path>
            </a:pathLst>
          </a:custGeom>
          <a:solidFill>
            <a:srgbClr val="00203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7" name="Freeform 153">
            <a:extLst>
              <a:ext uri="{FF2B5EF4-FFF2-40B4-BE49-F238E27FC236}">
                <a16:creationId xmlns:a16="http://schemas.microsoft.com/office/drawing/2014/main" id="{F41145E4-0DB8-42F5-9C5D-39D176ABAB4B}"/>
              </a:ext>
            </a:extLst>
          </p:cNvPr>
          <p:cNvSpPr>
            <a:spLocks/>
          </p:cNvSpPr>
          <p:nvPr/>
        </p:nvSpPr>
        <p:spPr bwMode="auto">
          <a:xfrm>
            <a:off x="9236129" y="2537018"/>
            <a:ext cx="8964" cy="35854"/>
          </a:xfrm>
          <a:custGeom>
            <a:avLst/>
            <a:gdLst>
              <a:gd name="T0" fmla="*/ 6 w 6"/>
              <a:gd name="T1" fmla="*/ 0 h 24"/>
              <a:gd name="T2" fmla="*/ 0 w 6"/>
              <a:gd name="T3" fmla="*/ 0 h 24"/>
              <a:gd name="T4" fmla="*/ 0 w 6"/>
              <a:gd name="T5" fmla="*/ 24 h 24"/>
              <a:gd name="T6" fmla="*/ 6 w 6"/>
              <a:gd name="T7" fmla="*/ 24 h 24"/>
              <a:gd name="T8" fmla="*/ 6 w 6"/>
              <a:gd name="T9" fmla="*/ 0 h 24"/>
              <a:gd name="T10" fmla="*/ 6 w 6"/>
              <a:gd name="T11" fmla="*/ 0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" h="24">
                <a:moveTo>
                  <a:pt x="6" y="0"/>
                </a:moveTo>
                <a:lnTo>
                  <a:pt x="0" y="0"/>
                </a:lnTo>
                <a:lnTo>
                  <a:pt x="0" y="24"/>
                </a:lnTo>
                <a:lnTo>
                  <a:pt x="6" y="24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8" name="Freeform 154">
            <a:extLst>
              <a:ext uri="{FF2B5EF4-FFF2-40B4-BE49-F238E27FC236}">
                <a16:creationId xmlns:a16="http://schemas.microsoft.com/office/drawing/2014/main" id="{9AC26C6D-4112-4D47-A474-044F51EC14E7}"/>
              </a:ext>
            </a:extLst>
          </p:cNvPr>
          <p:cNvSpPr>
            <a:spLocks/>
          </p:cNvSpPr>
          <p:nvPr/>
        </p:nvSpPr>
        <p:spPr bwMode="auto">
          <a:xfrm>
            <a:off x="9267501" y="2514609"/>
            <a:ext cx="10458" cy="58262"/>
          </a:xfrm>
          <a:custGeom>
            <a:avLst/>
            <a:gdLst>
              <a:gd name="T0" fmla="*/ 7 w 7"/>
              <a:gd name="T1" fmla="*/ 0 h 39"/>
              <a:gd name="T2" fmla="*/ 0 w 7"/>
              <a:gd name="T3" fmla="*/ 0 h 39"/>
              <a:gd name="T4" fmla="*/ 0 w 7"/>
              <a:gd name="T5" fmla="*/ 39 h 39"/>
              <a:gd name="T6" fmla="*/ 7 w 7"/>
              <a:gd name="T7" fmla="*/ 39 h 39"/>
              <a:gd name="T8" fmla="*/ 7 w 7"/>
              <a:gd name="T9" fmla="*/ 0 h 39"/>
              <a:gd name="T10" fmla="*/ 7 w 7"/>
              <a:gd name="T11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" h="39">
                <a:moveTo>
                  <a:pt x="7" y="0"/>
                </a:moveTo>
                <a:lnTo>
                  <a:pt x="0" y="0"/>
                </a:lnTo>
                <a:lnTo>
                  <a:pt x="0" y="39"/>
                </a:lnTo>
                <a:lnTo>
                  <a:pt x="7" y="39"/>
                </a:lnTo>
                <a:lnTo>
                  <a:pt x="7" y="0"/>
                </a:lnTo>
                <a:lnTo>
                  <a:pt x="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9" name="Freeform 155">
            <a:extLst>
              <a:ext uri="{FF2B5EF4-FFF2-40B4-BE49-F238E27FC236}">
                <a16:creationId xmlns:a16="http://schemas.microsoft.com/office/drawing/2014/main" id="{6A5EAE00-11A8-4BBE-9354-CC88DFE04A01}"/>
              </a:ext>
            </a:extLst>
          </p:cNvPr>
          <p:cNvSpPr>
            <a:spLocks/>
          </p:cNvSpPr>
          <p:nvPr/>
        </p:nvSpPr>
        <p:spPr bwMode="auto">
          <a:xfrm>
            <a:off x="9300367" y="2492201"/>
            <a:ext cx="8964" cy="80672"/>
          </a:xfrm>
          <a:custGeom>
            <a:avLst/>
            <a:gdLst>
              <a:gd name="T0" fmla="*/ 6 w 6"/>
              <a:gd name="T1" fmla="*/ 0 h 54"/>
              <a:gd name="T2" fmla="*/ 0 w 6"/>
              <a:gd name="T3" fmla="*/ 0 h 54"/>
              <a:gd name="T4" fmla="*/ 0 w 6"/>
              <a:gd name="T5" fmla="*/ 54 h 54"/>
              <a:gd name="T6" fmla="*/ 6 w 6"/>
              <a:gd name="T7" fmla="*/ 54 h 54"/>
              <a:gd name="T8" fmla="*/ 6 w 6"/>
              <a:gd name="T9" fmla="*/ 0 h 54"/>
              <a:gd name="T10" fmla="*/ 6 w 6"/>
              <a:gd name="T11" fmla="*/ 0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" h="54">
                <a:moveTo>
                  <a:pt x="6" y="0"/>
                </a:moveTo>
                <a:lnTo>
                  <a:pt x="0" y="0"/>
                </a:lnTo>
                <a:lnTo>
                  <a:pt x="0" y="54"/>
                </a:lnTo>
                <a:lnTo>
                  <a:pt x="6" y="54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0" name="Oval 156">
            <a:extLst>
              <a:ext uri="{FF2B5EF4-FFF2-40B4-BE49-F238E27FC236}">
                <a16:creationId xmlns:a16="http://schemas.microsoft.com/office/drawing/2014/main" id="{D290A559-044E-4069-ADEC-6A1BA1B66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4067" y="2274088"/>
            <a:ext cx="64239" cy="67226"/>
          </a:xfrm>
          <a:prstGeom prst="ellipse">
            <a:avLst/>
          </a:prstGeom>
          <a:solidFill>
            <a:srgbClr val="1378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1" name="Oval 157">
            <a:extLst>
              <a:ext uri="{FF2B5EF4-FFF2-40B4-BE49-F238E27FC236}">
                <a16:creationId xmlns:a16="http://schemas.microsoft.com/office/drawing/2014/main" id="{7AEF0493-667C-4872-AA66-E3FB0609E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172" y="2274088"/>
            <a:ext cx="64239" cy="67226"/>
          </a:xfrm>
          <a:prstGeom prst="ellipse">
            <a:avLst/>
          </a:prstGeom>
          <a:solidFill>
            <a:srgbClr val="004B6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2" name="Freeform 158">
            <a:extLst>
              <a:ext uri="{FF2B5EF4-FFF2-40B4-BE49-F238E27FC236}">
                <a16:creationId xmlns:a16="http://schemas.microsoft.com/office/drawing/2014/main" id="{D76ADCC5-CDD5-4146-98B5-39DCF79ECF8D}"/>
              </a:ext>
            </a:extLst>
          </p:cNvPr>
          <p:cNvSpPr>
            <a:spLocks noEditPoints="1"/>
          </p:cNvSpPr>
          <p:nvPr/>
        </p:nvSpPr>
        <p:spPr bwMode="auto">
          <a:xfrm>
            <a:off x="6615793" y="1755697"/>
            <a:ext cx="1102513" cy="911291"/>
          </a:xfrm>
          <a:custGeom>
            <a:avLst/>
            <a:gdLst>
              <a:gd name="T0" fmla="*/ 262 w 342"/>
              <a:gd name="T1" fmla="*/ 146 h 283"/>
              <a:gd name="T2" fmla="*/ 240 w 342"/>
              <a:gd name="T3" fmla="*/ 124 h 283"/>
              <a:gd name="T4" fmla="*/ 262 w 342"/>
              <a:gd name="T5" fmla="*/ 102 h 283"/>
              <a:gd name="T6" fmla="*/ 284 w 342"/>
              <a:gd name="T7" fmla="*/ 124 h 283"/>
              <a:gd name="T8" fmla="*/ 262 w 342"/>
              <a:gd name="T9" fmla="*/ 146 h 283"/>
              <a:gd name="T10" fmla="*/ 171 w 342"/>
              <a:gd name="T11" fmla="*/ 146 h 283"/>
              <a:gd name="T12" fmla="*/ 149 w 342"/>
              <a:gd name="T13" fmla="*/ 124 h 283"/>
              <a:gd name="T14" fmla="*/ 171 w 342"/>
              <a:gd name="T15" fmla="*/ 102 h 283"/>
              <a:gd name="T16" fmla="*/ 194 w 342"/>
              <a:gd name="T17" fmla="*/ 124 h 283"/>
              <a:gd name="T18" fmla="*/ 171 w 342"/>
              <a:gd name="T19" fmla="*/ 146 h 283"/>
              <a:gd name="T20" fmla="*/ 81 w 342"/>
              <a:gd name="T21" fmla="*/ 146 h 283"/>
              <a:gd name="T22" fmla="*/ 59 w 342"/>
              <a:gd name="T23" fmla="*/ 124 h 283"/>
              <a:gd name="T24" fmla="*/ 81 w 342"/>
              <a:gd name="T25" fmla="*/ 102 h 283"/>
              <a:gd name="T26" fmla="*/ 103 w 342"/>
              <a:gd name="T27" fmla="*/ 124 h 283"/>
              <a:gd name="T28" fmla="*/ 81 w 342"/>
              <a:gd name="T29" fmla="*/ 146 h 283"/>
              <a:gd name="T30" fmla="*/ 261 w 342"/>
              <a:gd name="T31" fmla="*/ 0 h 283"/>
              <a:gd name="T32" fmla="*/ 81 w 342"/>
              <a:gd name="T33" fmla="*/ 0 h 283"/>
              <a:gd name="T34" fmla="*/ 0 w 342"/>
              <a:gd name="T35" fmla="*/ 80 h 283"/>
              <a:gd name="T36" fmla="*/ 0 w 342"/>
              <a:gd name="T37" fmla="*/ 162 h 283"/>
              <a:gd name="T38" fmla="*/ 81 w 342"/>
              <a:gd name="T39" fmla="*/ 243 h 283"/>
              <a:gd name="T40" fmla="*/ 215 w 342"/>
              <a:gd name="T41" fmla="*/ 243 h 283"/>
              <a:gd name="T42" fmla="*/ 241 w 342"/>
              <a:gd name="T43" fmla="*/ 276 h 283"/>
              <a:gd name="T44" fmla="*/ 261 w 342"/>
              <a:gd name="T45" fmla="*/ 274 h 283"/>
              <a:gd name="T46" fmla="*/ 275 w 342"/>
              <a:gd name="T47" fmla="*/ 241 h 283"/>
              <a:gd name="T48" fmla="*/ 342 w 342"/>
              <a:gd name="T49" fmla="*/ 162 h 283"/>
              <a:gd name="T50" fmla="*/ 342 w 342"/>
              <a:gd name="T51" fmla="*/ 80 h 283"/>
              <a:gd name="T52" fmla="*/ 261 w 342"/>
              <a:gd name="T53" fmla="*/ 0 h 2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42" h="283">
                <a:moveTo>
                  <a:pt x="262" y="146"/>
                </a:moveTo>
                <a:cubicBezTo>
                  <a:pt x="250" y="146"/>
                  <a:pt x="240" y="136"/>
                  <a:pt x="240" y="124"/>
                </a:cubicBezTo>
                <a:cubicBezTo>
                  <a:pt x="240" y="112"/>
                  <a:pt x="250" y="102"/>
                  <a:pt x="262" y="102"/>
                </a:cubicBezTo>
                <a:cubicBezTo>
                  <a:pt x="274" y="102"/>
                  <a:pt x="284" y="112"/>
                  <a:pt x="284" y="124"/>
                </a:cubicBezTo>
                <a:cubicBezTo>
                  <a:pt x="284" y="136"/>
                  <a:pt x="274" y="146"/>
                  <a:pt x="262" y="146"/>
                </a:cubicBezTo>
                <a:close/>
                <a:moveTo>
                  <a:pt x="171" y="146"/>
                </a:moveTo>
                <a:cubicBezTo>
                  <a:pt x="159" y="146"/>
                  <a:pt x="149" y="136"/>
                  <a:pt x="149" y="124"/>
                </a:cubicBezTo>
                <a:cubicBezTo>
                  <a:pt x="149" y="112"/>
                  <a:pt x="159" y="102"/>
                  <a:pt x="171" y="102"/>
                </a:cubicBezTo>
                <a:cubicBezTo>
                  <a:pt x="184" y="102"/>
                  <a:pt x="194" y="112"/>
                  <a:pt x="194" y="124"/>
                </a:cubicBezTo>
                <a:cubicBezTo>
                  <a:pt x="194" y="136"/>
                  <a:pt x="184" y="146"/>
                  <a:pt x="171" y="146"/>
                </a:cubicBezTo>
                <a:close/>
                <a:moveTo>
                  <a:pt x="81" y="146"/>
                </a:moveTo>
                <a:cubicBezTo>
                  <a:pt x="69" y="146"/>
                  <a:pt x="59" y="136"/>
                  <a:pt x="59" y="124"/>
                </a:cubicBezTo>
                <a:cubicBezTo>
                  <a:pt x="59" y="112"/>
                  <a:pt x="69" y="102"/>
                  <a:pt x="81" y="102"/>
                </a:cubicBezTo>
                <a:cubicBezTo>
                  <a:pt x="93" y="102"/>
                  <a:pt x="103" y="112"/>
                  <a:pt x="103" y="124"/>
                </a:cubicBezTo>
                <a:cubicBezTo>
                  <a:pt x="103" y="136"/>
                  <a:pt x="93" y="146"/>
                  <a:pt x="81" y="146"/>
                </a:cubicBezTo>
                <a:close/>
                <a:moveTo>
                  <a:pt x="261" y="0"/>
                </a:moveTo>
                <a:cubicBezTo>
                  <a:pt x="81" y="0"/>
                  <a:pt x="81" y="0"/>
                  <a:pt x="81" y="0"/>
                </a:cubicBezTo>
                <a:cubicBezTo>
                  <a:pt x="37" y="0"/>
                  <a:pt x="0" y="36"/>
                  <a:pt x="0" y="80"/>
                </a:cubicBezTo>
                <a:cubicBezTo>
                  <a:pt x="0" y="162"/>
                  <a:pt x="0" y="162"/>
                  <a:pt x="0" y="162"/>
                </a:cubicBezTo>
                <a:cubicBezTo>
                  <a:pt x="0" y="206"/>
                  <a:pt x="37" y="243"/>
                  <a:pt x="81" y="243"/>
                </a:cubicBezTo>
                <a:cubicBezTo>
                  <a:pt x="215" y="243"/>
                  <a:pt x="215" y="243"/>
                  <a:pt x="215" y="243"/>
                </a:cubicBezTo>
                <a:cubicBezTo>
                  <a:pt x="241" y="276"/>
                  <a:pt x="241" y="276"/>
                  <a:pt x="241" y="276"/>
                </a:cubicBezTo>
                <a:cubicBezTo>
                  <a:pt x="246" y="283"/>
                  <a:pt x="257" y="281"/>
                  <a:pt x="261" y="274"/>
                </a:cubicBezTo>
                <a:cubicBezTo>
                  <a:pt x="275" y="241"/>
                  <a:pt x="275" y="241"/>
                  <a:pt x="275" y="241"/>
                </a:cubicBezTo>
                <a:cubicBezTo>
                  <a:pt x="313" y="235"/>
                  <a:pt x="342" y="202"/>
                  <a:pt x="342" y="162"/>
                </a:cubicBezTo>
                <a:cubicBezTo>
                  <a:pt x="342" y="80"/>
                  <a:pt x="342" y="80"/>
                  <a:pt x="342" y="80"/>
                </a:cubicBezTo>
                <a:cubicBezTo>
                  <a:pt x="342" y="36"/>
                  <a:pt x="305" y="0"/>
                  <a:pt x="261" y="0"/>
                </a:cubicBezTo>
                <a:close/>
              </a:path>
            </a:pathLst>
          </a:custGeom>
          <a:solidFill>
            <a:srgbClr val="BED9F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3" name="Freeform 159">
            <a:extLst>
              <a:ext uri="{FF2B5EF4-FFF2-40B4-BE49-F238E27FC236}">
                <a16:creationId xmlns:a16="http://schemas.microsoft.com/office/drawing/2014/main" id="{8B7DDAF4-1522-4936-A24D-B86BF2DA5063}"/>
              </a:ext>
            </a:extLst>
          </p:cNvPr>
          <p:cNvSpPr>
            <a:spLocks/>
          </p:cNvSpPr>
          <p:nvPr/>
        </p:nvSpPr>
        <p:spPr bwMode="auto">
          <a:xfrm>
            <a:off x="10211659" y="3091262"/>
            <a:ext cx="451164" cy="448176"/>
          </a:xfrm>
          <a:custGeom>
            <a:avLst/>
            <a:gdLst>
              <a:gd name="T0" fmla="*/ 302 w 302"/>
              <a:gd name="T1" fmla="*/ 102 h 300"/>
              <a:gd name="T2" fmla="*/ 198 w 302"/>
              <a:gd name="T3" fmla="*/ 102 h 300"/>
              <a:gd name="T4" fmla="*/ 198 w 302"/>
              <a:gd name="T5" fmla="*/ 0 h 300"/>
              <a:gd name="T6" fmla="*/ 104 w 302"/>
              <a:gd name="T7" fmla="*/ 0 h 300"/>
              <a:gd name="T8" fmla="*/ 104 w 302"/>
              <a:gd name="T9" fmla="*/ 102 h 300"/>
              <a:gd name="T10" fmla="*/ 0 w 302"/>
              <a:gd name="T11" fmla="*/ 102 h 300"/>
              <a:gd name="T12" fmla="*/ 0 w 302"/>
              <a:gd name="T13" fmla="*/ 197 h 300"/>
              <a:gd name="T14" fmla="*/ 104 w 302"/>
              <a:gd name="T15" fmla="*/ 197 h 300"/>
              <a:gd name="T16" fmla="*/ 104 w 302"/>
              <a:gd name="T17" fmla="*/ 300 h 300"/>
              <a:gd name="T18" fmla="*/ 198 w 302"/>
              <a:gd name="T19" fmla="*/ 300 h 300"/>
              <a:gd name="T20" fmla="*/ 198 w 302"/>
              <a:gd name="T21" fmla="*/ 197 h 300"/>
              <a:gd name="T22" fmla="*/ 302 w 302"/>
              <a:gd name="T23" fmla="*/ 197 h 300"/>
              <a:gd name="T24" fmla="*/ 302 w 302"/>
              <a:gd name="T25" fmla="*/ 102 h 300"/>
              <a:gd name="T26" fmla="*/ 302 w 302"/>
              <a:gd name="T27" fmla="*/ 102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02" h="300">
                <a:moveTo>
                  <a:pt x="302" y="102"/>
                </a:moveTo>
                <a:lnTo>
                  <a:pt x="198" y="102"/>
                </a:lnTo>
                <a:lnTo>
                  <a:pt x="198" y="0"/>
                </a:lnTo>
                <a:lnTo>
                  <a:pt x="104" y="0"/>
                </a:lnTo>
                <a:lnTo>
                  <a:pt x="104" y="102"/>
                </a:lnTo>
                <a:lnTo>
                  <a:pt x="0" y="102"/>
                </a:lnTo>
                <a:lnTo>
                  <a:pt x="0" y="197"/>
                </a:lnTo>
                <a:lnTo>
                  <a:pt x="104" y="197"/>
                </a:lnTo>
                <a:lnTo>
                  <a:pt x="104" y="300"/>
                </a:lnTo>
                <a:lnTo>
                  <a:pt x="198" y="300"/>
                </a:lnTo>
                <a:lnTo>
                  <a:pt x="198" y="197"/>
                </a:lnTo>
                <a:lnTo>
                  <a:pt x="302" y="197"/>
                </a:lnTo>
                <a:lnTo>
                  <a:pt x="302" y="102"/>
                </a:lnTo>
                <a:lnTo>
                  <a:pt x="302" y="102"/>
                </a:lnTo>
                <a:close/>
              </a:path>
            </a:pathLst>
          </a:custGeom>
          <a:solidFill>
            <a:srgbClr val="BED9F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" name="Freeform 160">
            <a:extLst>
              <a:ext uri="{FF2B5EF4-FFF2-40B4-BE49-F238E27FC236}">
                <a16:creationId xmlns:a16="http://schemas.microsoft.com/office/drawing/2014/main" id="{B2AF1ABF-DC04-4717-9AA0-BD5E93E44596}"/>
              </a:ext>
            </a:extLst>
          </p:cNvPr>
          <p:cNvSpPr>
            <a:spLocks noEditPoints="1"/>
          </p:cNvSpPr>
          <p:nvPr/>
        </p:nvSpPr>
        <p:spPr bwMode="auto">
          <a:xfrm>
            <a:off x="10044340" y="2920955"/>
            <a:ext cx="791778" cy="791778"/>
          </a:xfrm>
          <a:custGeom>
            <a:avLst/>
            <a:gdLst>
              <a:gd name="T0" fmla="*/ 123 w 246"/>
              <a:gd name="T1" fmla="*/ 11 h 246"/>
              <a:gd name="T2" fmla="*/ 11 w 246"/>
              <a:gd name="T3" fmla="*/ 123 h 246"/>
              <a:gd name="T4" fmla="*/ 123 w 246"/>
              <a:gd name="T5" fmla="*/ 235 h 246"/>
              <a:gd name="T6" fmla="*/ 234 w 246"/>
              <a:gd name="T7" fmla="*/ 123 h 246"/>
              <a:gd name="T8" fmla="*/ 123 w 246"/>
              <a:gd name="T9" fmla="*/ 11 h 246"/>
              <a:gd name="T10" fmla="*/ 123 w 246"/>
              <a:gd name="T11" fmla="*/ 246 h 246"/>
              <a:gd name="T12" fmla="*/ 0 w 246"/>
              <a:gd name="T13" fmla="*/ 123 h 246"/>
              <a:gd name="T14" fmla="*/ 123 w 246"/>
              <a:gd name="T15" fmla="*/ 0 h 246"/>
              <a:gd name="T16" fmla="*/ 246 w 246"/>
              <a:gd name="T17" fmla="*/ 123 h 246"/>
              <a:gd name="T18" fmla="*/ 123 w 246"/>
              <a:gd name="T19" fmla="*/ 24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46" h="246">
                <a:moveTo>
                  <a:pt x="123" y="11"/>
                </a:moveTo>
                <a:cubicBezTo>
                  <a:pt x="61" y="11"/>
                  <a:pt x="11" y="61"/>
                  <a:pt x="11" y="123"/>
                </a:cubicBezTo>
                <a:cubicBezTo>
                  <a:pt x="11" y="185"/>
                  <a:pt x="61" y="235"/>
                  <a:pt x="123" y="235"/>
                </a:cubicBezTo>
                <a:cubicBezTo>
                  <a:pt x="184" y="235"/>
                  <a:pt x="234" y="185"/>
                  <a:pt x="234" y="123"/>
                </a:cubicBezTo>
                <a:cubicBezTo>
                  <a:pt x="234" y="61"/>
                  <a:pt x="184" y="11"/>
                  <a:pt x="123" y="11"/>
                </a:cubicBezTo>
                <a:close/>
                <a:moveTo>
                  <a:pt x="123" y="246"/>
                </a:moveTo>
                <a:cubicBezTo>
                  <a:pt x="55" y="246"/>
                  <a:pt x="0" y="191"/>
                  <a:pt x="0" y="123"/>
                </a:cubicBezTo>
                <a:cubicBezTo>
                  <a:pt x="0" y="55"/>
                  <a:pt x="55" y="0"/>
                  <a:pt x="123" y="0"/>
                </a:cubicBezTo>
                <a:cubicBezTo>
                  <a:pt x="190" y="0"/>
                  <a:pt x="246" y="55"/>
                  <a:pt x="246" y="123"/>
                </a:cubicBezTo>
                <a:cubicBezTo>
                  <a:pt x="246" y="191"/>
                  <a:pt x="190" y="246"/>
                  <a:pt x="123" y="246"/>
                </a:cubicBezTo>
                <a:close/>
              </a:path>
            </a:pathLst>
          </a:custGeom>
          <a:solidFill>
            <a:srgbClr val="BED9F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" name="Oval 161">
            <a:extLst>
              <a:ext uri="{FF2B5EF4-FFF2-40B4-BE49-F238E27FC236}">
                <a16:creationId xmlns:a16="http://schemas.microsoft.com/office/drawing/2014/main" id="{8BB46375-8A92-4871-B1F0-F3D237353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9470" y="2477261"/>
            <a:ext cx="312230" cy="312229"/>
          </a:xfrm>
          <a:prstGeom prst="ellipse">
            <a:avLst/>
          </a:prstGeom>
          <a:solidFill>
            <a:srgbClr val="BED9F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" name="Freeform 162">
            <a:extLst>
              <a:ext uri="{FF2B5EF4-FFF2-40B4-BE49-F238E27FC236}">
                <a16:creationId xmlns:a16="http://schemas.microsoft.com/office/drawing/2014/main" id="{A4980728-B085-45CF-B305-9F8E9760DF5E}"/>
              </a:ext>
            </a:extLst>
          </p:cNvPr>
          <p:cNvSpPr>
            <a:spLocks/>
          </p:cNvSpPr>
          <p:nvPr/>
        </p:nvSpPr>
        <p:spPr bwMode="auto">
          <a:xfrm>
            <a:off x="10749470" y="2625159"/>
            <a:ext cx="312230" cy="14939"/>
          </a:xfrm>
          <a:custGeom>
            <a:avLst/>
            <a:gdLst>
              <a:gd name="T0" fmla="*/ 209 w 209"/>
              <a:gd name="T1" fmla="*/ 10 h 10"/>
              <a:gd name="T2" fmla="*/ 0 w 209"/>
              <a:gd name="T3" fmla="*/ 10 h 10"/>
              <a:gd name="T4" fmla="*/ 0 w 209"/>
              <a:gd name="T5" fmla="*/ 0 h 10"/>
              <a:gd name="T6" fmla="*/ 209 w 209"/>
              <a:gd name="T7" fmla="*/ 0 h 10"/>
              <a:gd name="T8" fmla="*/ 209 w 209"/>
              <a:gd name="T9" fmla="*/ 10 h 10"/>
              <a:gd name="T10" fmla="*/ 209 w 209"/>
              <a:gd name="T11" fmla="*/ 1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09" h="10">
                <a:moveTo>
                  <a:pt x="209" y="10"/>
                </a:moveTo>
                <a:lnTo>
                  <a:pt x="0" y="10"/>
                </a:lnTo>
                <a:lnTo>
                  <a:pt x="0" y="0"/>
                </a:lnTo>
                <a:lnTo>
                  <a:pt x="209" y="0"/>
                </a:lnTo>
                <a:lnTo>
                  <a:pt x="209" y="10"/>
                </a:lnTo>
                <a:lnTo>
                  <a:pt x="209" y="10"/>
                </a:lnTo>
                <a:close/>
              </a:path>
            </a:pathLst>
          </a:custGeom>
          <a:solidFill>
            <a:srgbClr val="99C4E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7" name="Freeform 163">
            <a:extLst>
              <a:ext uri="{FF2B5EF4-FFF2-40B4-BE49-F238E27FC236}">
                <a16:creationId xmlns:a16="http://schemas.microsoft.com/office/drawing/2014/main" id="{DD05F51B-61DC-42D1-80F9-F5FAB35109F1}"/>
              </a:ext>
            </a:extLst>
          </p:cNvPr>
          <p:cNvSpPr>
            <a:spLocks/>
          </p:cNvSpPr>
          <p:nvPr/>
        </p:nvSpPr>
        <p:spPr bwMode="auto">
          <a:xfrm>
            <a:off x="6536614" y="3021048"/>
            <a:ext cx="552751" cy="250979"/>
          </a:xfrm>
          <a:custGeom>
            <a:avLst/>
            <a:gdLst>
              <a:gd name="T0" fmla="*/ 133 w 172"/>
              <a:gd name="T1" fmla="*/ 1 h 78"/>
              <a:gd name="T2" fmla="*/ 37 w 172"/>
              <a:gd name="T3" fmla="*/ 3 h 78"/>
              <a:gd name="T4" fmla="*/ 0 w 172"/>
              <a:gd name="T5" fmla="*/ 41 h 78"/>
              <a:gd name="T6" fmla="*/ 38 w 172"/>
              <a:gd name="T7" fmla="*/ 78 h 78"/>
              <a:gd name="T8" fmla="*/ 135 w 172"/>
              <a:gd name="T9" fmla="*/ 75 h 78"/>
              <a:gd name="T10" fmla="*/ 171 w 172"/>
              <a:gd name="T11" fmla="*/ 37 h 78"/>
              <a:gd name="T12" fmla="*/ 133 w 172"/>
              <a:gd name="T13" fmla="*/ 1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2" h="78">
                <a:moveTo>
                  <a:pt x="133" y="1"/>
                </a:moveTo>
                <a:cubicBezTo>
                  <a:pt x="37" y="3"/>
                  <a:pt x="37" y="3"/>
                  <a:pt x="37" y="3"/>
                </a:cubicBezTo>
                <a:cubicBezTo>
                  <a:pt x="16" y="3"/>
                  <a:pt x="0" y="21"/>
                  <a:pt x="0" y="41"/>
                </a:cubicBezTo>
                <a:cubicBezTo>
                  <a:pt x="1" y="62"/>
                  <a:pt x="18" y="78"/>
                  <a:pt x="38" y="78"/>
                </a:cubicBezTo>
                <a:cubicBezTo>
                  <a:pt x="135" y="75"/>
                  <a:pt x="135" y="75"/>
                  <a:pt x="135" y="75"/>
                </a:cubicBezTo>
                <a:cubicBezTo>
                  <a:pt x="156" y="75"/>
                  <a:pt x="172" y="58"/>
                  <a:pt x="171" y="37"/>
                </a:cubicBezTo>
                <a:cubicBezTo>
                  <a:pt x="171" y="17"/>
                  <a:pt x="154" y="0"/>
                  <a:pt x="133" y="1"/>
                </a:cubicBezTo>
              </a:path>
            </a:pathLst>
          </a:custGeom>
          <a:solidFill>
            <a:srgbClr val="BED9F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8" name="Freeform 164">
            <a:extLst>
              <a:ext uri="{FF2B5EF4-FFF2-40B4-BE49-F238E27FC236}">
                <a16:creationId xmlns:a16="http://schemas.microsoft.com/office/drawing/2014/main" id="{4BAC2AA3-3483-46B8-8116-E3A382B5E8F5}"/>
              </a:ext>
            </a:extLst>
          </p:cNvPr>
          <p:cNvSpPr>
            <a:spLocks/>
          </p:cNvSpPr>
          <p:nvPr/>
        </p:nvSpPr>
        <p:spPr bwMode="auto">
          <a:xfrm>
            <a:off x="6832411" y="3021048"/>
            <a:ext cx="256954" cy="245003"/>
          </a:xfrm>
          <a:custGeom>
            <a:avLst/>
            <a:gdLst>
              <a:gd name="T0" fmla="*/ 29 w 80"/>
              <a:gd name="T1" fmla="*/ 38 h 76"/>
              <a:gd name="T2" fmla="*/ 22 w 80"/>
              <a:gd name="T3" fmla="*/ 63 h 76"/>
              <a:gd name="T4" fmla="*/ 0 w 80"/>
              <a:gd name="T5" fmla="*/ 76 h 76"/>
              <a:gd name="T6" fmla="*/ 3 w 80"/>
              <a:gd name="T7" fmla="*/ 76 h 76"/>
              <a:gd name="T8" fmla="*/ 43 w 80"/>
              <a:gd name="T9" fmla="*/ 75 h 76"/>
              <a:gd name="T10" fmla="*/ 79 w 80"/>
              <a:gd name="T11" fmla="*/ 37 h 76"/>
              <a:gd name="T12" fmla="*/ 41 w 80"/>
              <a:gd name="T13" fmla="*/ 1 h 76"/>
              <a:gd name="T14" fmla="*/ 4 w 80"/>
              <a:gd name="T15" fmla="*/ 2 h 76"/>
              <a:gd name="T16" fmla="*/ 21 w 80"/>
              <a:gd name="T17" fmla="*/ 16 h 76"/>
              <a:gd name="T18" fmla="*/ 29 w 80"/>
              <a:gd name="T19" fmla="*/ 38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0" h="76">
                <a:moveTo>
                  <a:pt x="29" y="38"/>
                </a:moveTo>
                <a:cubicBezTo>
                  <a:pt x="22" y="63"/>
                  <a:pt x="22" y="63"/>
                  <a:pt x="22" y="63"/>
                </a:cubicBezTo>
                <a:cubicBezTo>
                  <a:pt x="0" y="76"/>
                  <a:pt x="0" y="76"/>
                  <a:pt x="0" y="76"/>
                </a:cubicBezTo>
                <a:cubicBezTo>
                  <a:pt x="3" y="76"/>
                  <a:pt x="3" y="76"/>
                  <a:pt x="3" y="76"/>
                </a:cubicBezTo>
                <a:cubicBezTo>
                  <a:pt x="43" y="75"/>
                  <a:pt x="43" y="75"/>
                  <a:pt x="43" y="75"/>
                </a:cubicBezTo>
                <a:cubicBezTo>
                  <a:pt x="64" y="75"/>
                  <a:pt x="80" y="58"/>
                  <a:pt x="79" y="37"/>
                </a:cubicBezTo>
                <a:cubicBezTo>
                  <a:pt x="79" y="17"/>
                  <a:pt x="62" y="0"/>
                  <a:pt x="41" y="1"/>
                </a:cubicBezTo>
                <a:cubicBezTo>
                  <a:pt x="4" y="2"/>
                  <a:pt x="4" y="2"/>
                  <a:pt x="4" y="2"/>
                </a:cubicBezTo>
                <a:cubicBezTo>
                  <a:pt x="21" y="16"/>
                  <a:pt x="21" y="16"/>
                  <a:pt x="21" y="16"/>
                </a:cubicBezTo>
                <a:cubicBezTo>
                  <a:pt x="29" y="38"/>
                  <a:pt x="29" y="38"/>
                  <a:pt x="29" y="38"/>
                </a:cubicBezTo>
              </a:path>
            </a:pathLst>
          </a:custGeom>
          <a:solidFill>
            <a:srgbClr val="BED9F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9" name="Freeform 165">
            <a:extLst>
              <a:ext uri="{FF2B5EF4-FFF2-40B4-BE49-F238E27FC236}">
                <a16:creationId xmlns:a16="http://schemas.microsoft.com/office/drawing/2014/main" id="{1941BDEB-9C5A-4522-8247-484E6AAB671F}"/>
              </a:ext>
            </a:extLst>
          </p:cNvPr>
          <p:cNvSpPr>
            <a:spLocks/>
          </p:cNvSpPr>
          <p:nvPr/>
        </p:nvSpPr>
        <p:spPr bwMode="auto">
          <a:xfrm>
            <a:off x="6790581" y="3027024"/>
            <a:ext cx="141923" cy="242015"/>
          </a:xfrm>
          <a:custGeom>
            <a:avLst/>
            <a:gdLst>
              <a:gd name="T0" fmla="*/ 43 w 44"/>
              <a:gd name="T1" fmla="*/ 36 h 75"/>
              <a:gd name="T2" fmla="*/ 20 w 44"/>
              <a:gd name="T3" fmla="*/ 0 h 75"/>
              <a:gd name="T4" fmla="*/ 0 w 44"/>
              <a:gd name="T5" fmla="*/ 0 h 75"/>
              <a:gd name="T6" fmla="*/ 38 w 44"/>
              <a:gd name="T7" fmla="*/ 36 h 75"/>
              <a:gd name="T8" fmla="*/ 2 w 44"/>
              <a:gd name="T9" fmla="*/ 75 h 75"/>
              <a:gd name="T10" fmla="*/ 22 w 44"/>
              <a:gd name="T11" fmla="*/ 74 h 75"/>
              <a:gd name="T12" fmla="*/ 43 w 44"/>
              <a:gd name="T13" fmla="*/ 36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4" h="75">
                <a:moveTo>
                  <a:pt x="43" y="36"/>
                </a:moveTo>
                <a:cubicBezTo>
                  <a:pt x="43" y="20"/>
                  <a:pt x="34" y="6"/>
                  <a:pt x="20" y="0"/>
                </a:cubicBezTo>
                <a:cubicBezTo>
                  <a:pt x="0" y="0"/>
                  <a:pt x="0" y="0"/>
                  <a:pt x="0" y="0"/>
                </a:cubicBezTo>
                <a:cubicBezTo>
                  <a:pt x="21" y="0"/>
                  <a:pt x="38" y="16"/>
                  <a:pt x="38" y="36"/>
                </a:cubicBezTo>
                <a:cubicBezTo>
                  <a:pt x="39" y="57"/>
                  <a:pt x="23" y="74"/>
                  <a:pt x="2" y="75"/>
                </a:cubicBezTo>
                <a:cubicBezTo>
                  <a:pt x="22" y="74"/>
                  <a:pt x="22" y="74"/>
                  <a:pt x="22" y="74"/>
                </a:cubicBezTo>
                <a:cubicBezTo>
                  <a:pt x="35" y="67"/>
                  <a:pt x="44" y="52"/>
                  <a:pt x="43" y="36"/>
                </a:cubicBezTo>
              </a:path>
            </a:pathLst>
          </a:custGeom>
          <a:solidFill>
            <a:srgbClr val="B2D4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0" name="Freeform 166">
            <a:extLst>
              <a:ext uri="{FF2B5EF4-FFF2-40B4-BE49-F238E27FC236}">
                <a16:creationId xmlns:a16="http://schemas.microsoft.com/office/drawing/2014/main" id="{838DCB8E-1D48-44D5-8F27-6AE91589E9B2}"/>
              </a:ext>
            </a:extLst>
          </p:cNvPr>
          <p:cNvSpPr>
            <a:spLocks/>
          </p:cNvSpPr>
          <p:nvPr/>
        </p:nvSpPr>
        <p:spPr bwMode="auto">
          <a:xfrm>
            <a:off x="6790581" y="3027024"/>
            <a:ext cx="138935" cy="242015"/>
          </a:xfrm>
          <a:custGeom>
            <a:avLst/>
            <a:gdLst>
              <a:gd name="T0" fmla="*/ 2 w 43"/>
              <a:gd name="T1" fmla="*/ 75 h 75"/>
              <a:gd name="T2" fmla="*/ 38 w 43"/>
              <a:gd name="T3" fmla="*/ 37 h 75"/>
              <a:gd name="T4" fmla="*/ 38 w 43"/>
              <a:gd name="T5" fmla="*/ 36 h 75"/>
              <a:gd name="T6" fmla="*/ 1 w 43"/>
              <a:gd name="T7" fmla="*/ 0 h 75"/>
              <a:gd name="T8" fmla="*/ 0 w 43"/>
              <a:gd name="T9" fmla="*/ 0 h 75"/>
              <a:gd name="T10" fmla="*/ 20 w 43"/>
              <a:gd name="T11" fmla="*/ 0 h 75"/>
              <a:gd name="T12" fmla="*/ 43 w 43"/>
              <a:gd name="T13" fmla="*/ 36 h 75"/>
              <a:gd name="T14" fmla="*/ 43 w 43"/>
              <a:gd name="T15" fmla="*/ 37 h 75"/>
              <a:gd name="T16" fmla="*/ 22 w 43"/>
              <a:gd name="T17" fmla="*/ 74 h 75"/>
              <a:gd name="T18" fmla="*/ 2 w 43"/>
              <a:gd name="T19" fmla="*/ 75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3" h="75">
                <a:moveTo>
                  <a:pt x="2" y="75"/>
                </a:moveTo>
                <a:cubicBezTo>
                  <a:pt x="22" y="74"/>
                  <a:pt x="38" y="57"/>
                  <a:pt x="38" y="37"/>
                </a:cubicBezTo>
                <a:cubicBezTo>
                  <a:pt x="38" y="37"/>
                  <a:pt x="38" y="37"/>
                  <a:pt x="38" y="36"/>
                </a:cubicBezTo>
                <a:cubicBezTo>
                  <a:pt x="38" y="16"/>
                  <a:pt x="2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34" y="6"/>
                  <a:pt x="43" y="20"/>
                  <a:pt x="43" y="36"/>
                </a:cubicBezTo>
                <a:cubicBezTo>
                  <a:pt x="43" y="37"/>
                  <a:pt x="43" y="37"/>
                  <a:pt x="43" y="37"/>
                </a:cubicBezTo>
                <a:cubicBezTo>
                  <a:pt x="43" y="53"/>
                  <a:pt x="35" y="67"/>
                  <a:pt x="22" y="74"/>
                </a:cubicBezTo>
                <a:cubicBezTo>
                  <a:pt x="2" y="75"/>
                  <a:pt x="2" y="75"/>
                  <a:pt x="2" y="75"/>
                </a:cubicBezTo>
              </a:path>
            </a:pathLst>
          </a:custGeom>
          <a:solidFill>
            <a:srgbClr val="99C4E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1" name="Freeform 167">
            <a:extLst>
              <a:ext uri="{FF2B5EF4-FFF2-40B4-BE49-F238E27FC236}">
                <a16:creationId xmlns:a16="http://schemas.microsoft.com/office/drawing/2014/main" id="{C1AD15A6-B567-42CC-B54A-731667515B0B}"/>
              </a:ext>
            </a:extLst>
          </p:cNvPr>
          <p:cNvSpPr>
            <a:spLocks/>
          </p:cNvSpPr>
          <p:nvPr/>
        </p:nvSpPr>
        <p:spPr bwMode="auto">
          <a:xfrm>
            <a:off x="10060773" y="1800515"/>
            <a:ext cx="267412" cy="206161"/>
          </a:xfrm>
          <a:custGeom>
            <a:avLst/>
            <a:gdLst>
              <a:gd name="T0" fmla="*/ 78 w 83"/>
              <a:gd name="T1" fmla="*/ 8 h 64"/>
              <a:gd name="T2" fmla="*/ 61 w 83"/>
              <a:gd name="T3" fmla="*/ 0 h 64"/>
              <a:gd name="T4" fmla="*/ 47 w 83"/>
              <a:gd name="T5" fmla="*/ 5 h 64"/>
              <a:gd name="T6" fmla="*/ 43 w 83"/>
              <a:gd name="T7" fmla="*/ 8 h 64"/>
              <a:gd name="T8" fmla="*/ 38 w 83"/>
              <a:gd name="T9" fmla="*/ 5 h 64"/>
              <a:gd name="T10" fmla="*/ 25 w 83"/>
              <a:gd name="T11" fmla="*/ 0 h 64"/>
              <a:gd name="T12" fmla="*/ 7 w 83"/>
              <a:gd name="T13" fmla="*/ 9 h 64"/>
              <a:gd name="T14" fmla="*/ 11 w 83"/>
              <a:gd name="T15" fmla="*/ 40 h 64"/>
              <a:gd name="T16" fmla="*/ 43 w 83"/>
              <a:gd name="T17" fmla="*/ 64 h 64"/>
              <a:gd name="T18" fmla="*/ 74 w 83"/>
              <a:gd name="T19" fmla="*/ 39 h 64"/>
              <a:gd name="T20" fmla="*/ 82 w 83"/>
              <a:gd name="T21" fmla="*/ 25 h 64"/>
              <a:gd name="T22" fmla="*/ 78 w 83"/>
              <a:gd name="T23" fmla="*/ 8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83" h="64">
                <a:moveTo>
                  <a:pt x="78" y="8"/>
                </a:moveTo>
                <a:cubicBezTo>
                  <a:pt x="74" y="3"/>
                  <a:pt x="67" y="0"/>
                  <a:pt x="61" y="0"/>
                </a:cubicBezTo>
                <a:cubicBezTo>
                  <a:pt x="56" y="0"/>
                  <a:pt x="51" y="2"/>
                  <a:pt x="47" y="5"/>
                </a:cubicBezTo>
                <a:cubicBezTo>
                  <a:pt x="43" y="8"/>
                  <a:pt x="43" y="8"/>
                  <a:pt x="43" y="8"/>
                </a:cubicBezTo>
                <a:cubicBezTo>
                  <a:pt x="38" y="5"/>
                  <a:pt x="38" y="5"/>
                  <a:pt x="38" y="5"/>
                </a:cubicBezTo>
                <a:cubicBezTo>
                  <a:pt x="34" y="2"/>
                  <a:pt x="30" y="0"/>
                  <a:pt x="25" y="0"/>
                </a:cubicBezTo>
                <a:cubicBezTo>
                  <a:pt x="18" y="0"/>
                  <a:pt x="12" y="3"/>
                  <a:pt x="7" y="9"/>
                </a:cubicBezTo>
                <a:cubicBezTo>
                  <a:pt x="0" y="18"/>
                  <a:pt x="2" y="32"/>
                  <a:pt x="11" y="40"/>
                </a:cubicBezTo>
                <a:cubicBezTo>
                  <a:pt x="43" y="64"/>
                  <a:pt x="43" y="64"/>
                  <a:pt x="43" y="64"/>
                </a:cubicBezTo>
                <a:cubicBezTo>
                  <a:pt x="74" y="39"/>
                  <a:pt x="74" y="39"/>
                  <a:pt x="74" y="39"/>
                </a:cubicBezTo>
                <a:cubicBezTo>
                  <a:pt x="79" y="36"/>
                  <a:pt x="82" y="30"/>
                  <a:pt x="82" y="25"/>
                </a:cubicBezTo>
                <a:cubicBezTo>
                  <a:pt x="83" y="19"/>
                  <a:pt x="81" y="13"/>
                  <a:pt x="78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2" name="Freeform 168">
            <a:extLst>
              <a:ext uri="{FF2B5EF4-FFF2-40B4-BE49-F238E27FC236}">
                <a16:creationId xmlns:a16="http://schemas.microsoft.com/office/drawing/2014/main" id="{771D9D75-02A0-461C-AC26-2C9FDF800922}"/>
              </a:ext>
            </a:extLst>
          </p:cNvPr>
          <p:cNvSpPr>
            <a:spLocks/>
          </p:cNvSpPr>
          <p:nvPr/>
        </p:nvSpPr>
        <p:spPr bwMode="auto">
          <a:xfrm>
            <a:off x="7709342" y="1332918"/>
            <a:ext cx="212137" cy="180764"/>
          </a:xfrm>
          <a:custGeom>
            <a:avLst/>
            <a:gdLst>
              <a:gd name="T0" fmla="*/ 59 w 66"/>
              <a:gd name="T1" fmla="*/ 10 h 56"/>
              <a:gd name="T2" fmla="*/ 62 w 66"/>
              <a:gd name="T3" fmla="*/ 7 h 56"/>
              <a:gd name="T4" fmla="*/ 46 w 66"/>
              <a:gd name="T5" fmla="*/ 0 h 56"/>
              <a:gd name="T6" fmla="*/ 33 w 66"/>
              <a:gd name="T7" fmla="*/ 4 h 56"/>
              <a:gd name="T8" fmla="*/ 33 w 66"/>
              <a:gd name="T9" fmla="*/ 4 h 56"/>
              <a:gd name="T10" fmla="*/ 33 w 66"/>
              <a:gd name="T11" fmla="*/ 5 h 56"/>
              <a:gd name="T12" fmla="*/ 32 w 66"/>
              <a:gd name="T13" fmla="*/ 4 h 56"/>
              <a:gd name="T14" fmla="*/ 32 w 66"/>
              <a:gd name="T15" fmla="*/ 4 h 56"/>
              <a:gd name="T16" fmla="*/ 20 w 66"/>
              <a:gd name="T17" fmla="*/ 0 h 56"/>
              <a:gd name="T18" fmla="*/ 4 w 66"/>
              <a:gd name="T19" fmla="*/ 8 h 56"/>
              <a:gd name="T20" fmla="*/ 4 w 66"/>
              <a:gd name="T21" fmla="*/ 8 h 56"/>
              <a:gd name="T22" fmla="*/ 4 w 66"/>
              <a:gd name="T23" fmla="*/ 8 h 56"/>
              <a:gd name="T24" fmla="*/ 0 w 66"/>
              <a:gd name="T25" fmla="*/ 20 h 56"/>
              <a:gd name="T26" fmla="*/ 7 w 66"/>
              <a:gd name="T27" fmla="*/ 36 h 56"/>
              <a:gd name="T28" fmla="*/ 7 w 66"/>
              <a:gd name="T29" fmla="*/ 36 h 56"/>
              <a:gd name="T30" fmla="*/ 33 w 66"/>
              <a:gd name="T31" fmla="*/ 56 h 56"/>
              <a:gd name="T32" fmla="*/ 58 w 66"/>
              <a:gd name="T33" fmla="*/ 36 h 56"/>
              <a:gd name="T34" fmla="*/ 58 w 66"/>
              <a:gd name="T35" fmla="*/ 36 h 56"/>
              <a:gd name="T36" fmla="*/ 66 w 66"/>
              <a:gd name="T37" fmla="*/ 22 h 56"/>
              <a:gd name="T38" fmla="*/ 66 w 66"/>
              <a:gd name="T39" fmla="*/ 22 h 56"/>
              <a:gd name="T40" fmla="*/ 66 w 66"/>
              <a:gd name="T41" fmla="*/ 20 h 56"/>
              <a:gd name="T42" fmla="*/ 62 w 66"/>
              <a:gd name="T43" fmla="*/ 7 h 56"/>
              <a:gd name="T44" fmla="*/ 62 w 66"/>
              <a:gd name="T45" fmla="*/ 7 h 56"/>
              <a:gd name="T46" fmla="*/ 59 w 66"/>
              <a:gd name="T47" fmla="*/ 10 h 56"/>
              <a:gd name="T48" fmla="*/ 55 w 66"/>
              <a:gd name="T49" fmla="*/ 12 h 56"/>
              <a:gd name="T50" fmla="*/ 58 w 66"/>
              <a:gd name="T51" fmla="*/ 20 h 56"/>
              <a:gd name="T52" fmla="*/ 58 w 66"/>
              <a:gd name="T53" fmla="*/ 21 h 56"/>
              <a:gd name="T54" fmla="*/ 58 w 66"/>
              <a:gd name="T55" fmla="*/ 21 h 56"/>
              <a:gd name="T56" fmla="*/ 53 w 66"/>
              <a:gd name="T57" fmla="*/ 29 h 56"/>
              <a:gd name="T58" fmla="*/ 53 w 66"/>
              <a:gd name="T59" fmla="*/ 29 h 56"/>
              <a:gd name="T60" fmla="*/ 33 w 66"/>
              <a:gd name="T61" fmla="*/ 46 h 56"/>
              <a:gd name="T62" fmla="*/ 12 w 66"/>
              <a:gd name="T63" fmla="*/ 30 h 56"/>
              <a:gd name="T64" fmla="*/ 12 w 66"/>
              <a:gd name="T65" fmla="*/ 30 h 56"/>
              <a:gd name="T66" fmla="*/ 8 w 66"/>
              <a:gd name="T67" fmla="*/ 20 h 56"/>
              <a:gd name="T68" fmla="*/ 10 w 66"/>
              <a:gd name="T69" fmla="*/ 13 h 56"/>
              <a:gd name="T70" fmla="*/ 10 w 66"/>
              <a:gd name="T71" fmla="*/ 13 h 56"/>
              <a:gd name="T72" fmla="*/ 20 w 66"/>
              <a:gd name="T73" fmla="*/ 8 h 56"/>
              <a:gd name="T74" fmla="*/ 27 w 66"/>
              <a:gd name="T75" fmla="*/ 10 h 56"/>
              <a:gd name="T76" fmla="*/ 27 w 66"/>
              <a:gd name="T77" fmla="*/ 10 h 56"/>
              <a:gd name="T78" fmla="*/ 33 w 66"/>
              <a:gd name="T79" fmla="*/ 15 h 56"/>
              <a:gd name="T80" fmla="*/ 38 w 66"/>
              <a:gd name="T81" fmla="*/ 10 h 56"/>
              <a:gd name="T82" fmla="*/ 38 w 66"/>
              <a:gd name="T83" fmla="*/ 10 h 56"/>
              <a:gd name="T84" fmla="*/ 46 w 66"/>
              <a:gd name="T85" fmla="*/ 8 h 56"/>
              <a:gd name="T86" fmla="*/ 55 w 66"/>
              <a:gd name="T87" fmla="*/ 12 h 56"/>
              <a:gd name="T88" fmla="*/ 55 w 66"/>
              <a:gd name="T89" fmla="*/ 12 h 56"/>
              <a:gd name="T90" fmla="*/ 59 w 66"/>
              <a:gd name="T91" fmla="*/ 1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66" h="56">
                <a:moveTo>
                  <a:pt x="59" y="10"/>
                </a:moveTo>
                <a:cubicBezTo>
                  <a:pt x="62" y="7"/>
                  <a:pt x="62" y="7"/>
                  <a:pt x="62" y="7"/>
                </a:cubicBezTo>
                <a:cubicBezTo>
                  <a:pt x="58" y="3"/>
                  <a:pt x="52" y="0"/>
                  <a:pt x="46" y="0"/>
                </a:cubicBezTo>
                <a:cubicBezTo>
                  <a:pt x="41" y="0"/>
                  <a:pt x="37" y="1"/>
                  <a:pt x="33" y="4"/>
                </a:cubicBezTo>
                <a:cubicBezTo>
                  <a:pt x="33" y="4"/>
                  <a:pt x="33" y="4"/>
                  <a:pt x="33" y="4"/>
                </a:cubicBezTo>
                <a:cubicBezTo>
                  <a:pt x="33" y="5"/>
                  <a:pt x="33" y="5"/>
                  <a:pt x="33" y="5"/>
                </a:cubicBezTo>
                <a:cubicBezTo>
                  <a:pt x="32" y="4"/>
                  <a:pt x="32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28" y="1"/>
                  <a:pt x="24" y="0"/>
                  <a:pt x="20" y="0"/>
                </a:cubicBezTo>
                <a:cubicBezTo>
                  <a:pt x="13" y="0"/>
                  <a:pt x="8" y="3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1" y="11"/>
                  <a:pt x="0" y="16"/>
                  <a:pt x="0" y="20"/>
                </a:cubicBezTo>
                <a:cubicBezTo>
                  <a:pt x="0" y="26"/>
                  <a:pt x="2" y="32"/>
                  <a:pt x="7" y="36"/>
                </a:cubicBezTo>
                <a:cubicBezTo>
                  <a:pt x="7" y="36"/>
                  <a:pt x="7" y="36"/>
                  <a:pt x="7" y="36"/>
                </a:cubicBezTo>
                <a:cubicBezTo>
                  <a:pt x="33" y="56"/>
                  <a:pt x="33" y="56"/>
                  <a:pt x="33" y="56"/>
                </a:cubicBezTo>
                <a:cubicBezTo>
                  <a:pt x="58" y="36"/>
                  <a:pt x="58" y="36"/>
                  <a:pt x="58" y="36"/>
                </a:cubicBezTo>
                <a:cubicBezTo>
                  <a:pt x="58" y="36"/>
                  <a:pt x="58" y="36"/>
                  <a:pt x="58" y="36"/>
                </a:cubicBezTo>
                <a:cubicBezTo>
                  <a:pt x="63" y="32"/>
                  <a:pt x="65" y="28"/>
                  <a:pt x="66" y="22"/>
                </a:cubicBezTo>
                <a:cubicBezTo>
                  <a:pt x="66" y="22"/>
                  <a:pt x="66" y="22"/>
                  <a:pt x="66" y="22"/>
                </a:cubicBezTo>
                <a:cubicBezTo>
                  <a:pt x="66" y="21"/>
                  <a:pt x="66" y="21"/>
                  <a:pt x="66" y="20"/>
                </a:cubicBezTo>
                <a:cubicBezTo>
                  <a:pt x="66" y="15"/>
                  <a:pt x="64" y="11"/>
                  <a:pt x="62" y="7"/>
                </a:cubicBezTo>
                <a:cubicBezTo>
                  <a:pt x="62" y="7"/>
                  <a:pt x="62" y="7"/>
                  <a:pt x="62" y="7"/>
                </a:cubicBezTo>
                <a:cubicBezTo>
                  <a:pt x="59" y="10"/>
                  <a:pt x="59" y="10"/>
                  <a:pt x="59" y="10"/>
                </a:cubicBezTo>
                <a:cubicBezTo>
                  <a:pt x="55" y="12"/>
                  <a:pt x="55" y="12"/>
                  <a:pt x="55" y="12"/>
                </a:cubicBezTo>
                <a:cubicBezTo>
                  <a:pt x="57" y="15"/>
                  <a:pt x="58" y="17"/>
                  <a:pt x="58" y="20"/>
                </a:cubicBezTo>
                <a:cubicBezTo>
                  <a:pt x="58" y="20"/>
                  <a:pt x="58" y="21"/>
                  <a:pt x="58" y="21"/>
                </a:cubicBezTo>
                <a:cubicBezTo>
                  <a:pt x="58" y="21"/>
                  <a:pt x="58" y="21"/>
                  <a:pt x="58" y="21"/>
                </a:cubicBezTo>
                <a:cubicBezTo>
                  <a:pt x="58" y="25"/>
                  <a:pt x="56" y="27"/>
                  <a:pt x="53" y="29"/>
                </a:cubicBezTo>
                <a:cubicBezTo>
                  <a:pt x="53" y="29"/>
                  <a:pt x="53" y="29"/>
                  <a:pt x="53" y="29"/>
                </a:cubicBezTo>
                <a:cubicBezTo>
                  <a:pt x="33" y="46"/>
                  <a:pt x="33" y="46"/>
                  <a:pt x="33" y="46"/>
                </a:cubicBezTo>
                <a:cubicBezTo>
                  <a:pt x="12" y="30"/>
                  <a:pt x="12" y="30"/>
                  <a:pt x="12" y="30"/>
                </a:cubicBezTo>
                <a:cubicBezTo>
                  <a:pt x="12" y="30"/>
                  <a:pt x="12" y="30"/>
                  <a:pt x="12" y="30"/>
                </a:cubicBezTo>
                <a:cubicBezTo>
                  <a:pt x="9" y="27"/>
                  <a:pt x="8" y="24"/>
                  <a:pt x="8" y="20"/>
                </a:cubicBezTo>
                <a:cubicBezTo>
                  <a:pt x="8" y="17"/>
                  <a:pt x="8" y="15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2" y="10"/>
                  <a:pt x="16" y="8"/>
                  <a:pt x="20" y="8"/>
                </a:cubicBezTo>
                <a:cubicBezTo>
                  <a:pt x="22" y="8"/>
                  <a:pt x="25" y="9"/>
                  <a:pt x="27" y="10"/>
                </a:cubicBezTo>
                <a:cubicBezTo>
                  <a:pt x="27" y="10"/>
                  <a:pt x="27" y="10"/>
                  <a:pt x="27" y="10"/>
                </a:cubicBezTo>
                <a:cubicBezTo>
                  <a:pt x="33" y="15"/>
                  <a:pt x="33" y="15"/>
                  <a:pt x="33" y="15"/>
                </a:cubicBezTo>
                <a:cubicBezTo>
                  <a:pt x="38" y="10"/>
                  <a:pt x="38" y="10"/>
                  <a:pt x="38" y="10"/>
                </a:cubicBezTo>
                <a:cubicBezTo>
                  <a:pt x="38" y="10"/>
                  <a:pt x="38" y="10"/>
                  <a:pt x="38" y="10"/>
                </a:cubicBezTo>
                <a:cubicBezTo>
                  <a:pt x="41" y="9"/>
                  <a:pt x="43" y="8"/>
                  <a:pt x="46" y="8"/>
                </a:cubicBezTo>
                <a:cubicBezTo>
                  <a:pt x="50" y="8"/>
                  <a:pt x="53" y="10"/>
                  <a:pt x="55" y="12"/>
                </a:cubicBezTo>
                <a:cubicBezTo>
                  <a:pt x="55" y="12"/>
                  <a:pt x="55" y="12"/>
                  <a:pt x="55" y="12"/>
                </a:cubicBezTo>
                <a:cubicBezTo>
                  <a:pt x="59" y="10"/>
                  <a:pt x="59" y="10"/>
                  <a:pt x="59" y="10"/>
                </a:cubicBezTo>
                <a:close/>
              </a:path>
            </a:pathLst>
          </a:custGeom>
          <a:solidFill>
            <a:srgbClr val="BED9F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3" name="Freeform 169">
            <a:extLst>
              <a:ext uri="{FF2B5EF4-FFF2-40B4-BE49-F238E27FC236}">
                <a16:creationId xmlns:a16="http://schemas.microsoft.com/office/drawing/2014/main" id="{4D106836-AEC7-4AA1-9EF7-FC0A409C142E}"/>
              </a:ext>
            </a:extLst>
          </p:cNvPr>
          <p:cNvSpPr>
            <a:spLocks/>
          </p:cNvSpPr>
          <p:nvPr/>
        </p:nvSpPr>
        <p:spPr bwMode="auto">
          <a:xfrm>
            <a:off x="6213928" y="3059890"/>
            <a:ext cx="212137" cy="180764"/>
          </a:xfrm>
          <a:custGeom>
            <a:avLst/>
            <a:gdLst>
              <a:gd name="T0" fmla="*/ 59 w 66"/>
              <a:gd name="T1" fmla="*/ 10 h 56"/>
              <a:gd name="T2" fmla="*/ 62 w 66"/>
              <a:gd name="T3" fmla="*/ 8 h 56"/>
              <a:gd name="T4" fmla="*/ 46 w 66"/>
              <a:gd name="T5" fmla="*/ 0 h 56"/>
              <a:gd name="T6" fmla="*/ 34 w 66"/>
              <a:gd name="T7" fmla="*/ 5 h 56"/>
              <a:gd name="T8" fmla="*/ 33 w 66"/>
              <a:gd name="T9" fmla="*/ 5 h 56"/>
              <a:gd name="T10" fmla="*/ 32 w 66"/>
              <a:gd name="T11" fmla="*/ 5 h 56"/>
              <a:gd name="T12" fmla="*/ 32 w 66"/>
              <a:gd name="T13" fmla="*/ 5 h 56"/>
              <a:gd name="T14" fmla="*/ 20 w 66"/>
              <a:gd name="T15" fmla="*/ 0 h 56"/>
              <a:gd name="T16" fmla="*/ 4 w 66"/>
              <a:gd name="T17" fmla="*/ 8 h 56"/>
              <a:gd name="T18" fmla="*/ 4 w 66"/>
              <a:gd name="T19" fmla="*/ 8 h 56"/>
              <a:gd name="T20" fmla="*/ 4 w 66"/>
              <a:gd name="T21" fmla="*/ 8 h 56"/>
              <a:gd name="T22" fmla="*/ 0 w 66"/>
              <a:gd name="T23" fmla="*/ 20 h 56"/>
              <a:gd name="T24" fmla="*/ 8 w 66"/>
              <a:gd name="T25" fmla="*/ 36 h 56"/>
              <a:gd name="T26" fmla="*/ 8 w 66"/>
              <a:gd name="T27" fmla="*/ 36 h 56"/>
              <a:gd name="T28" fmla="*/ 33 w 66"/>
              <a:gd name="T29" fmla="*/ 56 h 56"/>
              <a:gd name="T30" fmla="*/ 59 w 66"/>
              <a:gd name="T31" fmla="*/ 36 h 56"/>
              <a:gd name="T32" fmla="*/ 59 w 66"/>
              <a:gd name="T33" fmla="*/ 36 h 56"/>
              <a:gd name="T34" fmla="*/ 66 w 66"/>
              <a:gd name="T35" fmla="*/ 23 h 56"/>
              <a:gd name="T36" fmla="*/ 66 w 66"/>
              <a:gd name="T37" fmla="*/ 23 h 56"/>
              <a:gd name="T38" fmla="*/ 66 w 66"/>
              <a:gd name="T39" fmla="*/ 20 h 56"/>
              <a:gd name="T40" fmla="*/ 62 w 66"/>
              <a:gd name="T41" fmla="*/ 8 h 56"/>
              <a:gd name="T42" fmla="*/ 62 w 66"/>
              <a:gd name="T43" fmla="*/ 8 h 56"/>
              <a:gd name="T44" fmla="*/ 59 w 66"/>
              <a:gd name="T45" fmla="*/ 10 h 56"/>
              <a:gd name="T46" fmla="*/ 56 w 66"/>
              <a:gd name="T47" fmla="*/ 13 h 56"/>
              <a:gd name="T48" fmla="*/ 58 w 66"/>
              <a:gd name="T49" fmla="*/ 20 h 56"/>
              <a:gd name="T50" fmla="*/ 58 w 66"/>
              <a:gd name="T51" fmla="*/ 22 h 56"/>
              <a:gd name="T52" fmla="*/ 58 w 66"/>
              <a:gd name="T53" fmla="*/ 22 h 56"/>
              <a:gd name="T54" fmla="*/ 54 w 66"/>
              <a:gd name="T55" fmla="*/ 30 h 56"/>
              <a:gd name="T56" fmla="*/ 33 w 66"/>
              <a:gd name="T57" fmla="*/ 46 h 56"/>
              <a:gd name="T58" fmla="*/ 13 w 66"/>
              <a:gd name="T59" fmla="*/ 30 h 56"/>
              <a:gd name="T60" fmla="*/ 13 w 66"/>
              <a:gd name="T61" fmla="*/ 30 h 56"/>
              <a:gd name="T62" fmla="*/ 8 w 66"/>
              <a:gd name="T63" fmla="*/ 20 h 56"/>
              <a:gd name="T64" fmla="*/ 11 w 66"/>
              <a:gd name="T65" fmla="*/ 13 h 56"/>
              <a:gd name="T66" fmla="*/ 11 w 66"/>
              <a:gd name="T67" fmla="*/ 13 h 56"/>
              <a:gd name="T68" fmla="*/ 20 w 66"/>
              <a:gd name="T69" fmla="*/ 8 h 56"/>
              <a:gd name="T70" fmla="*/ 27 w 66"/>
              <a:gd name="T71" fmla="*/ 11 h 56"/>
              <a:gd name="T72" fmla="*/ 27 w 66"/>
              <a:gd name="T73" fmla="*/ 11 h 56"/>
              <a:gd name="T74" fmla="*/ 33 w 66"/>
              <a:gd name="T75" fmla="*/ 15 h 56"/>
              <a:gd name="T76" fmla="*/ 39 w 66"/>
              <a:gd name="T77" fmla="*/ 11 h 56"/>
              <a:gd name="T78" fmla="*/ 39 w 66"/>
              <a:gd name="T79" fmla="*/ 11 h 56"/>
              <a:gd name="T80" fmla="*/ 46 w 66"/>
              <a:gd name="T81" fmla="*/ 8 h 56"/>
              <a:gd name="T82" fmla="*/ 56 w 66"/>
              <a:gd name="T83" fmla="*/ 13 h 56"/>
              <a:gd name="T84" fmla="*/ 56 w 66"/>
              <a:gd name="T85" fmla="*/ 13 h 56"/>
              <a:gd name="T86" fmla="*/ 56 w 66"/>
              <a:gd name="T87" fmla="*/ 13 h 56"/>
              <a:gd name="T88" fmla="*/ 59 w 66"/>
              <a:gd name="T89" fmla="*/ 1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6" h="56">
                <a:moveTo>
                  <a:pt x="59" y="10"/>
                </a:moveTo>
                <a:cubicBezTo>
                  <a:pt x="62" y="8"/>
                  <a:pt x="62" y="8"/>
                  <a:pt x="62" y="8"/>
                </a:cubicBezTo>
                <a:cubicBezTo>
                  <a:pt x="58" y="3"/>
                  <a:pt x="53" y="0"/>
                  <a:pt x="46" y="0"/>
                </a:cubicBezTo>
                <a:cubicBezTo>
                  <a:pt x="42" y="0"/>
                  <a:pt x="37" y="2"/>
                  <a:pt x="34" y="5"/>
                </a:cubicBezTo>
                <a:cubicBezTo>
                  <a:pt x="33" y="5"/>
                  <a:pt x="33" y="5"/>
                  <a:pt x="33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29" y="2"/>
                  <a:pt x="25" y="0"/>
                  <a:pt x="20" y="0"/>
                </a:cubicBezTo>
                <a:cubicBezTo>
                  <a:pt x="14" y="0"/>
                  <a:pt x="8" y="3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1" y="12"/>
                  <a:pt x="0" y="16"/>
                  <a:pt x="0" y="20"/>
                </a:cubicBezTo>
                <a:cubicBezTo>
                  <a:pt x="0" y="26"/>
                  <a:pt x="3" y="32"/>
                  <a:pt x="8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33" y="56"/>
                  <a:pt x="33" y="56"/>
                  <a:pt x="33" y="56"/>
                </a:cubicBezTo>
                <a:cubicBezTo>
                  <a:pt x="59" y="36"/>
                  <a:pt x="59" y="36"/>
                  <a:pt x="59" y="36"/>
                </a:cubicBezTo>
                <a:cubicBezTo>
                  <a:pt x="59" y="36"/>
                  <a:pt x="59" y="36"/>
                  <a:pt x="59" y="36"/>
                </a:cubicBezTo>
                <a:cubicBezTo>
                  <a:pt x="63" y="33"/>
                  <a:pt x="66" y="28"/>
                  <a:pt x="66" y="23"/>
                </a:cubicBezTo>
                <a:cubicBezTo>
                  <a:pt x="66" y="23"/>
                  <a:pt x="66" y="23"/>
                  <a:pt x="66" y="23"/>
                </a:cubicBezTo>
                <a:cubicBezTo>
                  <a:pt x="66" y="22"/>
                  <a:pt x="66" y="21"/>
                  <a:pt x="66" y="20"/>
                </a:cubicBezTo>
                <a:cubicBezTo>
                  <a:pt x="66" y="16"/>
                  <a:pt x="65" y="11"/>
                  <a:pt x="62" y="8"/>
                </a:cubicBezTo>
                <a:cubicBezTo>
                  <a:pt x="62" y="8"/>
                  <a:pt x="62" y="8"/>
                  <a:pt x="62" y="8"/>
                </a:cubicBezTo>
                <a:cubicBezTo>
                  <a:pt x="59" y="10"/>
                  <a:pt x="59" y="10"/>
                  <a:pt x="59" y="10"/>
                </a:cubicBezTo>
                <a:cubicBezTo>
                  <a:pt x="56" y="13"/>
                  <a:pt x="56" y="13"/>
                  <a:pt x="56" y="13"/>
                </a:cubicBezTo>
                <a:cubicBezTo>
                  <a:pt x="58" y="15"/>
                  <a:pt x="58" y="18"/>
                  <a:pt x="58" y="20"/>
                </a:cubicBezTo>
                <a:cubicBezTo>
                  <a:pt x="58" y="21"/>
                  <a:pt x="58" y="21"/>
                  <a:pt x="58" y="22"/>
                </a:cubicBezTo>
                <a:cubicBezTo>
                  <a:pt x="58" y="22"/>
                  <a:pt x="58" y="22"/>
                  <a:pt x="58" y="22"/>
                </a:cubicBezTo>
                <a:cubicBezTo>
                  <a:pt x="58" y="25"/>
                  <a:pt x="56" y="28"/>
                  <a:pt x="54" y="30"/>
                </a:cubicBezTo>
                <a:cubicBezTo>
                  <a:pt x="33" y="46"/>
                  <a:pt x="33" y="46"/>
                  <a:pt x="33" y="46"/>
                </a:cubicBezTo>
                <a:cubicBezTo>
                  <a:pt x="13" y="30"/>
                  <a:pt x="13" y="30"/>
                  <a:pt x="13" y="30"/>
                </a:cubicBezTo>
                <a:cubicBezTo>
                  <a:pt x="13" y="30"/>
                  <a:pt x="13" y="30"/>
                  <a:pt x="13" y="30"/>
                </a:cubicBezTo>
                <a:cubicBezTo>
                  <a:pt x="10" y="28"/>
                  <a:pt x="8" y="24"/>
                  <a:pt x="8" y="20"/>
                </a:cubicBezTo>
                <a:cubicBezTo>
                  <a:pt x="8" y="18"/>
                  <a:pt x="9" y="15"/>
                  <a:pt x="11" y="13"/>
                </a:cubicBezTo>
                <a:cubicBezTo>
                  <a:pt x="11" y="13"/>
                  <a:pt x="11" y="13"/>
                  <a:pt x="11" y="13"/>
                </a:cubicBezTo>
                <a:cubicBezTo>
                  <a:pt x="13" y="10"/>
                  <a:pt x="16" y="8"/>
                  <a:pt x="20" y="8"/>
                </a:cubicBezTo>
                <a:cubicBezTo>
                  <a:pt x="23" y="8"/>
                  <a:pt x="25" y="9"/>
                  <a:pt x="27" y="11"/>
                </a:cubicBezTo>
                <a:cubicBezTo>
                  <a:pt x="27" y="11"/>
                  <a:pt x="27" y="11"/>
                  <a:pt x="27" y="11"/>
                </a:cubicBezTo>
                <a:cubicBezTo>
                  <a:pt x="33" y="15"/>
                  <a:pt x="33" y="15"/>
                  <a:pt x="33" y="15"/>
                </a:cubicBezTo>
                <a:cubicBezTo>
                  <a:pt x="39" y="11"/>
                  <a:pt x="39" y="11"/>
                  <a:pt x="39" y="11"/>
                </a:cubicBezTo>
                <a:cubicBezTo>
                  <a:pt x="39" y="11"/>
                  <a:pt x="39" y="11"/>
                  <a:pt x="39" y="11"/>
                </a:cubicBezTo>
                <a:cubicBezTo>
                  <a:pt x="41" y="9"/>
                  <a:pt x="44" y="8"/>
                  <a:pt x="46" y="8"/>
                </a:cubicBezTo>
                <a:cubicBezTo>
                  <a:pt x="50" y="8"/>
                  <a:pt x="54" y="10"/>
                  <a:pt x="56" y="13"/>
                </a:cubicBezTo>
                <a:cubicBezTo>
                  <a:pt x="56" y="13"/>
                  <a:pt x="56" y="13"/>
                  <a:pt x="56" y="13"/>
                </a:cubicBezTo>
                <a:cubicBezTo>
                  <a:pt x="56" y="13"/>
                  <a:pt x="56" y="13"/>
                  <a:pt x="56" y="13"/>
                </a:cubicBezTo>
                <a:cubicBezTo>
                  <a:pt x="59" y="10"/>
                  <a:pt x="59" y="10"/>
                  <a:pt x="59" y="10"/>
                </a:cubicBezTo>
                <a:close/>
              </a:path>
            </a:pathLst>
          </a:custGeom>
          <a:solidFill>
            <a:srgbClr val="BED9F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9" name="Freeform 108">
            <a:extLst>
              <a:ext uri="{FF2B5EF4-FFF2-40B4-BE49-F238E27FC236}">
                <a16:creationId xmlns:a16="http://schemas.microsoft.com/office/drawing/2014/main" id="{39217186-51DD-45E4-BED7-DE46703CCAB3}"/>
              </a:ext>
            </a:extLst>
          </p:cNvPr>
          <p:cNvSpPr>
            <a:spLocks/>
          </p:cNvSpPr>
          <p:nvPr/>
        </p:nvSpPr>
        <p:spPr bwMode="auto">
          <a:xfrm>
            <a:off x="10446204" y="4695733"/>
            <a:ext cx="503452" cy="503451"/>
          </a:xfrm>
          <a:custGeom>
            <a:avLst/>
            <a:gdLst>
              <a:gd name="T0" fmla="*/ 337 w 337"/>
              <a:gd name="T1" fmla="*/ 117 h 337"/>
              <a:gd name="T2" fmla="*/ 222 w 337"/>
              <a:gd name="T3" fmla="*/ 117 h 337"/>
              <a:gd name="T4" fmla="*/ 222 w 337"/>
              <a:gd name="T5" fmla="*/ 0 h 337"/>
              <a:gd name="T6" fmla="*/ 117 w 337"/>
              <a:gd name="T7" fmla="*/ 0 h 337"/>
              <a:gd name="T8" fmla="*/ 117 w 337"/>
              <a:gd name="T9" fmla="*/ 117 h 337"/>
              <a:gd name="T10" fmla="*/ 0 w 337"/>
              <a:gd name="T11" fmla="*/ 117 h 337"/>
              <a:gd name="T12" fmla="*/ 0 w 337"/>
              <a:gd name="T13" fmla="*/ 223 h 337"/>
              <a:gd name="T14" fmla="*/ 117 w 337"/>
              <a:gd name="T15" fmla="*/ 223 h 337"/>
              <a:gd name="T16" fmla="*/ 117 w 337"/>
              <a:gd name="T17" fmla="*/ 337 h 337"/>
              <a:gd name="T18" fmla="*/ 222 w 337"/>
              <a:gd name="T19" fmla="*/ 337 h 337"/>
              <a:gd name="T20" fmla="*/ 222 w 337"/>
              <a:gd name="T21" fmla="*/ 223 h 337"/>
              <a:gd name="T22" fmla="*/ 337 w 337"/>
              <a:gd name="T23" fmla="*/ 223 h 337"/>
              <a:gd name="T24" fmla="*/ 337 w 337"/>
              <a:gd name="T25" fmla="*/ 117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37" h="337">
                <a:moveTo>
                  <a:pt x="337" y="117"/>
                </a:moveTo>
                <a:lnTo>
                  <a:pt x="222" y="117"/>
                </a:lnTo>
                <a:lnTo>
                  <a:pt x="222" y="0"/>
                </a:lnTo>
                <a:lnTo>
                  <a:pt x="117" y="0"/>
                </a:lnTo>
                <a:lnTo>
                  <a:pt x="117" y="117"/>
                </a:lnTo>
                <a:lnTo>
                  <a:pt x="0" y="117"/>
                </a:lnTo>
                <a:lnTo>
                  <a:pt x="0" y="223"/>
                </a:lnTo>
                <a:lnTo>
                  <a:pt x="117" y="223"/>
                </a:lnTo>
                <a:lnTo>
                  <a:pt x="117" y="337"/>
                </a:lnTo>
                <a:lnTo>
                  <a:pt x="222" y="337"/>
                </a:lnTo>
                <a:lnTo>
                  <a:pt x="222" y="223"/>
                </a:lnTo>
                <a:lnTo>
                  <a:pt x="337" y="223"/>
                </a:lnTo>
                <a:lnTo>
                  <a:pt x="337" y="117"/>
                </a:lnTo>
                <a:close/>
              </a:path>
            </a:pathLst>
          </a:custGeom>
          <a:noFill/>
          <a:ln w="38100">
            <a:solidFill>
              <a:srgbClr val="BED9F2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9" name="Freeform 173">
            <a:extLst>
              <a:ext uri="{FF2B5EF4-FFF2-40B4-BE49-F238E27FC236}">
                <a16:creationId xmlns:a16="http://schemas.microsoft.com/office/drawing/2014/main" id="{3CE44EDF-A3B9-4964-9C7E-76054F2E3EC2}"/>
              </a:ext>
            </a:extLst>
          </p:cNvPr>
          <p:cNvSpPr>
            <a:spLocks noEditPoints="1"/>
          </p:cNvSpPr>
          <p:nvPr/>
        </p:nvSpPr>
        <p:spPr bwMode="auto">
          <a:xfrm>
            <a:off x="471883" y="1792125"/>
            <a:ext cx="542135" cy="503237"/>
          </a:xfrm>
          <a:custGeom>
            <a:avLst/>
            <a:gdLst>
              <a:gd name="T0" fmla="*/ 79 w 185"/>
              <a:gd name="T1" fmla="*/ 8 h 172"/>
              <a:gd name="T2" fmla="*/ 79 w 185"/>
              <a:gd name="T3" fmla="*/ 38 h 172"/>
              <a:gd name="T4" fmla="*/ 72 w 185"/>
              <a:gd name="T5" fmla="*/ 46 h 172"/>
              <a:gd name="T6" fmla="*/ 48 w 185"/>
              <a:gd name="T7" fmla="*/ 91 h 172"/>
              <a:gd name="T8" fmla="*/ 72 w 185"/>
              <a:gd name="T9" fmla="*/ 91 h 172"/>
              <a:gd name="T10" fmla="*/ 79 w 185"/>
              <a:gd name="T11" fmla="*/ 99 h 172"/>
              <a:gd name="T12" fmla="*/ 79 w 185"/>
              <a:gd name="T13" fmla="*/ 164 h 172"/>
              <a:gd name="T14" fmla="*/ 72 w 185"/>
              <a:gd name="T15" fmla="*/ 172 h 172"/>
              <a:gd name="T16" fmla="*/ 8 w 185"/>
              <a:gd name="T17" fmla="*/ 172 h 172"/>
              <a:gd name="T18" fmla="*/ 0 w 185"/>
              <a:gd name="T19" fmla="*/ 164 h 172"/>
              <a:gd name="T20" fmla="*/ 0 w 185"/>
              <a:gd name="T21" fmla="*/ 99 h 172"/>
              <a:gd name="T22" fmla="*/ 4 w 185"/>
              <a:gd name="T23" fmla="*/ 59 h 172"/>
              <a:gd name="T24" fmla="*/ 18 w 185"/>
              <a:gd name="T25" fmla="*/ 28 h 172"/>
              <a:gd name="T26" fmla="*/ 41 w 185"/>
              <a:gd name="T27" fmla="*/ 7 h 172"/>
              <a:gd name="T28" fmla="*/ 72 w 185"/>
              <a:gd name="T29" fmla="*/ 0 h 172"/>
              <a:gd name="T30" fmla="*/ 79 w 185"/>
              <a:gd name="T31" fmla="*/ 8 h 172"/>
              <a:gd name="T32" fmla="*/ 177 w 185"/>
              <a:gd name="T33" fmla="*/ 46 h 172"/>
              <a:gd name="T34" fmla="*/ 185 w 185"/>
              <a:gd name="T35" fmla="*/ 38 h 172"/>
              <a:gd name="T36" fmla="*/ 185 w 185"/>
              <a:gd name="T37" fmla="*/ 8 h 172"/>
              <a:gd name="T38" fmla="*/ 177 w 185"/>
              <a:gd name="T39" fmla="*/ 0 h 172"/>
              <a:gd name="T40" fmla="*/ 146 w 185"/>
              <a:gd name="T41" fmla="*/ 7 h 172"/>
              <a:gd name="T42" fmla="*/ 123 w 185"/>
              <a:gd name="T43" fmla="*/ 28 h 172"/>
              <a:gd name="T44" fmla="*/ 109 w 185"/>
              <a:gd name="T45" fmla="*/ 59 h 172"/>
              <a:gd name="T46" fmla="*/ 105 w 185"/>
              <a:gd name="T47" fmla="*/ 99 h 172"/>
              <a:gd name="T48" fmla="*/ 105 w 185"/>
              <a:gd name="T49" fmla="*/ 164 h 172"/>
              <a:gd name="T50" fmla="*/ 113 w 185"/>
              <a:gd name="T51" fmla="*/ 172 h 172"/>
              <a:gd name="T52" fmla="*/ 177 w 185"/>
              <a:gd name="T53" fmla="*/ 172 h 172"/>
              <a:gd name="T54" fmla="*/ 185 w 185"/>
              <a:gd name="T55" fmla="*/ 164 h 172"/>
              <a:gd name="T56" fmla="*/ 185 w 185"/>
              <a:gd name="T57" fmla="*/ 99 h 172"/>
              <a:gd name="T58" fmla="*/ 177 w 185"/>
              <a:gd name="T59" fmla="*/ 91 h 172"/>
              <a:gd name="T60" fmla="*/ 153 w 185"/>
              <a:gd name="T61" fmla="*/ 91 h 172"/>
              <a:gd name="T62" fmla="*/ 177 w 185"/>
              <a:gd name="T63" fmla="*/ 46 h 172"/>
              <a:gd name="T64" fmla="*/ 177 w 185"/>
              <a:gd name="T65" fmla="*/ 46 h 172"/>
              <a:gd name="T66" fmla="*/ 177 w 185"/>
              <a:gd name="T67" fmla="*/ 46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85" h="172">
                <a:moveTo>
                  <a:pt x="79" y="8"/>
                </a:moveTo>
                <a:cubicBezTo>
                  <a:pt x="79" y="38"/>
                  <a:pt x="79" y="38"/>
                  <a:pt x="79" y="38"/>
                </a:cubicBezTo>
                <a:cubicBezTo>
                  <a:pt x="79" y="43"/>
                  <a:pt x="76" y="46"/>
                  <a:pt x="72" y="46"/>
                </a:cubicBezTo>
                <a:cubicBezTo>
                  <a:pt x="57" y="46"/>
                  <a:pt x="49" y="61"/>
                  <a:pt x="48" y="91"/>
                </a:cubicBezTo>
                <a:cubicBezTo>
                  <a:pt x="72" y="91"/>
                  <a:pt x="72" y="91"/>
                  <a:pt x="72" y="91"/>
                </a:cubicBezTo>
                <a:cubicBezTo>
                  <a:pt x="76" y="91"/>
                  <a:pt x="79" y="95"/>
                  <a:pt x="79" y="99"/>
                </a:cubicBezTo>
                <a:cubicBezTo>
                  <a:pt x="79" y="164"/>
                  <a:pt x="79" y="164"/>
                  <a:pt x="79" y="164"/>
                </a:cubicBezTo>
                <a:cubicBezTo>
                  <a:pt x="79" y="168"/>
                  <a:pt x="76" y="172"/>
                  <a:pt x="72" y="172"/>
                </a:cubicBezTo>
                <a:cubicBezTo>
                  <a:pt x="8" y="172"/>
                  <a:pt x="8" y="172"/>
                  <a:pt x="8" y="172"/>
                </a:cubicBezTo>
                <a:cubicBezTo>
                  <a:pt x="3" y="172"/>
                  <a:pt x="0" y="168"/>
                  <a:pt x="0" y="164"/>
                </a:cubicBezTo>
                <a:cubicBezTo>
                  <a:pt x="0" y="99"/>
                  <a:pt x="0" y="99"/>
                  <a:pt x="0" y="99"/>
                </a:cubicBezTo>
                <a:cubicBezTo>
                  <a:pt x="0" y="84"/>
                  <a:pt x="1" y="71"/>
                  <a:pt x="4" y="59"/>
                </a:cubicBezTo>
                <a:cubicBezTo>
                  <a:pt x="7" y="47"/>
                  <a:pt x="12" y="37"/>
                  <a:pt x="18" y="28"/>
                </a:cubicBezTo>
                <a:cubicBezTo>
                  <a:pt x="24" y="19"/>
                  <a:pt x="32" y="12"/>
                  <a:pt x="41" y="7"/>
                </a:cubicBezTo>
                <a:cubicBezTo>
                  <a:pt x="50" y="2"/>
                  <a:pt x="60" y="0"/>
                  <a:pt x="72" y="0"/>
                </a:cubicBezTo>
                <a:cubicBezTo>
                  <a:pt x="76" y="0"/>
                  <a:pt x="79" y="3"/>
                  <a:pt x="79" y="8"/>
                </a:cubicBezTo>
                <a:close/>
                <a:moveTo>
                  <a:pt x="177" y="46"/>
                </a:moveTo>
                <a:cubicBezTo>
                  <a:pt x="181" y="46"/>
                  <a:pt x="185" y="43"/>
                  <a:pt x="185" y="38"/>
                </a:cubicBezTo>
                <a:cubicBezTo>
                  <a:pt x="185" y="8"/>
                  <a:pt x="185" y="8"/>
                  <a:pt x="185" y="8"/>
                </a:cubicBezTo>
                <a:cubicBezTo>
                  <a:pt x="185" y="3"/>
                  <a:pt x="181" y="0"/>
                  <a:pt x="177" y="0"/>
                </a:cubicBezTo>
                <a:cubicBezTo>
                  <a:pt x="165" y="0"/>
                  <a:pt x="155" y="2"/>
                  <a:pt x="146" y="7"/>
                </a:cubicBezTo>
                <a:cubicBezTo>
                  <a:pt x="137" y="12"/>
                  <a:pt x="129" y="19"/>
                  <a:pt x="123" y="28"/>
                </a:cubicBezTo>
                <a:cubicBezTo>
                  <a:pt x="117" y="37"/>
                  <a:pt x="112" y="47"/>
                  <a:pt x="109" y="59"/>
                </a:cubicBezTo>
                <a:cubicBezTo>
                  <a:pt x="107" y="71"/>
                  <a:pt x="105" y="84"/>
                  <a:pt x="105" y="99"/>
                </a:cubicBezTo>
                <a:cubicBezTo>
                  <a:pt x="105" y="164"/>
                  <a:pt x="105" y="164"/>
                  <a:pt x="105" y="164"/>
                </a:cubicBezTo>
                <a:cubicBezTo>
                  <a:pt x="105" y="168"/>
                  <a:pt x="108" y="172"/>
                  <a:pt x="113" y="172"/>
                </a:cubicBezTo>
                <a:cubicBezTo>
                  <a:pt x="177" y="172"/>
                  <a:pt x="177" y="172"/>
                  <a:pt x="177" y="172"/>
                </a:cubicBezTo>
                <a:cubicBezTo>
                  <a:pt x="181" y="172"/>
                  <a:pt x="185" y="168"/>
                  <a:pt x="185" y="164"/>
                </a:cubicBezTo>
                <a:cubicBezTo>
                  <a:pt x="185" y="99"/>
                  <a:pt x="185" y="99"/>
                  <a:pt x="185" y="99"/>
                </a:cubicBezTo>
                <a:cubicBezTo>
                  <a:pt x="185" y="95"/>
                  <a:pt x="181" y="91"/>
                  <a:pt x="177" y="91"/>
                </a:cubicBezTo>
                <a:cubicBezTo>
                  <a:pt x="153" y="91"/>
                  <a:pt x="153" y="91"/>
                  <a:pt x="153" y="91"/>
                </a:cubicBezTo>
                <a:cubicBezTo>
                  <a:pt x="154" y="61"/>
                  <a:pt x="162" y="46"/>
                  <a:pt x="177" y="46"/>
                </a:cubicBezTo>
                <a:close/>
                <a:moveTo>
                  <a:pt x="177" y="46"/>
                </a:moveTo>
                <a:cubicBezTo>
                  <a:pt x="177" y="46"/>
                  <a:pt x="177" y="46"/>
                  <a:pt x="177" y="46"/>
                </a:cubicBezTo>
              </a:path>
            </a:pathLst>
          </a:custGeom>
          <a:solidFill>
            <a:srgbClr val="33C0C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" name="Freeform 173">
            <a:extLst>
              <a:ext uri="{FF2B5EF4-FFF2-40B4-BE49-F238E27FC236}">
                <a16:creationId xmlns:a16="http://schemas.microsoft.com/office/drawing/2014/main" id="{00B533FF-19F0-4B63-9D54-7E6AA6826FCA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5382815" y="5545134"/>
            <a:ext cx="542135" cy="503237"/>
          </a:xfrm>
          <a:custGeom>
            <a:avLst/>
            <a:gdLst>
              <a:gd name="T0" fmla="*/ 79 w 185"/>
              <a:gd name="T1" fmla="*/ 8 h 172"/>
              <a:gd name="T2" fmla="*/ 79 w 185"/>
              <a:gd name="T3" fmla="*/ 38 h 172"/>
              <a:gd name="T4" fmla="*/ 72 w 185"/>
              <a:gd name="T5" fmla="*/ 46 h 172"/>
              <a:gd name="T6" fmla="*/ 48 w 185"/>
              <a:gd name="T7" fmla="*/ 91 h 172"/>
              <a:gd name="T8" fmla="*/ 72 w 185"/>
              <a:gd name="T9" fmla="*/ 91 h 172"/>
              <a:gd name="T10" fmla="*/ 79 w 185"/>
              <a:gd name="T11" fmla="*/ 99 h 172"/>
              <a:gd name="T12" fmla="*/ 79 w 185"/>
              <a:gd name="T13" fmla="*/ 164 h 172"/>
              <a:gd name="T14" fmla="*/ 72 w 185"/>
              <a:gd name="T15" fmla="*/ 172 h 172"/>
              <a:gd name="T16" fmla="*/ 8 w 185"/>
              <a:gd name="T17" fmla="*/ 172 h 172"/>
              <a:gd name="T18" fmla="*/ 0 w 185"/>
              <a:gd name="T19" fmla="*/ 164 h 172"/>
              <a:gd name="T20" fmla="*/ 0 w 185"/>
              <a:gd name="T21" fmla="*/ 99 h 172"/>
              <a:gd name="T22" fmla="*/ 4 w 185"/>
              <a:gd name="T23" fmla="*/ 59 h 172"/>
              <a:gd name="T24" fmla="*/ 18 w 185"/>
              <a:gd name="T25" fmla="*/ 28 h 172"/>
              <a:gd name="T26" fmla="*/ 41 w 185"/>
              <a:gd name="T27" fmla="*/ 7 h 172"/>
              <a:gd name="T28" fmla="*/ 72 w 185"/>
              <a:gd name="T29" fmla="*/ 0 h 172"/>
              <a:gd name="T30" fmla="*/ 79 w 185"/>
              <a:gd name="T31" fmla="*/ 8 h 172"/>
              <a:gd name="T32" fmla="*/ 177 w 185"/>
              <a:gd name="T33" fmla="*/ 46 h 172"/>
              <a:gd name="T34" fmla="*/ 185 w 185"/>
              <a:gd name="T35" fmla="*/ 38 h 172"/>
              <a:gd name="T36" fmla="*/ 185 w 185"/>
              <a:gd name="T37" fmla="*/ 8 h 172"/>
              <a:gd name="T38" fmla="*/ 177 w 185"/>
              <a:gd name="T39" fmla="*/ 0 h 172"/>
              <a:gd name="T40" fmla="*/ 146 w 185"/>
              <a:gd name="T41" fmla="*/ 7 h 172"/>
              <a:gd name="T42" fmla="*/ 123 w 185"/>
              <a:gd name="T43" fmla="*/ 28 h 172"/>
              <a:gd name="T44" fmla="*/ 109 w 185"/>
              <a:gd name="T45" fmla="*/ 59 h 172"/>
              <a:gd name="T46" fmla="*/ 105 w 185"/>
              <a:gd name="T47" fmla="*/ 99 h 172"/>
              <a:gd name="T48" fmla="*/ 105 w 185"/>
              <a:gd name="T49" fmla="*/ 164 h 172"/>
              <a:gd name="T50" fmla="*/ 113 w 185"/>
              <a:gd name="T51" fmla="*/ 172 h 172"/>
              <a:gd name="T52" fmla="*/ 177 w 185"/>
              <a:gd name="T53" fmla="*/ 172 h 172"/>
              <a:gd name="T54" fmla="*/ 185 w 185"/>
              <a:gd name="T55" fmla="*/ 164 h 172"/>
              <a:gd name="T56" fmla="*/ 185 w 185"/>
              <a:gd name="T57" fmla="*/ 99 h 172"/>
              <a:gd name="T58" fmla="*/ 177 w 185"/>
              <a:gd name="T59" fmla="*/ 91 h 172"/>
              <a:gd name="T60" fmla="*/ 153 w 185"/>
              <a:gd name="T61" fmla="*/ 91 h 172"/>
              <a:gd name="T62" fmla="*/ 177 w 185"/>
              <a:gd name="T63" fmla="*/ 46 h 172"/>
              <a:gd name="T64" fmla="*/ 177 w 185"/>
              <a:gd name="T65" fmla="*/ 46 h 172"/>
              <a:gd name="T66" fmla="*/ 177 w 185"/>
              <a:gd name="T67" fmla="*/ 46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85" h="172">
                <a:moveTo>
                  <a:pt x="79" y="8"/>
                </a:moveTo>
                <a:cubicBezTo>
                  <a:pt x="79" y="38"/>
                  <a:pt x="79" y="38"/>
                  <a:pt x="79" y="38"/>
                </a:cubicBezTo>
                <a:cubicBezTo>
                  <a:pt x="79" y="43"/>
                  <a:pt x="76" y="46"/>
                  <a:pt x="72" y="46"/>
                </a:cubicBezTo>
                <a:cubicBezTo>
                  <a:pt x="57" y="46"/>
                  <a:pt x="49" y="61"/>
                  <a:pt x="48" y="91"/>
                </a:cubicBezTo>
                <a:cubicBezTo>
                  <a:pt x="72" y="91"/>
                  <a:pt x="72" y="91"/>
                  <a:pt x="72" y="91"/>
                </a:cubicBezTo>
                <a:cubicBezTo>
                  <a:pt x="76" y="91"/>
                  <a:pt x="79" y="95"/>
                  <a:pt x="79" y="99"/>
                </a:cubicBezTo>
                <a:cubicBezTo>
                  <a:pt x="79" y="164"/>
                  <a:pt x="79" y="164"/>
                  <a:pt x="79" y="164"/>
                </a:cubicBezTo>
                <a:cubicBezTo>
                  <a:pt x="79" y="168"/>
                  <a:pt x="76" y="172"/>
                  <a:pt x="72" y="172"/>
                </a:cubicBezTo>
                <a:cubicBezTo>
                  <a:pt x="8" y="172"/>
                  <a:pt x="8" y="172"/>
                  <a:pt x="8" y="172"/>
                </a:cubicBezTo>
                <a:cubicBezTo>
                  <a:pt x="3" y="172"/>
                  <a:pt x="0" y="168"/>
                  <a:pt x="0" y="164"/>
                </a:cubicBezTo>
                <a:cubicBezTo>
                  <a:pt x="0" y="99"/>
                  <a:pt x="0" y="99"/>
                  <a:pt x="0" y="99"/>
                </a:cubicBezTo>
                <a:cubicBezTo>
                  <a:pt x="0" y="84"/>
                  <a:pt x="1" y="71"/>
                  <a:pt x="4" y="59"/>
                </a:cubicBezTo>
                <a:cubicBezTo>
                  <a:pt x="7" y="47"/>
                  <a:pt x="12" y="37"/>
                  <a:pt x="18" y="28"/>
                </a:cubicBezTo>
                <a:cubicBezTo>
                  <a:pt x="24" y="19"/>
                  <a:pt x="32" y="12"/>
                  <a:pt x="41" y="7"/>
                </a:cubicBezTo>
                <a:cubicBezTo>
                  <a:pt x="50" y="2"/>
                  <a:pt x="60" y="0"/>
                  <a:pt x="72" y="0"/>
                </a:cubicBezTo>
                <a:cubicBezTo>
                  <a:pt x="76" y="0"/>
                  <a:pt x="79" y="3"/>
                  <a:pt x="79" y="8"/>
                </a:cubicBezTo>
                <a:close/>
                <a:moveTo>
                  <a:pt x="177" y="46"/>
                </a:moveTo>
                <a:cubicBezTo>
                  <a:pt x="181" y="46"/>
                  <a:pt x="185" y="43"/>
                  <a:pt x="185" y="38"/>
                </a:cubicBezTo>
                <a:cubicBezTo>
                  <a:pt x="185" y="8"/>
                  <a:pt x="185" y="8"/>
                  <a:pt x="185" y="8"/>
                </a:cubicBezTo>
                <a:cubicBezTo>
                  <a:pt x="185" y="3"/>
                  <a:pt x="181" y="0"/>
                  <a:pt x="177" y="0"/>
                </a:cubicBezTo>
                <a:cubicBezTo>
                  <a:pt x="165" y="0"/>
                  <a:pt x="155" y="2"/>
                  <a:pt x="146" y="7"/>
                </a:cubicBezTo>
                <a:cubicBezTo>
                  <a:pt x="137" y="12"/>
                  <a:pt x="129" y="19"/>
                  <a:pt x="123" y="28"/>
                </a:cubicBezTo>
                <a:cubicBezTo>
                  <a:pt x="117" y="37"/>
                  <a:pt x="112" y="47"/>
                  <a:pt x="109" y="59"/>
                </a:cubicBezTo>
                <a:cubicBezTo>
                  <a:pt x="107" y="71"/>
                  <a:pt x="105" y="84"/>
                  <a:pt x="105" y="99"/>
                </a:cubicBezTo>
                <a:cubicBezTo>
                  <a:pt x="105" y="164"/>
                  <a:pt x="105" y="164"/>
                  <a:pt x="105" y="164"/>
                </a:cubicBezTo>
                <a:cubicBezTo>
                  <a:pt x="105" y="168"/>
                  <a:pt x="108" y="172"/>
                  <a:pt x="113" y="172"/>
                </a:cubicBezTo>
                <a:cubicBezTo>
                  <a:pt x="177" y="172"/>
                  <a:pt x="177" y="172"/>
                  <a:pt x="177" y="172"/>
                </a:cubicBezTo>
                <a:cubicBezTo>
                  <a:pt x="181" y="172"/>
                  <a:pt x="185" y="168"/>
                  <a:pt x="185" y="164"/>
                </a:cubicBezTo>
                <a:cubicBezTo>
                  <a:pt x="185" y="99"/>
                  <a:pt x="185" y="99"/>
                  <a:pt x="185" y="99"/>
                </a:cubicBezTo>
                <a:cubicBezTo>
                  <a:pt x="185" y="95"/>
                  <a:pt x="181" y="91"/>
                  <a:pt x="177" y="91"/>
                </a:cubicBezTo>
                <a:cubicBezTo>
                  <a:pt x="153" y="91"/>
                  <a:pt x="153" y="91"/>
                  <a:pt x="153" y="91"/>
                </a:cubicBezTo>
                <a:cubicBezTo>
                  <a:pt x="154" y="61"/>
                  <a:pt x="162" y="46"/>
                  <a:pt x="177" y="46"/>
                </a:cubicBezTo>
                <a:close/>
                <a:moveTo>
                  <a:pt x="177" y="46"/>
                </a:moveTo>
                <a:cubicBezTo>
                  <a:pt x="177" y="46"/>
                  <a:pt x="177" y="46"/>
                  <a:pt x="177" y="46"/>
                </a:cubicBezTo>
              </a:path>
            </a:pathLst>
          </a:custGeom>
          <a:solidFill>
            <a:srgbClr val="33C0C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9AC23A-2356-C8B6-5478-24A3BBD7D5E9}"/>
              </a:ext>
            </a:extLst>
          </p:cNvPr>
          <p:cNvSpPr txBox="1"/>
          <p:nvPr/>
        </p:nvSpPr>
        <p:spPr>
          <a:xfrm>
            <a:off x="589936" y="2531043"/>
            <a:ext cx="622861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Comprehensive Digital Healthcare Solution: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Secure User Registration &amp; Authentication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Real-time Video Consultations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AI-Powered Disease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Chatbot for Instant Support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 HIPAA-Compliant Data Storage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Automated Appointment Scheduling &amp; Notifications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48BB4A-F49C-4121-98AF-98381AACF051}"/>
              </a:ext>
            </a:extLst>
          </p:cNvPr>
          <p:cNvSpPr txBox="1"/>
          <p:nvPr/>
        </p:nvSpPr>
        <p:spPr>
          <a:xfrm>
            <a:off x="4341241" y="47445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Key Features</a:t>
            </a:r>
          </a:p>
        </p:txBody>
      </p:sp>
    </p:spTree>
    <p:extLst>
      <p:ext uri="{BB962C8B-B14F-4D97-AF65-F5344CB8AC3E}">
        <p14:creationId xmlns:p14="http://schemas.microsoft.com/office/powerpoint/2010/main" val="661422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412482-18F8-BD2E-D9B8-E8EBFBB5E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52" y="1045845"/>
            <a:ext cx="5633001" cy="54894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EBBBCB-5FBE-A93C-48A1-B01064268B71}"/>
              </a:ext>
            </a:extLst>
          </p:cNvPr>
          <p:cNvSpPr txBox="1"/>
          <p:nvPr/>
        </p:nvSpPr>
        <p:spPr>
          <a:xfrm>
            <a:off x="5926248" y="1551701"/>
            <a:ext cx="6096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Modules &amp; Technologies Used: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Management: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Secure authentication &amp; role-based access.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Video Conferencing: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WebRTC/Twilio for seamless interactions.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 Model: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Trained on medical datasets for accurate predictions.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NLP-based assistant for real-time user guidance.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MySQL for secure medical record storage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CDC1C7-327C-DAF8-A2BB-5FCF3F0FCCB3}"/>
              </a:ext>
            </a:extLst>
          </p:cNvPr>
          <p:cNvSpPr txBox="1"/>
          <p:nvPr/>
        </p:nvSpPr>
        <p:spPr>
          <a:xfrm>
            <a:off x="3442447" y="21515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569638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Box 148">
            <a:extLst>
              <a:ext uri="{FF2B5EF4-FFF2-40B4-BE49-F238E27FC236}">
                <a16:creationId xmlns:a16="http://schemas.microsoft.com/office/drawing/2014/main" id="{DF28B4CA-3020-A85A-159B-A1CA1AA050F7}"/>
              </a:ext>
            </a:extLst>
          </p:cNvPr>
          <p:cNvSpPr txBox="1"/>
          <p:nvPr/>
        </p:nvSpPr>
        <p:spPr>
          <a:xfrm>
            <a:off x="5463846" y="1679931"/>
            <a:ext cx="609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Ensuring Data Safety &amp; Compliance:</a:t>
            </a:r>
          </a:p>
          <a:p>
            <a:endParaRPr lang="en-IN" sz="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 Encryption:</a:t>
            </a:r>
            <a:r>
              <a:rPr lang="en-IN" sz="2400" dirty="0"/>
              <a:t> Secure storage &amp; transmission of patient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Role-based Access Control:</a:t>
            </a:r>
            <a:r>
              <a:rPr lang="en-IN" sz="2400" dirty="0"/>
              <a:t> Restrict access to sensitive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HIPAA Compliance:</a:t>
            </a:r>
            <a:r>
              <a:rPr lang="en-IN" sz="2400" dirty="0"/>
              <a:t> Follows global healthcare security standards.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Secure Communication:</a:t>
            </a:r>
            <a:r>
              <a:rPr lang="en-IN" sz="2400" dirty="0"/>
              <a:t> HTTPS and API security mechanisms.</a:t>
            </a:r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E143F80E-DFBD-AA1C-4DAD-5E22025E8FF4}"/>
              </a:ext>
            </a:extLst>
          </p:cNvPr>
          <p:cNvGrpSpPr/>
          <p:nvPr/>
        </p:nvGrpSpPr>
        <p:grpSpPr>
          <a:xfrm>
            <a:off x="478256" y="836612"/>
            <a:ext cx="4186237" cy="5184775"/>
            <a:chOff x="-5178425" y="1138238"/>
            <a:chExt cx="4186237" cy="5184775"/>
          </a:xfrm>
        </p:grpSpPr>
        <p:sp>
          <p:nvSpPr>
            <p:cNvPr id="151" name="Freeform 5">
              <a:extLst>
                <a:ext uri="{FF2B5EF4-FFF2-40B4-BE49-F238E27FC236}">
                  <a16:creationId xmlns:a16="http://schemas.microsoft.com/office/drawing/2014/main" id="{4E9BC741-4138-6962-6482-A4313E9076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4303713" y="1612900"/>
              <a:ext cx="2946400" cy="4710113"/>
            </a:xfrm>
            <a:custGeom>
              <a:avLst/>
              <a:gdLst>
                <a:gd name="T0" fmla="*/ 70 w 1082"/>
                <a:gd name="T1" fmla="*/ 163 h 1730"/>
                <a:gd name="T2" fmla="*/ 41 w 1082"/>
                <a:gd name="T3" fmla="*/ 200 h 1730"/>
                <a:gd name="T4" fmla="*/ 214 w 1082"/>
                <a:gd name="T5" fmla="*/ 1665 h 1730"/>
                <a:gd name="T6" fmla="*/ 250 w 1082"/>
                <a:gd name="T7" fmla="*/ 1693 h 1730"/>
                <a:gd name="T8" fmla="*/ 1016 w 1082"/>
                <a:gd name="T9" fmla="*/ 1603 h 1730"/>
                <a:gd name="T10" fmla="*/ 1045 w 1082"/>
                <a:gd name="T11" fmla="*/ 1567 h 1730"/>
                <a:gd name="T12" fmla="*/ 872 w 1082"/>
                <a:gd name="T13" fmla="*/ 102 h 1730"/>
                <a:gd name="T14" fmla="*/ 836 w 1082"/>
                <a:gd name="T15" fmla="*/ 73 h 1730"/>
                <a:gd name="T16" fmla="*/ 70 w 1082"/>
                <a:gd name="T17" fmla="*/ 163 h 1730"/>
                <a:gd name="T18" fmla="*/ 1020 w 1082"/>
                <a:gd name="T19" fmla="*/ 1636 h 1730"/>
                <a:gd name="T20" fmla="*/ 254 w 1082"/>
                <a:gd name="T21" fmla="*/ 1726 h 1730"/>
                <a:gd name="T22" fmla="*/ 181 w 1082"/>
                <a:gd name="T23" fmla="*/ 1668 h 1730"/>
                <a:gd name="T24" fmla="*/ 4 w 1082"/>
                <a:gd name="T25" fmla="*/ 167 h 1730"/>
                <a:gd name="T26" fmla="*/ 62 w 1082"/>
                <a:gd name="T27" fmla="*/ 94 h 1730"/>
                <a:gd name="T28" fmla="*/ 828 w 1082"/>
                <a:gd name="T29" fmla="*/ 4 h 1730"/>
                <a:gd name="T30" fmla="*/ 900 w 1082"/>
                <a:gd name="T31" fmla="*/ 61 h 1730"/>
                <a:gd name="T32" fmla="*/ 1077 w 1082"/>
                <a:gd name="T33" fmla="*/ 1563 h 1730"/>
                <a:gd name="T34" fmla="*/ 1020 w 1082"/>
                <a:gd name="T35" fmla="*/ 1636 h 1730"/>
                <a:gd name="T36" fmla="*/ 382 w 1082"/>
                <a:gd name="T37" fmla="*/ 99 h 1730"/>
                <a:gd name="T38" fmla="*/ 524 w 1082"/>
                <a:gd name="T39" fmla="*/ 83 h 1730"/>
                <a:gd name="T40" fmla="*/ 532 w 1082"/>
                <a:gd name="T41" fmla="*/ 74 h 1730"/>
                <a:gd name="T42" fmla="*/ 532 w 1082"/>
                <a:gd name="T43" fmla="*/ 72 h 1730"/>
                <a:gd name="T44" fmla="*/ 522 w 1082"/>
                <a:gd name="T45" fmla="*/ 64 h 1730"/>
                <a:gd name="T46" fmla="*/ 380 w 1082"/>
                <a:gd name="T47" fmla="*/ 80 h 1730"/>
                <a:gd name="T48" fmla="*/ 373 w 1082"/>
                <a:gd name="T49" fmla="*/ 90 h 1730"/>
                <a:gd name="T50" fmla="*/ 373 w 1082"/>
                <a:gd name="T51" fmla="*/ 91 h 1730"/>
                <a:gd name="T52" fmla="*/ 382 w 1082"/>
                <a:gd name="T53" fmla="*/ 99 h 1730"/>
                <a:gd name="T54" fmla="*/ 329 w 1082"/>
                <a:gd name="T55" fmla="*/ 95 h 1730"/>
                <a:gd name="T56" fmla="*/ 339 w 1082"/>
                <a:gd name="T57" fmla="*/ 104 h 1730"/>
                <a:gd name="T58" fmla="*/ 348 w 1082"/>
                <a:gd name="T59" fmla="*/ 93 h 1730"/>
                <a:gd name="T60" fmla="*/ 337 w 1082"/>
                <a:gd name="T61" fmla="*/ 85 h 1730"/>
                <a:gd name="T62" fmla="*/ 329 w 1082"/>
                <a:gd name="T63" fmla="*/ 95 h 1730"/>
                <a:gd name="T64" fmla="*/ 557 w 1082"/>
                <a:gd name="T65" fmla="*/ 70 h 1730"/>
                <a:gd name="T66" fmla="*/ 567 w 1082"/>
                <a:gd name="T67" fmla="*/ 78 h 1730"/>
                <a:gd name="T68" fmla="*/ 575 w 1082"/>
                <a:gd name="T69" fmla="*/ 68 h 1730"/>
                <a:gd name="T70" fmla="*/ 565 w 1082"/>
                <a:gd name="T71" fmla="*/ 60 h 1730"/>
                <a:gd name="T72" fmla="*/ 557 w 1082"/>
                <a:gd name="T73" fmla="*/ 70 h 1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82" h="1730">
                  <a:moveTo>
                    <a:pt x="70" y="163"/>
                  </a:moveTo>
                  <a:cubicBezTo>
                    <a:pt x="52" y="165"/>
                    <a:pt x="39" y="182"/>
                    <a:pt x="41" y="200"/>
                  </a:cubicBezTo>
                  <a:cubicBezTo>
                    <a:pt x="214" y="1665"/>
                    <a:pt x="214" y="1665"/>
                    <a:pt x="214" y="1665"/>
                  </a:cubicBezTo>
                  <a:cubicBezTo>
                    <a:pt x="216" y="1682"/>
                    <a:pt x="232" y="1695"/>
                    <a:pt x="250" y="1693"/>
                  </a:cubicBezTo>
                  <a:cubicBezTo>
                    <a:pt x="1016" y="1603"/>
                    <a:pt x="1016" y="1603"/>
                    <a:pt x="1016" y="1603"/>
                  </a:cubicBezTo>
                  <a:cubicBezTo>
                    <a:pt x="1034" y="1601"/>
                    <a:pt x="1047" y="1585"/>
                    <a:pt x="1045" y="1567"/>
                  </a:cubicBezTo>
                  <a:cubicBezTo>
                    <a:pt x="872" y="102"/>
                    <a:pt x="872" y="102"/>
                    <a:pt x="872" y="102"/>
                  </a:cubicBezTo>
                  <a:cubicBezTo>
                    <a:pt x="870" y="84"/>
                    <a:pt x="854" y="71"/>
                    <a:pt x="836" y="73"/>
                  </a:cubicBezTo>
                  <a:cubicBezTo>
                    <a:pt x="70" y="163"/>
                    <a:pt x="70" y="163"/>
                    <a:pt x="70" y="163"/>
                  </a:cubicBezTo>
                  <a:close/>
                  <a:moveTo>
                    <a:pt x="1020" y="1636"/>
                  </a:moveTo>
                  <a:cubicBezTo>
                    <a:pt x="254" y="1726"/>
                    <a:pt x="254" y="1726"/>
                    <a:pt x="254" y="1726"/>
                  </a:cubicBezTo>
                  <a:cubicBezTo>
                    <a:pt x="218" y="1730"/>
                    <a:pt x="185" y="1704"/>
                    <a:pt x="181" y="1668"/>
                  </a:cubicBezTo>
                  <a:cubicBezTo>
                    <a:pt x="4" y="167"/>
                    <a:pt x="4" y="167"/>
                    <a:pt x="4" y="167"/>
                  </a:cubicBezTo>
                  <a:cubicBezTo>
                    <a:pt x="0" y="131"/>
                    <a:pt x="26" y="98"/>
                    <a:pt x="62" y="94"/>
                  </a:cubicBezTo>
                  <a:cubicBezTo>
                    <a:pt x="828" y="4"/>
                    <a:pt x="828" y="4"/>
                    <a:pt x="828" y="4"/>
                  </a:cubicBezTo>
                  <a:cubicBezTo>
                    <a:pt x="863" y="0"/>
                    <a:pt x="896" y="25"/>
                    <a:pt x="900" y="61"/>
                  </a:cubicBezTo>
                  <a:cubicBezTo>
                    <a:pt x="1077" y="1563"/>
                    <a:pt x="1077" y="1563"/>
                    <a:pt x="1077" y="1563"/>
                  </a:cubicBezTo>
                  <a:cubicBezTo>
                    <a:pt x="1082" y="1599"/>
                    <a:pt x="1056" y="1631"/>
                    <a:pt x="1020" y="1636"/>
                  </a:cubicBezTo>
                  <a:close/>
                  <a:moveTo>
                    <a:pt x="382" y="99"/>
                  </a:moveTo>
                  <a:cubicBezTo>
                    <a:pt x="524" y="83"/>
                    <a:pt x="524" y="83"/>
                    <a:pt x="524" y="83"/>
                  </a:cubicBezTo>
                  <a:cubicBezTo>
                    <a:pt x="529" y="82"/>
                    <a:pt x="532" y="78"/>
                    <a:pt x="532" y="74"/>
                  </a:cubicBezTo>
                  <a:cubicBezTo>
                    <a:pt x="532" y="72"/>
                    <a:pt x="532" y="72"/>
                    <a:pt x="532" y="72"/>
                  </a:cubicBezTo>
                  <a:cubicBezTo>
                    <a:pt x="531" y="67"/>
                    <a:pt x="527" y="64"/>
                    <a:pt x="522" y="64"/>
                  </a:cubicBezTo>
                  <a:cubicBezTo>
                    <a:pt x="380" y="80"/>
                    <a:pt x="380" y="80"/>
                    <a:pt x="380" y="80"/>
                  </a:cubicBezTo>
                  <a:cubicBezTo>
                    <a:pt x="376" y="81"/>
                    <a:pt x="372" y="85"/>
                    <a:pt x="373" y="90"/>
                  </a:cubicBezTo>
                  <a:cubicBezTo>
                    <a:pt x="373" y="91"/>
                    <a:pt x="373" y="91"/>
                    <a:pt x="373" y="91"/>
                  </a:cubicBezTo>
                  <a:cubicBezTo>
                    <a:pt x="374" y="96"/>
                    <a:pt x="378" y="99"/>
                    <a:pt x="382" y="99"/>
                  </a:cubicBezTo>
                  <a:close/>
                  <a:moveTo>
                    <a:pt x="329" y="95"/>
                  </a:moveTo>
                  <a:cubicBezTo>
                    <a:pt x="330" y="100"/>
                    <a:pt x="334" y="104"/>
                    <a:pt x="339" y="104"/>
                  </a:cubicBezTo>
                  <a:cubicBezTo>
                    <a:pt x="345" y="103"/>
                    <a:pt x="348" y="98"/>
                    <a:pt x="348" y="93"/>
                  </a:cubicBezTo>
                  <a:cubicBezTo>
                    <a:pt x="347" y="88"/>
                    <a:pt x="342" y="85"/>
                    <a:pt x="337" y="85"/>
                  </a:cubicBezTo>
                  <a:cubicBezTo>
                    <a:pt x="332" y="86"/>
                    <a:pt x="329" y="90"/>
                    <a:pt x="329" y="95"/>
                  </a:cubicBezTo>
                  <a:close/>
                  <a:moveTo>
                    <a:pt x="557" y="70"/>
                  </a:moveTo>
                  <a:cubicBezTo>
                    <a:pt x="558" y="75"/>
                    <a:pt x="562" y="79"/>
                    <a:pt x="567" y="78"/>
                  </a:cubicBezTo>
                  <a:cubicBezTo>
                    <a:pt x="572" y="77"/>
                    <a:pt x="576" y="73"/>
                    <a:pt x="575" y="68"/>
                  </a:cubicBezTo>
                  <a:cubicBezTo>
                    <a:pt x="575" y="63"/>
                    <a:pt x="570" y="59"/>
                    <a:pt x="565" y="60"/>
                  </a:cubicBezTo>
                  <a:cubicBezTo>
                    <a:pt x="560" y="60"/>
                    <a:pt x="556" y="65"/>
                    <a:pt x="557" y="70"/>
                  </a:cubicBezTo>
                  <a:close/>
                </a:path>
              </a:pathLst>
            </a:custGeom>
            <a:solidFill>
              <a:srgbClr val="DE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Freeform 6">
              <a:extLst>
                <a:ext uri="{FF2B5EF4-FFF2-40B4-BE49-F238E27FC236}">
                  <a16:creationId xmlns:a16="http://schemas.microsoft.com/office/drawing/2014/main" id="{BE658993-CF6B-AF42-6EF8-80FA9397AA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4303713" y="1612900"/>
              <a:ext cx="2946400" cy="4710113"/>
            </a:xfrm>
            <a:custGeom>
              <a:avLst/>
              <a:gdLst>
                <a:gd name="T0" fmla="*/ 70 w 1082"/>
                <a:gd name="T1" fmla="*/ 163 h 1730"/>
                <a:gd name="T2" fmla="*/ 41 w 1082"/>
                <a:gd name="T3" fmla="*/ 200 h 1730"/>
                <a:gd name="T4" fmla="*/ 214 w 1082"/>
                <a:gd name="T5" fmla="*/ 1665 h 1730"/>
                <a:gd name="T6" fmla="*/ 250 w 1082"/>
                <a:gd name="T7" fmla="*/ 1693 h 1730"/>
                <a:gd name="T8" fmla="*/ 1016 w 1082"/>
                <a:gd name="T9" fmla="*/ 1603 h 1730"/>
                <a:gd name="T10" fmla="*/ 1045 w 1082"/>
                <a:gd name="T11" fmla="*/ 1567 h 1730"/>
                <a:gd name="T12" fmla="*/ 872 w 1082"/>
                <a:gd name="T13" fmla="*/ 102 h 1730"/>
                <a:gd name="T14" fmla="*/ 836 w 1082"/>
                <a:gd name="T15" fmla="*/ 73 h 1730"/>
                <a:gd name="T16" fmla="*/ 70 w 1082"/>
                <a:gd name="T17" fmla="*/ 163 h 1730"/>
                <a:gd name="T18" fmla="*/ 1020 w 1082"/>
                <a:gd name="T19" fmla="*/ 1636 h 1730"/>
                <a:gd name="T20" fmla="*/ 254 w 1082"/>
                <a:gd name="T21" fmla="*/ 1726 h 1730"/>
                <a:gd name="T22" fmla="*/ 181 w 1082"/>
                <a:gd name="T23" fmla="*/ 1668 h 1730"/>
                <a:gd name="T24" fmla="*/ 4 w 1082"/>
                <a:gd name="T25" fmla="*/ 167 h 1730"/>
                <a:gd name="T26" fmla="*/ 62 w 1082"/>
                <a:gd name="T27" fmla="*/ 94 h 1730"/>
                <a:gd name="T28" fmla="*/ 828 w 1082"/>
                <a:gd name="T29" fmla="*/ 4 h 1730"/>
                <a:gd name="T30" fmla="*/ 900 w 1082"/>
                <a:gd name="T31" fmla="*/ 61 h 1730"/>
                <a:gd name="T32" fmla="*/ 1077 w 1082"/>
                <a:gd name="T33" fmla="*/ 1563 h 1730"/>
                <a:gd name="T34" fmla="*/ 1020 w 1082"/>
                <a:gd name="T35" fmla="*/ 1636 h 1730"/>
                <a:gd name="T36" fmla="*/ 382 w 1082"/>
                <a:gd name="T37" fmla="*/ 99 h 1730"/>
                <a:gd name="T38" fmla="*/ 524 w 1082"/>
                <a:gd name="T39" fmla="*/ 83 h 1730"/>
                <a:gd name="T40" fmla="*/ 532 w 1082"/>
                <a:gd name="T41" fmla="*/ 74 h 1730"/>
                <a:gd name="T42" fmla="*/ 532 w 1082"/>
                <a:gd name="T43" fmla="*/ 72 h 1730"/>
                <a:gd name="T44" fmla="*/ 522 w 1082"/>
                <a:gd name="T45" fmla="*/ 64 h 1730"/>
                <a:gd name="T46" fmla="*/ 380 w 1082"/>
                <a:gd name="T47" fmla="*/ 80 h 1730"/>
                <a:gd name="T48" fmla="*/ 373 w 1082"/>
                <a:gd name="T49" fmla="*/ 90 h 1730"/>
                <a:gd name="T50" fmla="*/ 373 w 1082"/>
                <a:gd name="T51" fmla="*/ 91 h 1730"/>
                <a:gd name="T52" fmla="*/ 382 w 1082"/>
                <a:gd name="T53" fmla="*/ 99 h 1730"/>
                <a:gd name="T54" fmla="*/ 329 w 1082"/>
                <a:gd name="T55" fmla="*/ 95 h 1730"/>
                <a:gd name="T56" fmla="*/ 339 w 1082"/>
                <a:gd name="T57" fmla="*/ 104 h 1730"/>
                <a:gd name="T58" fmla="*/ 348 w 1082"/>
                <a:gd name="T59" fmla="*/ 93 h 1730"/>
                <a:gd name="T60" fmla="*/ 337 w 1082"/>
                <a:gd name="T61" fmla="*/ 85 h 1730"/>
                <a:gd name="T62" fmla="*/ 329 w 1082"/>
                <a:gd name="T63" fmla="*/ 95 h 1730"/>
                <a:gd name="T64" fmla="*/ 557 w 1082"/>
                <a:gd name="T65" fmla="*/ 70 h 1730"/>
                <a:gd name="T66" fmla="*/ 567 w 1082"/>
                <a:gd name="T67" fmla="*/ 78 h 1730"/>
                <a:gd name="T68" fmla="*/ 575 w 1082"/>
                <a:gd name="T69" fmla="*/ 68 h 1730"/>
                <a:gd name="T70" fmla="*/ 565 w 1082"/>
                <a:gd name="T71" fmla="*/ 60 h 1730"/>
                <a:gd name="T72" fmla="*/ 557 w 1082"/>
                <a:gd name="T73" fmla="*/ 70 h 1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82" h="1730">
                  <a:moveTo>
                    <a:pt x="70" y="163"/>
                  </a:moveTo>
                  <a:cubicBezTo>
                    <a:pt x="52" y="165"/>
                    <a:pt x="39" y="182"/>
                    <a:pt x="41" y="200"/>
                  </a:cubicBezTo>
                  <a:cubicBezTo>
                    <a:pt x="214" y="1665"/>
                    <a:pt x="214" y="1665"/>
                    <a:pt x="214" y="1665"/>
                  </a:cubicBezTo>
                  <a:cubicBezTo>
                    <a:pt x="216" y="1682"/>
                    <a:pt x="232" y="1695"/>
                    <a:pt x="250" y="1693"/>
                  </a:cubicBezTo>
                  <a:cubicBezTo>
                    <a:pt x="1016" y="1603"/>
                    <a:pt x="1016" y="1603"/>
                    <a:pt x="1016" y="1603"/>
                  </a:cubicBezTo>
                  <a:cubicBezTo>
                    <a:pt x="1034" y="1601"/>
                    <a:pt x="1047" y="1585"/>
                    <a:pt x="1045" y="1567"/>
                  </a:cubicBezTo>
                  <a:cubicBezTo>
                    <a:pt x="872" y="102"/>
                    <a:pt x="872" y="102"/>
                    <a:pt x="872" y="102"/>
                  </a:cubicBezTo>
                  <a:cubicBezTo>
                    <a:pt x="870" y="84"/>
                    <a:pt x="854" y="71"/>
                    <a:pt x="836" y="73"/>
                  </a:cubicBezTo>
                  <a:cubicBezTo>
                    <a:pt x="70" y="163"/>
                    <a:pt x="70" y="163"/>
                    <a:pt x="70" y="163"/>
                  </a:cubicBezTo>
                  <a:close/>
                  <a:moveTo>
                    <a:pt x="1020" y="1636"/>
                  </a:moveTo>
                  <a:cubicBezTo>
                    <a:pt x="254" y="1726"/>
                    <a:pt x="254" y="1726"/>
                    <a:pt x="254" y="1726"/>
                  </a:cubicBezTo>
                  <a:cubicBezTo>
                    <a:pt x="218" y="1730"/>
                    <a:pt x="185" y="1704"/>
                    <a:pt x="181" y="1668"/>
                  </a:cubicBezTo>
                  <a:cubicBezTo>
                    <a:pt x="4" y="167"/>
                    <a:pt x="4" y="167"/>
                    <a:pt x="4" y="167"/>
                  </a:cubicBezTo>
                  <a:cubicBezTo>
                    <a:pt x="0" y="131"/>
                    <a:pt x="26" y="98"/>
                    <a:pt x="62" y="94"/>
                  </a:cubicBezTo>
                  <a:cubicBezTo>
                    <a:pt x="828" y="4"/>
                    <a:pt x="828" y="4"/>
                    <a:pt x="828" y="4"/>
                  </a:cubicBezTo>
                  <a:cubicBezTo>
                    <a:pt x="863" y="0"/>
                    <a:pt x="896" y="25"/>
                    <a:pt x="900" y="61"/>
                  </a:cubicBezTo>
                  <a:cubicBezTo>
                    <a:pt x="1077" y="1563"/>
                    <a:pt x="1077" y="1563"/>
                    <a:pt x="1077" y="1563"/>
                  </a:cubicBezTo>
                  <a:cubicBezTo>
                    <a:pt x="1082" y="1599"/>
                    <a:pt x="1056" y="1631"/>
                    <a:pt x="1020" y="1636"/>
                  </a:cubicBezTo>
                  <a:close/>
                  <a:moveTo>
                    <a:pt x="382" y="99"/>
                  </a:moveTo>
                  <a:cubicBezTo>
                    <a:pt x="524" y="83"/>
                    <a:pt x="524" y="83"/>
                    <a:pt x="524" y="83"/>
                  </a:cubicBezTo>
                  <a:cubicBezTo>
                    <a:pt x="529" y="82"/>
                    <a:pt x="532" y="78"/>
                    <a:pt x="532" y="74"/>
                  </a:cubicBezTo>
                  <a:cubicBezTo>
                    <a:pt x="532" y="72"/>
                    <a:pt x="532" y="72"/>
                    <a:pt x="532" y="72"/>
                  </a:cubicBezTo>
                  <a:cubicBezTo>
                    <a:pt x="531" y="67"/>
                    <a:pt x="527" y="64"/>
                    <a:pt x="522" y="64"/>
                  </a:cubicBezTo>
                  <a:cubicBezTo>
                    <a:pt x="380" y="80"/>
                    <a:pt x="380" y="80"/>
                    <a:pt x="380" y="80"/>
                  </a:cubicBezTo>
                  <a:cubicBezTo>
                    <a:pt x="376" y="81"/>
                    <a:pt x="372" y="85"/>
                    <a:pt x="373" y="90"/>
                  </a:cubicBezTo>
                  <a:cubicBezTo>
                    <a:pt x="373" y="91"/>
                    <a:pt x="373" y="91"/>
                    <a:pt x="373" y="91"/>
                  </a:cubicBezTo>
                  <a:cubicBezTo>
                    <a:pt x="374" y="96"/>
                    <a:pt x="378" y="99"/>
                    <a:pt x="382" y="99"/>
                  </a:cubicBezTo>
                  <a:close/>
                  <a:moveTo>
                    <a:pt x="329" y="95"/>
                  </a:moveTo>
                  <a:cubicBezTo>
                    <a:pt x="330" y="100"/>
                    <a:pt x="334" y="104"/>
                    <a:pt x="339" y="104"/>
                  </a:cubicBezTo>
                  <a:cubicBezTo>
                    <a:pt x="345" y="103"/>
                    <a:pt x="348" y="98"/>
                    <a:pt x="348" y="93"/>
                  </a:cubicBezTo>
                  <a:cubicBezTo>
                    <a:pt x="347" y="88"/>
                    <a:pt x="342" y="85"/>
                    <a:pt x="337" y="85"/>
                  </a:cubicBezTo>
                  <a:cubicBezTo>
                    <a:pt x="332" y="86"/>
                    <a:pt x="329" y="90"/>
                    <a:pt x="329" y="95"/>
                  </a:cubicBezTo>
                  <a:close/>
                  <a:moveTo>
                    <a:pt x="557" y="70"/>
                  </a:moveTo>
                  <a:cubicBezTo>
                    <a:pt x="558" y="75"/>
                    <a:pt x="562" y="79"/>
                    <a:pt x="567" y="78"/>
                  </a:cubicBezTo>
                  <a:cubicBezTo>
                    <a:pt x="572" y="77"/>
                    <a:pt x="576" y="73"/>
                    <a:pt x="575" y="68"/>
                  </a:cubicBezTo>
                  <a:cubicBezTo>
                    <a:pt x="575" y="63"/>
                    <a:pt x="570" y="59"/>
                    <a:pt x="565" y="60"/>
                  </a:cubicBezTo>
                  <a:cubicBezTo>
                    <a:pt x="560" y="60"/>
                    <a:pt x="556" y="65"/>
                    <a:pt x="557" y="70"/>
                  </a:cubicBezTo>
                  <a:close/>
                </a:path>
              </a:pathLst>
            </a:custGeom>
            <a:solidFill>
              <a:srgbClr val="73D4D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Freeform 7">
              <a:extLst>
                <a:ext uri="{FF2B5EF4-FFF2-40B4-BE49-F238E27FC236}">
                  <a16:creationId xmlns:a16="http://schemas.microsoft.com/office/drawing/2014/main" id="{B361F358-B176-0BCB-84CA-A029B7698C25}"/>
                </a:ext>
              </a:extLst>
            </p:cNvPr>
            <p:cNvSpPr>
              <a:spLocks/>
            </p:cNvSpPr>
            <p:nvPr/>
          </p:nvSpPr>
          <p:spPr bwMode="auto">
            <a:xfrm>
              <a:off x="-4452938" y="1765300"/>
              <a:ext cx="3038475" cy="4048125"/>
            </a:xfrm>
            <a:custGeom>
              <a:avLst/>
              <a:gdLst>
                <a:gd name="T0" fmla="*/ 1110 w 1116"/>
                <a:gd name="T1" fmla="*/ 238 h 1487"/>
                <a:gd name="T2" fmla="*/ 1076 w 1116"/>
                <a:gd name="T3" fmla="*/ 182 h 1487"/>
                <a:gd name="T4" fmla="*/ 364 w 1116"/>
                <a:gd name="T5" fmla="*/ 6 h 1487"/>
                <a:gd name="T6" fmla="*/ 307 w 1116"/>
                <a:gd name="T7" fmla="*/ 41 h 1487"/>
                <a:gd name="T8" fmla="*/ 0 w 1116"/>
                <a:gd name="T9" fmla="*/ 1289 h 1487"/>
                <a:gd name="T10" fmla="*/ 803 w 1116"/>
                <a:gd name="T11" fmla="*/ 1487 h 1487"/>
                <a:gd name="T12" fmla="*/ 1110 w 1116"/>
                <a:gd name="T13" fmla="*/ 238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16" h="1487">
                  <a:moveTo>
                    <a:pt x="1110" y="238"/>
                  </a:moveTo>
                  <a:cubicBezTo>
                    <a:pt x="1116" y="213"/>
                    <a:pt x="1101" y="188"/>
                    <a:pt x="1076" y="182"/>
                  </a:cubicBezTo>
                  <a:cubicBezTo>
                    <a:pt x="364" y="6"/>
                    <a:pt x="364" y="6"/>
                    <a:pt x="364" y="6"/>
                  </a:cubicBezTo>
                  <a:cubicBezTo>
                    <a:pt x="339" y="0"/>
                    <a:pt x="313" y="16"/>
                    <a:pt x="307" y="41"/>
                  </a:cubicBezTo>
                  <a:cubicBezTo>
                    <a:pt x="0" y="1289"/>
                    <a:pt x="0" y="1289"/>
                    <a:pt x="0" y="1289"/>
                  </a:cubicBezTo>
                  <a:cubicBezTo>
                    <a:pt x="803" y="1487"/>
                    <a:pt x="803" y="1487"/>
                    <a:pt x="803" y="1487"/>
                  </a:cubicBezTo>
                  <a:cubicBezTo>
                    <a:pt x="1110" y="238"/>
                    <a:pt x="1110" y="238"/>
                    <a:pt x="1110" y="238"/>
                  </a:cubicBezTo>
                  <a:close/>
                </a:path>
              </a:pathLst>
            </a:custGeom>
            <a:solidFill>
              <a:srgbClr val="0C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Freeform 8">
              <a:extLst>
                <a:ext uri="{FF2B5EF4-FFF2-40B4-BE49-F238E27FC236}">
                  <a16:creationId xmlns:a16="http://schemas.microsoft.com/office/drawing/2014/main" id="{0DE046AC-FF78-0DBB-A57F-B21B1F4970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4589463" y="1603375"/>
              <a:ext cx="3248025" cy="4654550"/>
            </a:xfrm>
            <a:custGeom>
              <a:avLst/>
              <a:gdLst>
                <a:gd name="T0" fmla="*/ 412 w 1193"/>
                <a:gd name="T1" fmla="*/ 73 h 1709"/>
                <a:gd name="T2" fmla="*/ 374 w 1193"/>
                <a:gd name="T3" fmla="*/ 96 h 1709"/>
                <a:gd name="T4" fmla="*/ 39 w 1193"/>
                <a:gd name="T5" fmla="*/ 1458 h 1709"/>
                <a:gd name="T6" fmla="*/ 62 w 1193"/>
                <a:gd name="T7" fmla="*/ 1496 h 1709"/>
                <a:gd name="T8" fmla="*/ 774 w 1193"/>
                <a:gd name="T9" fmla="*/ 1671 h 1709"/>
                <a:gd name="T10" fmla="*/ 811 w 1193"/>
                <a:gd name="T11" fmla="*/ 1648 h 1709"/>
                <a:gd name="T12" fmla="*/ 1147 w 1193"/>
                <a:gd name="T13" fmla="*/ 286 h 1709"/>
                <a:gd name="T14" fmla="*/ 1124 w 1193"/>
                <a:gd name="T15" fmla="*/ 248 h 1709"/>
                <a:gd name="T16" fmla="*/ 412 w 1193"/>
                <a:gd name="T17" fmla="*/ 73 h 1709"/>
                <a:gd name="T18" fmla="*/ 766 w 1193"/>
                <a:gd name="T19" fmla="*/ 1701 h 1709"/>
                <a:gd name="T20" fmla="*/ 54 w 1193"/>
                <a:gd name="T21" fmla="*/ 1526 h 1709"/>
                <a:gd name="T22" fmla="*/ 9 w 1193"/>
                <a:gd name="T23" fmla="*/ 1451 h 1709"/>
                <a:gd name="T24" fmla="*/ 352 w 1193"/>
                <a:gd name="T25" fmla="*/ 54 h 1709"/>
                <a:gd name="T26" fmla="*/ 428 w 1193"/>
                <a:gd name="T27" fmla="*/ 9 h 1709"/>
                <a:gd name="T28" fmla="*/ 1140 w 1193"/>
                <a:gd name="T29" fmla="*/ 184 h 1709"/>
                <a:gd name="T30" fmla="*/ 1185 w 1193"/>
                <a:gd name="T31" fmla="*/ 259 h 1709"/>
                <a:gd name="T32" fmla="*/ 842 w 1193"/>
                <a:gd name="T33" fmla="*/ 1656 h 1709"/>
                <a:gd name="T34" fmla="*/ 766 w 1193"/>
                <a:gd name="T35" fmla="*/ 1701 h 1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93" h="1709">
                  <a:moveTo>
                    <a:pt x="412" y="73"/>
                  </a:moveTo>
                  <a:cubicBezTo>
                    <a:pt x="395" y="69"/>
                    <a:pt x="378" y="79"/>
                    <a:pt x="374" y="96"/>
                  </a:cubicBezTo>
                  <a:cubicBezTo>
                    <a:pt x="39" y="1458"/>
                    <a:pt x="39" y="1458"/>
                    <a:pt x="39" y="1458"/>
                  </a:cubicBezTo>
                  <a:cubicBezTo>
                    <a:pt x="35" y="1475"/>
                    <a:pt x="45" y="1492"/>
                    <a:pt x="62" y="1496"/>
                  </a:cubicBezTo>
                  <a:cubicBezTo>
                    <a:pt x="774" y="1671"/>
                    <a:pt x="774" y="1671"/>
                    <a:pt x="774" y="1671"/>
                  </a:cubicBezTo>
                  <a:cubicBezTo>
                    <a:pt x="790" y="1675"/>
                    <a:pt x="807" y="1665"/>
                    <a:pt x="811" y="1648"/>
                  </a:cubicBezTo>
                  <a:cubicBezTo>
                    <a:pt x="1147" y="286"/>
                    <a:pt x="1147" y="286"/>
                    <a:pt x="1147" y="286"/>
                  </a:cubicBezTo>
                  <a:cubicBezTo>
                    <a:pt x="1151" y="269"/>
                    <a:pt x="1140" y="252"/>
                    <a:pt x="1124" y="248"/>
                  </a:cubicBezTo>
                  <a:cubicBezTo>
                    <a:pt x="412" y="73"/>
                    <a:pt x="412" y="73"/>
                    <a:pt x="412" y="73"/>
                  </a:cubicBezTo>
                  <a:close/>
                  <a:moveTo>
                    <a:pt x="766" y="1701"/>
                  </a:moveTo>
                  <a:cubicBezTo>
                    <a:pt x="54" y="1526"/>
                    <a:pt x="54" y="1526"/>
                    <a:pt x="54" y="1526"/>
                  </a:cubicBezTo>
                  <a:cubicBezTo>
                    <a:pt x="21" y="1518"/>
                    <a:pt x="0" y="1484"/>
                    <a:pt x="9" y="1451"/>
                  </a:cubicBezTo>
                  <a:cubicBezTo>
                    <a:pt x="352" y="54"/>
                    <a:pt x="352" y="54"/>
                    <a:pt x="352" y="54"/>
                  </a:cubicBezTo>
                  <a:cubicBezTo>
                    <a:pt x="360" y="21"/>
                    <a:pt x="394" y="0"/>
                    <a:pt x="428" y="9"/>
                  </a:cubicBezTo>
                  <a:cubicBezTo>
                    <a:pt x="1140" y="184"/>
                    <a:pt x="1140" y="184"/>
                    <a:pt x="1140" y="184"/>
                  </a:cubicBezTo>
                  <a:cubicBezTo>
                    <a:pt x="1173" y="192"/>
                    <a:pt x="1193" y="226"/>
                    <a:pt x="1185" y="259"/>
                  </a:cubicBezTo>
                  <a:cubicBezTo>
                    <a:pt x="842" y="1656"/>
                    <a:pt x="842" y="1656"/>
                    <a:pt x="842" y="1656"/>
                  </a:cubicBezTo>
                  <a:cubicBezTo>
                    <a:pt x="834" y="1689"/>
                    <a:pt x="800" y="1709"/>
                    <a:pt x="766" y="1701"/>
                  </a:cubicBezTo>
                  <a:close/>
                </a:path>
              </a:pathLst>
            </a:custGeom>
            <a:solidFill>
              <a:srgbClr val="000C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Freeform 9">
              <a:extLst>
                <a:ext uri="{FF2B5EF4-FFF2-40B4-BE49-F238E27FC236}">
                  <a16:creationId xmlns:a16="http://schemas.microsoft.com/office/drawing/2014/main" id="{2BF0C962-62F6-C3C3-CACC-7CC5F82F0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71763" y="1881188"/>
              <a:ext cx="407987" cy="142875"/>
            </a:xfrm>
            <a:custGeom>
              <a:avLst/>
              <a:gdLst>
                <a:gd name="T0" fmla="*/ 7 w 150"/>
                <a:gd name="T1" fmla="*/ 18 h 52"/>
                <a:gd name="T2" fmla="*/ 139 w 150"/>
                <a:gd name="T3" fmla="*/ 51 h 52"/>
                <a:gd name="T4" fmla="*/ 149 w 150"/>
                <a:gd name="T5" fmla="*/ 45 h 52"/>
                <a:gd name="T6" fmla="*/ 149 w 150"/>
                <a:gd name="T7" fmla="*/ 44 h 52"/>
                <a:gd name="T8" fmla="*/ 144 w 150"/>
                <a:gd name="T9" fmla="*/ 34 h 52"/>
                <a:gd name="T10" fmla="*/ 12 w 150"/>
                <a:gd name="T11" fmla="*/ 1 h 52"/>
                <a:gd name="T12" fmla="*/ 2 w 150"/>
                <a:gd name="T13" fmla="*/ 6 h 52"/>
                <a:gd name="T14" fmla="*/ 2 w 150"/>
                <a:gd name="T15" fmla="*/ 8 h 52"/>
                <a:gd name="T16" fmla="*/ 7 w 150"/>
                <a:gd name="T17" fmla="*/ 1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0" h="52">
                  <a:moveTo>
                    <a:pt x="7" y="18"/>
                  </a:moveTo>
                  <a:cubicBezTo>
                    <a:pt x="139" y="51"/>
                    <a:pt x="139" y="51"/>
                    <a:pt x="139" y="51"/>
                  </a:cubicBezTo>
                  <a:cubicBezTo>
                    <a:pt x="143" y="52"/>
                    <a:pt x="148" y="49"/>
                    <a:pt x="149" y="45"/>
                  </a:cubicBezTo>
                  <a:cubicBezTo>
                    <a:pt x="149" y="44"/>
                    <a:pt x="149" y="44"/>
                    <a:pt x="149" y="44"/>
                  </a:cubicBezTo>
                  <a:cubicBezTo>
                    <a:pt x="150" y="39"/>
                    <a:pt x="148" y="35"/>
                    <a:pt x="144" y="34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7" y="0"/>
                    <a:pt x="3" y="2"/>
                    <a:pt x="2" y="6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0" y="12"/>
                    <a:pt x="3" y="17"/>
                    <a:pt x="7" y="18"/>
                  </a:cubicBezTo>
                  <a:close/>
                </a:path>
              </a:pathLst>
            </a:custGeom>
            <a:solidFill>
              <a:srgbClr val="1A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Freeform 10">
              <a:extLst>
                <a:ext uri="{FF2B5EF4-FFF2-40B4-BE49-F238E27FC236}">
                  <a16:creationId xmlns:a16="http://schemas.microsoft.com/office/drawing/2014/main" id="{2F36FD87-465F-A240-E1A9-6F6934B68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81300" y="1854200"/>
              <a:ext cx="52387" cy="52388"/>
            </a:xfrm>
            <a:custGeom>
              <a:avLst/>
              <a:gdLst>
                <a:gd name="T0" fmla="*/ 1 w 19"/>
                <a:gd name="T1" fmla="*/ 7 h 19"/>
                <a:gd name="T2" fmla="*/ 8 w 19"/>
                <a:gd name="T3" fmla="*/ 18 h 19"/>
                <a:gd name="T4" fmla="*/ 18 w 19"/>
                <a:gd name="T5" fmla="*/ 11 h 19"/>
                <a:gd name="T6" fmla="*/ 12 w 19"/>
                <a:gd name="T7" fmla="*/ 1 h 19"/>
                <a:gd name="T8" fmla="*/ 1 w 19"/>
                <a:gd name="T9" fmla="*/ 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" y="7"/>
                  </a:moveTo>
                  <a:cubicBezTo>
                    <a:pt x="0" y="12"/>
                    <a:pt x="3" y="17"/>
                    <a:pt x="8" y="18"/>
                  </a:cubicBezTo>
                  <a:cubicBezTo>
                    <a:pt x="12" y="19"/>
                    <a:pt x="17" y="16"/>
                    <a:pt x="18" y="11"/>
                  </a:cubicBezTo>
                  <a:cubicBezTo>
                    <a:pt x="19" y="7"/>
                    <a:pt x="17" y="2"/>
                    <a:pt x="12" y="1"/>
                  </a:cubicBezTo>
                  <a:cubicBezTo>
                    <a:pt x="7" y="0"/>
                    <a:pt x="2" y="2"/>
                    <a:pt x="1" y="7"/>
                  </a:cubicBezTo>
                  <a:close/>
                </a:path>
              </a:pathLst>
            </a:custGeom>
            <a:solidFill>
              <a:srgbClr val="1A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Freeform 11">
              <a:extLst>
                <a:ext uri="{FF2B5EF4-FFF2-40B4-BE49-F238E27FC236}">
                  <a16:creationId xmlns:a16="http://schemas.microsoft.com/office/drawing/2014/main" id="{5E5E90E9-465D-5757-BCBD-8B3204C66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06625" y="1998663"/>
              <a:ext cx="53975" cy="52388"/>
            </a:xfrm>
            <a:custGeom>
              <a:avLst/>
              <a:gdLst>
                <a:gd name="T0" fmla="*/ 2 w 20"/>
                <a:gd name="T1" fmla="*/ 7 h 19"/>
                <a:gd name="T2" fmla="*/ 8 w 20"/>
                <a:gd name="T3" fmla="*/ 18 h 19"/>
                <a:gd name="T4" fmla="*/ 19 w 20"/>
                <a:gd name="T5" fmla="*/ 12 h 19"/>
                <a:gd name="T6" fmla="*/ 12 w 20"/>
                <a:gd name="T7" fmla="*/ 1 h 19"/>
                <a:gd name="T8" fmla="*/ 2 w 20"/>
                <a:gd name="T9" fmla="*/ 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19">
                  <a:moveTo>
                    <a:pt x="2" y="7"/>
                  </a:moveTo>
                  <a:cubicBezTo>
                    <a:pt x="0" y="12"/>
                    <a:pt x="3" y="17"/>
                    <a:pt x="8" y="18"/>
                  </a:cubicBezTo>
                  <a:cubicBezTo>
                    <a:pt x="13" y="19"/>
                    <a:pt x="17" y="16"/>
                    <a:pt x="19" y="12"/>
                  </a:cubicBezTo>
                  <a:cubicBezTo>
                    <a:pt x="20" y="7"/>
                    <a:pt x="17" y="2"/>
                    <a:pt x="12" y="1"/>
                  </a:cubicBezTo>
                  <a:cubicBezTo>
                    <a:pt x="8" y="0"/>
                    <a:pt x="3" y="3"/>
                    <a:pt x="2" y="7"/>
                  </a:cubicBezTo>
                  <a:close/>
                </a:path>
              </a:pathLst>
            </a:custGeom>
            <a:solidFill>
              <a:srgbClr val="00B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12">
              <a:extLst>
                <a:ext uri="{FF2B5EF4-FFF2-40B4-BE49-F238E27FC236}">
                  <a16:creationId xmlns:a16="http://schemas.microsoft.com/office/drawing/2014/main" id="{3B81CBE8-9AD9-7EED-8E8B-8A2D45E55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-3089275" y="2638425"/>
              <a:ext cx="868362" cy="3151188"/>
            </a:xfrm>
            <a:custGeom>
              <a:avLst/>
              <a:gdLst>
                <a:gd name="T0" fmla="*/ 299 w 319"/>
                <a:gd name="T1" fmla="*/ 142 h 1157"/>
                <a:gd name="T2" fmla="*/ 314 w 319"/>
                <a:gd name="T3" fmla="*/ 187 h 1157"/>
                <a:gd name="T4" fmla="*/ 257 w 319"/>
                <a:gd name="T5" fmla="*/ 701 h 1157"/>
                <a:gd name="T6" fmla="*/ 266 w 319"/>
                <a:gd name="T7" fmla="*/ 1157 h 1157"/>
                <a:gd name="T8" fmla="*/ 0 w 319"/>
                <a:gd name="T9" fmla="*/ 1091 h 1157"/>
                <a:gd name="T10" fmla="*/ 41 w 319"/>
                <a:gd name="T11" fmla="*/ 0 h 1157"/>
                <a:gd name="T12" fmla="*/ 299 w 319"/>
                <a:gd name="T13" fmla="*/ 142 h 1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9" h="1157">
                  <a:moveTo>
                    <a:pt x="299" y="142"/>
                  </a:moveTo>
                  <a:cubicBezTo>
                    <a:pt x="313" y="153"/>
                    <a:pt x="319" y="170"/>
                    <a:pt x="314" y="187"/>
                  </a:cubicBezTo>
                  <a:cubicBezTo>
                    <a:pt x="268" y="350"/>
                    <a:pt x="253" y="532"/>
                    <a:pt x="257" y="701"/>
                  </a:cubicBezTo>
                  <a:cubicBezTo>
                    <a:pt x="266" y="1157"/>
                    <a:pt x="266" y="1157"/>
                    <a:pt x="266" y="1157"/>
                  </a:cubicBezTo>
                  <a:cubicBezTo>
                    <a:pt x="0" y="1091"/>
                    <a:pt x="0" y="1091"/>
                    <a:pt x="0" y="1091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190" y="60"/>
                    <a:pt x="299" y="142"/>
                  </a:cubicBezTo>
                  <a:close/>
                </a:path>
              </a:pathLst>
            </a:custGeom>
            <a:solidFill>
              <a:srgbClr val="BED9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13">
              <a:extLst>
                <a:ext uri="{FF2B5EF4-FFF2-40B4-BE49-F238E27FC236}">
                  <a16:creationId xmlns:a16="http://schemas.microsoft.com/office/drawing/2014/main" id="{1C460937-E8ED-2EF5-08A5-773829D7F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-4200525" y="2638425"/>
              <a:ext cx="841375" cy="2906713"/>
            </a:xfrm>
            <a:custGeom>
              <a:avLst/>
              <a:gdLst>
                <a:gd name="T0" fmla="*/ 32 w 309"/>
                <a:gd name="T1" fmla="*/ 136 h 1067"/>
                <a:gd name="T2" fmla="*/ 268 w 309"/>
                <a:gd name="T3" fmla="*/ 0 h 1067"/>
                <a:gd name="T4" fmla="*/ 309 w 309"/>
                <a:gd name="T5" fmla="*/ 1067 h 1067"/>
                <a:gd name="T6" fmla="*/ 0 w 309"/>
                <a:gd name="T7" fmla="*/ 991 h 1067"/>
                <a:gd name="T8" fmla="*/ 55 w 309"/>
                <a:gd name="T9" fmla="*/ 605 h 1067"/>
                <a:gd name="T10" fmla="*/ 27 w 309"/>
                <a:gd name="T11" fmla="*/ 263 h 1067"/>
                <a:gd name="T12" fmla="*/ 13 w 309"/>
                <a:gd name="T13" fmla="*/ 184 h 1067"/>
                <a:gd name="T14" fmla="*/ 32 w 309"/>
                <a:gd name="T15" fmla="*/ 136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9" h="1067">
                  <a:moveTo>
                    <a:pt x="32" y="136"/>
                  </a:moveTo>
                  <a:cubicBezTo>
                    <a:pt x="139" y="62"/>
                    <a:pt x="268" y="0"/>
                    <a:pt x="268" y="0"/>
                  </a:cubicBezTo>
                  <a:cubicBezTo>
                    <a:pt x="309" y="1067"/>
                    <a:pt x="309" y="1067"/>
                    <a:pt x="309" y="1067"/>
                  </a:cubicBezTo>
                  <a:cubicBezTo>
                    <a:pt x="0" y="991"/>
                    <a:pt x="0" y="991"/>
                    <a:pt x="0" y="991"/>
                  </a:cubicBezTo>
                  <a:cubicBezTo>
                    <a:pt x="55" y="605"/>
                    <a:pt x="55" y="605"/>
                    <a:pt x="55" y="605"/>
                  </a:cubicBezTo>
                  <a:cubicBezTo>
                    <a:pt x="58" y="490"/>
                    <a:pt x="48" y="376"/>
                    <a:pt x="27" y="263"/>
                  </a:cubicBezTo>
                  <a:cubicBezTo>
                    <a:pt x="13" y="184"/>
                    <a:pt x="13" y="184"/>
                    <a:pt x="13" y="184"/>
                  </a:cubicBezTo>
                  <a:cubicBezTo>
                    <a:pt x="9" y="166"/>
                    <a:pt x="17" y="147"/>
                    <a:pt x="32" y="136"/>
                  </a:cubicBezTo>
                  <a:close/>
                </a:path>
              </a:pathLst>
            </a:custGeom>
            <a:solidFill>
              <a:srgbClr val="BED9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14">
              <a:extLst>
                <a:ext uri="{FF2B5EF4-FFF2-40B4-BE49-F238E27FC236}">
                  <a16:creationId xmlns:a16="http://schemas.microsoft.com/office/drawing/2014/main" id="{1E6402AC-A2B0-66A0-5BDA-B7BD95BDD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-3111500" y="2606675"/>
              <a:ext cx="479425" cy="1657350"/>
            </a:xfrm>
            <a:custGeom>
              <a:avLst/>
              <a:gdLst>
                <a:gd name="T0" fmla="*/ 86 w 302"/>
                <a:gd name="T1" fmla="*/ 0 h 1044"/>
                <a:gd name="T2" fmla="*/ 302 w 302"/>
                <a:gd name="T3" fmla="*/ 125 h 1044"/>
                <a:gd name="T4" fmla="*/ 193 w 302"/>
                <a:gd name="T5" fmla="*/ 487 h 1044"/>
                <a:gd name="T6" fmla="*/ 0 w 302"/>
                <a:gd name="T7" fmla="*/ 1044 h 1044"/>
                <a:gd name="T8" fmla="*/ 86 w 302"/>
                <a:gd name="T9" fmla="*/ 0 h 1044"/>
                <a:gd name="T10" fmla="*/ 86 w 302"/>
                <a:gd name="T11" fmla="*/ 0 h 1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2" h="1044">
                  <a:moveTo>
                    <a:pt x="86" y="0"/>
                  </a:moveTo>
                  <a:lnTo>
                    <a:pt x="302" y="125"/>
                  </a:lnTo>
                  <a:lnTo>
                    <a:pt x="193" y="487"/>
                  </a:lnTo>
                  <a:lnTo>
                    <a:pt x="0" y="1044"/>
                  </a:lnTo>
                  <a:lnTo>
                    <a:pt x="86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A4C7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15">
              <a:extLst>
                <a:ext uri="{FF2B5EF4-FFF2-40B4-BE49-F238E27FC236}">
                  <a16:creationId xmlns:a16="http://schemas.microsoft.com/office/drawing/2014/main" id="{129BFBC5-2F82-E07F-D0FD-EBE6FA07F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-3048000" y="3392488"/>
              <a:ext cx="225425" cy="1090613"/>
            </a:xfrm>
            <a:custGeom>
              <a:avLst/>
              <a:gdLst>
                <a:gd name="T0" fmla="*/ 0 w 142"/>
                <a:gd name="T1" fmla="*/ 687 h 687"/>
                <a:gd name="T2" fmla="*/ 142 w 142"/>
                <a:gd name="T3" fmla="*/ 88 h 687"/>
                <a:gd name="T4" fmla="*/ 29 w 142"/>
                <a:gd name="T5" fmla="*/ 0 h 687"/>
                <a:gd name="T6" fmla="*/ 0 w 142"/>
                <a:gd name="T7" fmla="*/ 687 h 687"/>
                <a:gd name="T8" fmla="*/ 0 w 142"/>
                <a:gd name="T9" fmla="*/ 687 h 6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" h="687">
                  <a:moveTo>
                    <a:pt x="0" y="687"/>
                  </a:moveTo>
                  <a:lnTo>
                    <a:pt x="142" y="88"/>
                  </a:lnTo>
                  <a:lnTo>
                    <a:pt x="29" y="0"/>
                  </a:lnTo>
                  <a:lnTo>
                    <a:pt x="0" y="687"/>
                  </a:lnTo>
                  <a:lnTo>
                    <a:pt x="0" y="687"/>
                  </a:lnTo>
                  <a:close/>
                </a:path>
              </a:pathLst>
            </a:custGeom>
            <a:solidFill>
              <a:srgbClr val="C8EA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16">
              <a:extLst>
                <a:ext uri="{FF2B5EF4-FFF2-40B4-BE49-F238E27FC236}">
                  <a16:creationId xmlns:a16="http://schemas.microsoft.com/office/drawing/2014/main" id="{05236FA9-6497-CC94-BF13-2D6C952D8721}"/>
                </a:ext>
              </a:extLst>
            </p:cNvPr>
            <p:cNvSpPr>
              <a:spLocks/>
            </p:cNvSpPr>
            <p:nvPr/>
          </p:nvSpPr>
          <p:spPr bwMode="auto">
            <a:xfrm>
              <a:off x="-3810000" y="2606675"/>
              <a:ext cx="496887" cy="1619250"/>
            </a:xfrm>
            <a:custGeom>
              <a:avLst/>
              <a:gdLst>
                <a:gd name="T0" fmla="*/ 212 w 313"/>
                <a:gd name="T1" fmla="*/ 0 h 1020"/>
                <a:gd name="T2" fmla="*/ 0 w 313"/>
                <a:gd name="T3" fmla="*/ 133 h 1020"/>
                <a:gd name="T4" fmla="*/ 108 w 313"/>
                <a:gd name="T5" fmla="*/ 487 h 1020"/>
                <a:gd name="T6" fmla="*/ 313 w 313"/>
                <a:gd name="T7" fmla="*/ 1020 h 1020"/>
                <a:gd name="T8" fmla="*/ 212 w 313"/>
                <a:gd name="T9" fmla="*/ 0 h 1020"/>
                <a:gd name="T10" fmla="*/ 212 w 313"/>
                <a:gd name="T11" fmla="*/ 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3" h="1020">
                  <a:moveTo>
                    <a:pt x="212" y="0"/>
                  </a:moveTo>
                  <a:lnTo>
                    <a:pt x="0" y="133"/>
                  </a:lnTo>
                  <a:lnTo>
                    <a:pt x="108" y="487"/>
                  </a:lnTo>
                  <a:lnTo>
                    <a:pt x="313" y="1020"/>
                  </a:lnTo>
                  <a:lnTo>
                    <a:pt x="212" y="0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A4C7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17">
              <a:extLst>
                <a:ext uri="{FF2B5EF4-FFF2-40B4-BE49-F238E27FC236}">
                  <a16:creationId xmlns:a16="http://schemas.microsoft.com/office/drawing/2014/main" id="{05FED2DC-622F-158D-926E-33AF724BA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22675" y="3392488"/>
              <a:ext cx="220662" cy="1033463"/>
            </a:xfrm>
            <a:custGeom>
              <a:avLst/>
              <a:gdLst>
                <a:gd name="T0" fmla="*/ 139 w 139"/>
                <a:gd name="T1" fmla="*/ 651 h 651"/>
                <a:gd name="T2" fmla="*/ 0 w 139"/>
                <a:gd name="T3" fmla="*/ 88 h 651"/>
                <a:gd name="T4" fmla="*/ 113 w 139"/>
                <a:gd name="T5" fmla="*/ 0 h 651"/>
                <a:gd name="T6" fmla="*/ 139 w 139"/>
                <a:gd name="T7" fmla="*/ 651 h 651"/>
                <a:gd name="T8" fmla="*/ 139 w 139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" h="651">
                  <a:moveTo>
                    <a:pt x="139" y="651"/>
                  </a:moveTo>
                  <a:lnTo>
                    <a:pt x="0" y="88"/>
                  </a:lnTo>
                  <a:lnTo>
                    <a:pt x="113" y="0"/>
                  </a:lnTo>
                  <a:lnTo>
                    <a:pt x="139" y="651"/>
                  </a:lnTo>
                  <a:lnTo>
                    <a:pt x="139" y="651"/>
                  </a:lnTo>
                  <a:close/>
                </a:path>
              </a:pathLst>
            </a:custGeom>
            <a:solidFill>
              <a:srgbClr val="C8EA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Freeform 18">
              <a:extLst>
                <a:ext uri="{FF2B5EF4-FFF2-40B4-BE49-F238E27FC236}">
                  <a16:creationId xmlns:a16="http://schemas.microsoft.com/office/drawing/2014/main" id="{B2CCFDB9-5A40-CBEB-F1B4-7A82727C5961}"/>
                </a:ext>
              </a:extLst>
            </p:cNvPr>
            <p:cNvSpPr>
              <a:spLocks/>
            </p:cNvSpPr>
            <p:nvPr/>
          </p:nvSpPr>
          <p:spPr bwMode="auto">
            <a:xfrm>
              <a:off x="-4595813" y="3048000"/>
              <a:ext cx="885825" cy="1878013"/>
            </a:xfrm>
            <a:custGeom>
              <a:avLst/>
              <a:gdLst>
                <a:gd name="T0" fmla="*/ 164 w 325"/>
                <a:gd name="T1" fmla="*/ 0 h 690"/>
                <a:gd name="T2" fmla="*/ 36 w 325"/>
                <a:gd name="T3" fmla="*/ 429 h 690"/>
                <a:gd name="T4" fmla="*/ 168 w 325"/>
                <a:gd name="T5" fmla="*/ 640 h 690"/>
                <a:gd name="T6" fmla="*/ 325 w 325"/>
                <a:gd name="T7" fmla="*/ 576 h 690"/>
                <a:gd name="T8" fmla="*/ 288 w 325"/>
                <a:gd name="T9" fmla="*/ 433 h 690"/>
                <a:gd name="T10" fmla="*/ 237 w 325"/>
                <a:gd name="T11" fmla="*/ 446 h 690"/>
                <a:gd name="T12" fmla="*/ 164 w 325"/>
                <a:gd name="T13" fmla="*/ 0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690">
                  <a:moveTo>
                    <a:pt x="164" y="0"/>
                  </a:moveTo>
                  <a:cubicBezTo>
                    <a:pt x="164" y="0"/>
                    <a:pt x="85" y="126"/>
                    <a:pt x="36" y="429"/>
                  </a:cubicBezTo>
                  <a:cubicBezTo>
                    <a:pt x="0" y="622"/>
                    <a:pt x="41" y="690"/>
                    <a:pt x="168" y="640"/>
                  </a:cubicBezTo>
                  <a:cubicBezTo>
                    <a:pt x="276" y="598"/>
                    <a:pt x="325" y="576"/>
                    <a:pt x="325" y="576"/>
                  </a:cubicBezTo>
                  <a:cubicBezTo>
                    <a:pt x="288" y="433"/>
                    <a:pt x="288" y="433"/>
                    <a:pt x="288" y="433"/>
                  </a:cubicBezTo>
                  <a:cubicBezTo>
                    <a:pt x="237" y="446"/>
                    <a:pt x="237" y="446"/>
                    <a:pt x="237" y="446"/>
                  </a:cubicBezTo>
                  <a:cubicBezTo>
                    <a:pt x="237" y="446"/>
                    <a:pt x="240" y="73"/>
                    <a:pt x="164" y="0"/>
                  </a:cubicBezTo>
                  <a:close/>
                </a:path>
              </a:pathLst>
            </a:custGeom>
            <a:solidFill>
              <a:srgbClr val="BED9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19">
              <a:extLst>
                <a:ext uri="{FF2B5EF4-FFF2-40B4-BE49-F238E27FC236}">
                  <a16:creationId xmlns:a16="http://schemas.microsoft.com/office/drawing/2014/main" id="{13422600-B6B3-D7D6-5159-8225F742D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59063" y="3048000"/>
              <a:ext cx="858837" cy="1843088"/>
            </a:xfrm>
            <a:custGeom>
              <a:avLst/>
              <a:gdLst>
                <a:gd name="T0" fmla="*/ 279 w 315"/>
                <a:gd name="T1" fmla="*/ 429 h 677"/>
                <a:gd name="T2" fmla="*/ 151 w 315"/>
                <a:gd name="T3" fmla="*/ 0 h 677"/>
                <a:gd name="T4" fmla="*/ 84 w 315"/>
                <a:gd name="T5" fmla="*/ 293 h 677"/>
                <a:gd name="T6" fmla="*/ 0 w 315"/>
                <a:gd name="T7" fmla="*/ 321 h 677"/>
                <a:gd name="T8" fmla="*/ 147 w 315"/>
                <a:gd name="T9" fmla="*/ 640 h 677"/>
                <a:gd name="T10" fmla="*/ 279 w 315"/>
                <a:gd name="T11" fmla="*/ 429 h 6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5" h="677">
                  <a:moveTo>
                    <a:pt x="279" y="429"/>
                  </a:moveTo>
                  <a:cubicBezTo>
                    <a:pt x="230" y="126"/>
                    <a:pt x="151" y="0"/>
                    <a:pt x="151" y="0"/>
                  </a:cubicBezTo>
                  <a:cubicBezTo>
                    <a:pt x="107" y="42"/>
                    <a:pt x="91" y="180"/>
                    <a:pt x="84" y="293"/>
                  </a:cubicBezTo>
                  <a:cubicBezTo>
                    <a:pt x="0" y="321"/>
                    <a:pt x="0" y="321"/>
                    <a:pt x="0" y="321"/>
                  </a:cubicBezTo>
                  <a:cubicBezTo>
                    <a:pt x="0" y="321"/>
                    <a:pt x="37" y="609"/>
                    <a:pt x="147" y="640"/>
                  </a:cubicBezTo>
                  <a:cubicBezTo>
                    <a:pt x="279" y="677"/>
                    <a:pt x="315" y="622"/>
                    <a:pt x="279" y="429"/>
                  </a:cubicBezTo>
                  <a:close/>
                </a:path>
              </a:pathLst>
            </a:custGeom>
            <a:solidFill>
              <a:srgbClr val="BED9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20">
              <a:extLst>
                <a:ext uri="{FF2B5EF4-FFF2-40B4-BE49-F238E27FC236}">
                  <a16:creationId xmlns:a16="http://schemas.microsoft.com/office/drawing/2014/main" id="{E11EA5F7-35DB-6039-EF62-771571765C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4002088" y="3063875"/>
              <a:ext cx="395287" cy="982663"/>
            </a:xfrm>
            <a:custGeom>
              <a:avLst/>
              <a:gdLst>
                <a:gd name="T0" fmla="*/ 100 w 145"/>
                <a:gd name="T1" fmla="*/ 17 h 361"/>
                <a:gd name="T2" fmla="*/ 97 w 145"/>
                <a:gd name="T3" fmla="*/ 19 h 361"/>
                <a:gd name="T4" fmla="*/ 69 w 145"/>
                <a:gd name="T5" fmla="*/ 115 h 361"/>
                <a:gd name="T6" fmla="*/ 72 w 145"/>
                <a:gd name="T7" fmla="*/ 283 h 361"/>
                <a:gd name="T8" fmla="*/ 110 w 145"/>
                <a:gd name="T9" fmla="*/ 126 h 361"/>
                <a:gd name="T10" fmla="*/ 102 w 145"/>
                <a:gd name="T11" fmla="*/ 18 h 361"/>
                <a:gd name="T12" fmla="*/ 100 w 145"/>
                <a:gd name="T13" fmla="*/ 17 h 361"/>
                <a:gd name="T14" fmla="*/ 112 w 145"/>
                <a:gd name="T15" fmla="*/ 361 h 361"/>
                <a:gd name="T16" fmla="*/ 88 w 145"/>
                <a:gd name="T17" fmla="*/ 353 h 361"/>
                <a:gd name="T18" fmla="*/ 67 w 145"/>
                <a:gd name="T19" fmla="*/ 325 h 361"/>
                <a:gd name="T20" fmla="*/ 40 w 145"/>
                <a:gd name="T21" fmla="*/ 347 h 361"/>
                <a:gd name="T22" fmla="*/ 5 w 145"/>
                <a:gd name="T23" fmla="*/ 344 h 361"/>
                <a:gd name="T24" fmla="*/ 3 w 145"/>
                <a:gd name="T25" fmla="*/ 332 h 361"/>
                <a:gd name="T26" fmla="*/ 15 w 145"/>
                <a:gd name="T27" fmla="*/ 331 h 361"/>
                <a:gd name="T28" fmla="*/ 34 w 145"/>
                <a:gd name="T29" fmla="*/ 332 h 361"/>
                <a:gd name="T30" fmla="*/ 60 w 145"/>
                <a:gd name="T31" fmla="*/ 306 h 361"/>
                <a:gd name="T32" fmla="*/ 52 w 145"/>
                <a:gd name="T33" fmla="*/ 113 h 361"/>
                <a:gd name="T34" fmla="*/ 87 w 145"/>
                <a:gd name="T35" fmla="*/ 5 h 361"/>
                <a:gd name="T36" fmla="*/ 106 w 145"/>
                <a:gd name="T37" fmla="*/ 2 h 361"/>
                <a:gd name="T38" fmla="*/ 126 w 145"/>
                <a:gd name="T39" fmla="*/ 129 h 361"/>
                <a:gd name="T40" fmla="*/ 78 w 145"/>
                <a:gd name="T41" fmla="*/ 307 h 361"/>
                <a:gd name="T42" fmla="*/ 97 w 145"/>
                <a:gd name="T43" fmla="*/ 339 h 361"/>
                <a:gd name="T44" fmla="*/ 115 w 145"/>
                <a:gd name="T45" fmla="*/ 344 h 361"/>
                <a:gd name="T46" fmla="*/ 126 w 145"/>
                <a:gd name="T47" fmla="*/ 349 h 361"/>
                <a:gd name="T48" fmla="*/ 121 w 145"/>
                <a:gd name="T49" fmla="*/ 360 h 361"/>
                <a:gd name="T50" fmla="*/ 112 w 145"/>
                <a:gd name="T51" fmla="*/ 361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5" h="361">
                  <a:moveTo>
                    <a:pt x="100" y="17"/>
                  </a:moveTo>
                  <a:cubicBezTo>
                    <a:pt x="99" y="17"/>
                    <a:pt x="98" y="18"/>
                    <a:pt x="97" y="19"/>
                  </a:cubicBezTo>
                  <a:cubicBezTo>
                    <a:pt x="81" y="29"/>
                    <a:pt x="71" y="83"/>
                    <a:pt x="69" y="115"/>
                  </a:cubicBezTo>
                  <a:cubicBezTo>
                    <a:pt x="62" y="196"/>
                    <a:pt x="65" y="249"/>
                    <a:pt x="72" y="283"/>
                  </a:cubicBezTo>
                  <a:cubicBezTo>
                    <a:pt x="85" y="252"/>
                    <a:pt x="99" y="204"/>
                    <a:pt x="110" y="126"/>
                  </a:cubicBezTo>
                  <a:cubicBezTo>
                    <a:pt x="117" y="85"/>
                    <a:pt x="120" y="23"/>
                    <a:pt x="102" y="18"/>
                  </a:cubicBezTo>
                  <a:cubicBezTo>
                    <a:pt x="101" y="18"/>
                    <a:pt x="101" y="17"/>
                    <a:pt x="100" y="17"/>
                  </a:cubicBezTo>
                  <a:close/>
                  <a:moveTo>
                    <a:pt x="112" y="361"/>
                  </a:moveTo>
                  <a:cubicBezTo>
                    <a:pt x="105" y="361"/>
                    <a:pt x="96" y="359"/>
                    <a:pt x="88" y="353"/>
                  </a:cubicBezTo>
                  <a:cubicBezTo>
                    <a:pt x="80" y="346"/>
                    <a:pt x="73" y="337"/>
                    <a:pt x="67" y="325"/>
                  </a:cubicBezTo>
                  <a:cubicBezTo>
                    <a:pt x="59" y="336"/>
                    <a:pt x="49" y="343"/>
                    <a:pt x="40" y="347"/>
                  </a:cubicBezTo>
                  <a:cubicBezTo>
                    <a:pt x="20" y="355"/>
                    <a:pt x="5" y="344"/>
                    <a:pt x="5" y="344"/>
                  </a:cubicBezTo>
                  <a:cubicBezTo>
                    <a:pt x="1" y="341"/>
                    <a:pt x="0" y="336"/>
                    <a:pt x="3" y="332"/>
                  </a:cubicBezTo>
                  <a:cubicBezTo>
                    <a:pt x="6" y="328"/>
                    <a:pt x="11" y="328"/>
                    <a:pt x="15" y="331"/>
                  </a:cubicBezTo>
                  <a:cubicBezTo>
                    <a:pt x="15" y="331"/>
                    <a:pt x="23" y="336"/>
                    <a:pt x="34" y="332"/>
                  </a:cubicBezTo>
                  <a:cubicBezTo>
                    <a:pt x="41" y="329"/>
                    <a:pt x="50" y="322"/>
                    <a:pt x="60" y="306"/>
                  </a:cubicBezTo>
                  <a:cubicBezTo>
                    <a:pt x="48" y="264"/>
                    <a:pt x="45" y="200"/>
                    <a:pt x="52" y="113"/>
                  </a:cubicBezTo>
                  <a:cubicBezTo>
                    <a:pt x="53" y="104"/>
                    <a:pt x="61" y="23"/>
                    <a:pt x="87" y="5"/>
                  </a:cubicBezTo>
                  <a:cubicBezTo>
                    <a:pt x="93" y="1"/>
                    <a:pt x="100" y="0"/>
                    <a:pt x="106" y="2"/>
                  </a:cubicBezTo>
                  <a:cubicBezTo>
                    <a:pt x="145" y="13"/>
                    <a:pt x="130" y="110"/>
                    <a:pt x="126" y="129"/>
                  </a:cubicBezTo>
                  <a:cubicBezTo>
                    <a:pt x="114" y="211"/>
                    <a:pt x="98" y="271"/>
                    <a:pt x="78" y="307"/>
                  </a:cubicBezTo>
                  <a:cubicBezTo>
                    <a:pt x="84" y="325"/>
                    <a:pt x="91" y="334"/>
                    <a:pt x="97" y="339"/>
                  </a:cubicBezTo>
                  <a:cubicBezTo>
                    <a:pt x="107" y="347"/>
                    <a:pt x="115" y="344"/>
                    <a:pt x="115" y="344"/>
                  </a:cubicBezTo>
                  <a:cubicBezTo>
                    <a:pt x="120" y="343"/>
                    <a:pt x="124" y="345"/>
                    <a:pt x="126" y="349"/>
                  </a:cubicBezTo>
                  <a:cubicBezTo>
                    <a:pt x="127" y="353"/>
                    <a:pt x="125" y="358"/>
                    <a:pt x="121" y="360"/>
                  </a:cubicBezTo>
                  <a:cubicBezTo>
                    <a:pt x="119" y="360"/>
                    <a:pt x="115" y="361"/>
                    <a:pt x="112" y="361"/>
                  </a:cubicBezTo>
                  <a:close/>
                </a:path>
              </a:pathLst>
            </a:custGeom>
            <a:solidFill>
              <a:srgbClr val="7983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Freeform 21">
              <a:extLst>
                <a:ext uri="{FF2B5EF4-FFF2-40B4-BE49-F238E27FC236}">
                  <a16:creationId xmlns:a16="http://schemas.microsoft.com/office/drawing/2014/main" id="{CF847C3B-12E7-519D-FB2B-4131489BE891}"/>
                </a:ext>
              </a:extLst>
            </p:cNvPr>
            <p:cNvSpPr>
              <a:spLocks/>
            </p:cNvSpPr>
            <p:nvPr/>
          </p:nvSpPr>
          <p:spPr bwMode="auto">
            <a:xfrm>
              <a:off x="-3752850" y="2505075"/>
              <a:ext cx="1062037" cy="1195388"/>
            </a:xfrm>
            <a:custGeom>
              <a:avLst/>
              <a:gdLst>
                <a:gd name="T0" fmla="*/ 380 w 390"/>
                <a:gd name="T1" fmla="*/ 439 h 439"/>
                <a:gd name="T2" fmla="*/ 373 w 390"/>
                <a:gd name="T3" fmla="*/ 434 h 439"/>
                <a:gd name="T4" fmla="*/ 348 w 390"/>
                <a:gd name="T5" fmla="*/ 286 h 439"/>
                <a:gd name="T6" fmla="*/ 200 w 390"/>
                <a:gd name="T7" fmla="*/ 17 h 439"/>
                <a:gd name="T8" fmla="*/ 71 w 390"/>
                <a:gd name="T9" fmla="*/ 65 h 439"/>
                <a:gd name="T10" fmla="*/ 21 w 390"/>
                <a:gd name="T11" fmla="*/ 214 h 439"/>
                <a:gd name="T12" fmla="*/ 14 w 390"/>
                <a:gd name="T13" fmla="*/ 223 h 439"/>
                <a:gd name="T14" fmla="*/ 5 w 390"/>
                <a:gd name="T15" fmla="*/ 215 h 439"/>
                <a:gd name="T16" fmla="*/ 59 w 390"/>
                <a:gd name="T17" fmla="*/ 54 h 439"/>
                <a:gd name="T18" fmla="*/ 200 w 390"/>
                <a:gd name="T19" fmla="*/ 0 h 439"/>
                <a:gd name="T20" fmla="*/ 365 w 390"/>
                <a:gd name="T21" fmla="*/ 285 h 439"/>
                <a:gd name="T22" fmla="*/ 388 w 390"/>
                <a:gd name="T23" fmla="*/ 427 h 439"/>
                <a:gd name="T24" fmla="*/ 384 w 390"/>
                <a:gd name="T25" fmla="*/ 438 h 439"/>
                <a:gd name="T26" fmla="*/ 380 w 390"/>
                <a:gd name="T27" fmla="*/ 439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90" h="439">
                  <a:moveTo>
                    <a:pt x="380" y="439"/>
                  </a:moveTo>
                  <a:cubicBezTo>
                    <a:pt x="377" y="439"/>
                    <a:pt x="374" y="437"/>
                    <a:pt x="373" y="434"/>
                  </a:cubicBezTo>
                  <a:cubicBezTo>
                    <a:pt x="356" y="400"/>
                    <a:pt x="352" y="345"/>
                    <a:pt x="348" y="286"/>
                  </a:cubicBezTo>
                  <a:cubicBezTo>
                    <a:pt x="339" y="160"/>
                    <a:pt x="328" y="17"/>
                    <a:pt x="200" y="17"/>
                  </a:cubicBezTo>
                  <a:cubicBezTo>
                    <a:pt x="145" y="17"/>
                    <a:pt x="102" y="33"/>
                    <a:pt x="71" y="65"/>
                  </a:cubicBezTo>
                  <a:cubicBezTo>
                    <a:pt x="17" y="123"/>
                    <a:pt x="21" y="213"/>
                    <a:pt x="21" y="214"/>
                  </a:cubicBezTo>
                  <a:cubicBezTo>
                    <a:pt x="22" y="219"/>
                    <a:pt x="18" y="223"/>
                    <a:pt x="14" y="223"/>
                  </a:cubicBezTo>
                  <a:cubicBezTo>
                    <a:pt x="9" y="223"/>
                    <a:pt x="5" y="220"/>
                    <a:pt x="5" y="215"/>
                  </a:cubicBezTo>
                  <a:cubicBezTo>
                    <a:pt x="5" y="211"/>
                    <a:pt x="0" y="117"/>
                    <a:pt x="59" y="54"/>
                  </a:cubicBezTo>
                  <a:cubicBezTo>
                    <a:pt x="93" y="18"/>
                    <a:pt x="140" y="0"/>
                    <a:pt x="200" y="0"/>
                  </a:cubicBezTo>
                  <a:cubicBezTo>
                    <a:pt x="343" y="0"/>
                    <a:pt x="355" y="158"/>
                    <a:pt x="365" y="285"/>
                  </a:cubicBezTo>
                  <a:cubicBezTo>
                    <a:pt x="369" y="342"/>
                    <a:pt x="373" y="396"/>
                    <a:pt x="388" y="427"/>
                  </a:cubicBezTo>
                  <a:cubicBezTo>
                    <a:pt x="390" y="431"/>
                    <a:pt x="388" y="436"/>
                    <a:pt x="384" y="438"/>
                  </a:cubicBezTo>
                  <a:cubicBezTo>
                    <a:pt x="383" y="439"/>
                    <a:pt x="381" y="439"/>
                    <a:pt x="380" y="439"/>
                  </a:cubicBezTo>
                  <a:close/>
                </a:path>
              </a:pathLst>
            </a:custGeom>
            <a:solidFill>
              <a:srgbClr val="7983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Oval 22">
              <a:extLst>
                <a:ext uri="{FF2B5EF4-FFF2-40B4-BE49-F238E27FC236}">
                  <a16:creationId xmlns:a16="http://schemas.microsoft.com/office/drawing/2014/main" id="{4F09B4F4-7802-F1A0-A85C-65C9F2A66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010025" y="3940175"/>
              <a:ext cx="71437" cy="84138"/>
            </a:xfrm>
            <a:prstGeom prst="ellipse">
              <a:avLst/>
            </a:prstGeom>
            <a:solidFill>
              <a:srgbClr val="0F28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Oval 23">
              <a:extLst>
                <a:ext uri="{FF2B5EF4-FFF2-40B4-BE49-F238E27FC236}">
                  <a16:creationId xmlns:a16="http://schemas.microsoft.com/office/drawing/2014/main" id="{527386B2-BB76-FFD0-94B0-160AA53A6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805113" y="3573463"/>
              <a:ext cx="173037" cy="211138"/>
            </a:xfrm>
            <a:prstGeom prst="ellipse">
              <a:avLst/>
            </a:prstGeom>
            <a:solidFill>
              <a:srgbClr val="0F28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Oval 24">
              <a:extLst>
                <a:ext uri="{FF2B5EF4-FFF2-40B4-BE49-F238E27FC236}">
                  <a16:creationId xmlns:a16="http://schemas.microsoft.com/office/drawing/2014/main" id="{5DB32C20-10D8-9AA7-CDD1-ADBC9236F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762250" y="3621088"/>
              <a:ext cx="90487" cy="112713"/>
            </a:xfrm>
            <a:prstGeom prst="ellipse">
              <a:avLst/>
            </a:prstGeom>
            <a:solidFill>
              <a:srgbClr val="E2E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Oval 25">
              <a:extLst>
                <a:ext uri="{FF2B5EF4-FFF2-40B4-BE49-F238E27FC236}">
                  <a16:creationId xmlns:a16="http://schemas.microsoft.com/office/drawing/2014/main" id="{DE489932-4651-89B5-22BB-C93DB61D0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709988" y="3981450"/>
              <a:ext cx="68262" cy="84138"/>
            </a:xfrm>
            <a:prstGeom prst="ellipse">
              <a:avLst/>
            </a:prstGeom>
            <a:solidFill>
              <a:srgbClr val="0F28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26">
              <a:extLst>
                <a:ext uri="{FF2B5EF4-FFF2-40B4-BE49-F238E27FC236}">
                  <a16:creationId xmlns:a16="http://schemas.microsoft.com/office/drawing/2014/main" id="{DF14A209-CECA-68A7-6A13-9B5C3B62E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-3459163" y="2946400"/>
              <a:ext cx="3175" cy="68263"/>
            </a:xfrm>
            <a:custGeom>
              <a:avLst/>
              <a:gdLst>
                <a:gd name="T0" fmla="*/ 1 w 1"/>
                <a:gd name="T1" fmla="*/ 25 h 25"/>
                <a:gd name="T2" fmla="*/ 0 w 1"/>
                <a:gd name="T3" fmla="*/ 0 h 25"/>
                <a:gd name="T4" fmla="*/ 1 w 1"/>
                <a:gd name="T5" fmla="*/ 25 h 25"/>
                <a:gd name="T6" fmla="*/ 1 w 1"/>
                <a:gd name="T7" fmla="*/ 25 h 25"/>
                <a:gd name="T8" fmla="*/ 1 w 1"/>
                <a:gd name="T9" fmla="*/ 25 h 25"/>
                <a:gd name="T10" fmla="*/ 1 w 1"/>
                <a:gd name="T11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5">
                  <a:moveTo>
                    <a:pt x="1" y="25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lose/>
                </a:path>
              </a:pathLst>
            </a:custGeom>
            <a:solidFill>
              <a:srgbClr val="00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Oval 27">
              <a:extLst>
                <a:ext uri="{FF2B5EF4-FFF2-40B4-BE49-F238E27FC236}">
                  <a16:creationId xmlns:a16="http://schemas.microsoft.com/office/drawing/2014/main" id="{B74B494C-297A-7FD4-B8BF-FFCA80DF4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455988" y="3014663"/>
              <a:ext cx="1587" cy="1588"/>
            </a:xfrm>
            <a:prstGeom prst="ellipse">
              <a:avLst/>
            </a:prstGeom>
            <a:solidFill>
              <a:srgbClr val="00B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Freeform 28">
              <a:extLst>
                <a:ext uri="{FF2B5EF4-FFF2-40B4-BE49-F238E27FC236}">
                  <a16:creationId xmlns:a16="http://schemas.microsoft.com/office/drawing/2014/main" id="{6D436978-EA80-30A3-9DE8-A03F13D89289}"/>
                </a:ext>
              </a:extLst>
            </p:cNvPr>
            <p:cNvSpPr>
              <a:spLocks/>
            </p:cNvSpPr>
            <p:nvPr/>
          </p:nvSpPr>
          <p:spPr bwMode="auto">
            <a:xfrm>
              <a:off x="-3370263" y="5253038"/>
              <a:ext cx="295275" cy="357188"/>
            </a:xfrm>
            <a:custGeom>
              <a:avLst/>
              <a:gdLst>
                <a:gd name="T0" fmla="*/ 7 w 186"/>
                <a:gd name="T1" fmla="*/ 184 h 225"/>
                <a:gd name="T2" fmla="*/ 177 w 186"/>
                <a:gd name="T3" fmla="*/ 225 h 225"/>
                <a:gd name="T4" fmla="*/ 186 w 186"/>
                <a:gd name="T5" fmla="*/ 0 h 225"/>
                <a:gd name="T6" fmla="*/ 0 w 186"/>
                <a:gd name="T7" fmla="*/ 0 h 225"/>
                <a:gd name="T8" fmla="*/ 7 w 186"/>
                <a:gd name="T9" fmla="*/ 184 h 225"/>
                <a:gd name="T10" fmla="*/ 7 w 186"/>
                <a:gd name="T11" fmla="*/ 184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6" h="225">
                  <a:moveTo>
                    <a:pt x="7" y="184"/>
                  </a:moveTo>
                  <a:lnTo>
                    <a:pt x="177" y="225"/>
                  </a:lnTo>
                  <a:lnTo>
                    <a:pt x="186" y="0"/>
                  </a:lnTo>
                  <a:lnTo>
                    <a:pt x="0" y="0"/>
                  </a:lnTo>
                  <a:lnTo>
                    <a:pt x="7" y="184"/>
                  </a:lnTo>
                  <a:lnTo>
                    <a:pt x="7" y="184"/>
                  </a:lnTo>
                  <a:close/>
                </a:path>
              </a:pathLst>
            </a:custGeom>
            <a:solidFill>
              <a:srgbClr val="000C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Freeform 29">
              <a:extLst>
                <a:ext uri="{FF2B5EF4-FFF2-40B4-BE49-F238E27FC236}">
                  <a16:creationId xmlns:a16="http://schemas.microsoft.com/office/drawing/2014/main" id="{3299D73A-1CEA-BB10-0988-7EE90B8D1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-3375025" y="5119688"/>
              <a:ext cx="304800" cy="133350"/>
            </a:xfrm>
            <a:custGeom>
              <a:avLst/>
              <a:gdLst>
                <a:gd name="T0" fmla="*/ 3 w 192"/>
                <a:gd name="T1" fmla="*/ 84 h 84"/>
                <a:gd name="T2" fmla="*/ 189 w 192"/>
                <a:gd name="T3" fmla="*/ 84 h 84"/>
                <a:gd name="T4" fmla="*/ 192 w 192"/>
                <a:gd name="T5" fmla="*/ 0 h 84"/>
                <a:gd name="T6" fmla="*/ 0 w 192"/>
                <a:gd name="T7" fmla="*/ 0 h 84"/>
                <a:gd name="T8" fmla="*/ 3 w 192"/>
                <a:gd name="T9" fmla="*/ 84 h 84"/>
                <a:gd name="T10" fmla="*/ 3 w 192"/>
                <a:gd name="T11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84">
                  <a:moveTo>
                    <a:pt x="3" y="84"/>
                  </a:moveTo>
                  <a:lnTo>
                    <a:pt x="189" y="84"/>
                  </a:lnTo>
                  <a:lnTo>
                    <a:pt x="192" y="0"/>
                  </a:lnTo>
                  <a:lnTo>
                    <a:pt x="0" y="0"/>
                  </a:lnTo>
                  <a:lnTo>
                    <a:pt x="3" y="84"/>
                  </a:lnTo>
                  <a:lnTo>
                    <a:pt x="3" y="84"/>
                  </a:lnTo>
                  <a:close/>
                </a:path>
              </a:pathLst>
            </a:custGeom>
            <a:solidFill>
              <a:srgbClr val="1A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Freeform 30">
              <a:extLst>
                <a:ext uri="{FF2B5EF4-FFF2-40B4-BE49-F238E27FC236}">
                  <a16:creationId xmlns:a16="http://schemas.microsoft.com/office/drawing/2014/main" id="{965B54AB-3D51-935F-94EF-A96CFE6B0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-3455988" y="3014663"/>
              <a:ext cx="142875" cy="26988"/>
            </a:xfrm>
            <a:custGeom>
              <a:avLst/>
              <a:gdLst>
                <a:gd name="T0" fmla="*/ 0 w 53"/>
                <a:gd name="T1" fmla="*/ 0 h 10"/>
                <a:gd name="T2" fmla="*/ 53 w 53"/>
                <a:gd name="T3" fmla="*/ 10 h 10"/>
                <a:gd name="T4" fmla="*/ 0 w 53"/>
                <a:gd name="T5" fmla="*/ 0 h 10"/>
                <a:gd name="T6" fmla="*/ 0 w 53"/>
                <a:gd name="T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10">
                  <a:moveTo>
                    <a:pt x="0" y="0"/>
                  </a:moveTo>
                  <a:cubicBezTo>
                    <a:pt x="18" y="5"/>
                    <a:pt x="36" y="9"/>
                    <a:pt x="53" y="10"/>
                  </a:cubicBezTo>
                  <a:cubicBezTo>
                    <a:pt x="36" y="9"/>
                    <a:pt x="18" y="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38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Freeform 31">
              <a:extLst>
                <a:ext uri="{FF2B5EF4-FFF2-40B4-BE49-F238E27FC236}">
                  <a16:creationId xmlns:a16="http://schemas.microsoft.com/office/drawing/2014/main" id="{5C57123A-5368-D3DC-C4E9-4BCC6A890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-3222625" y="3044825"/>
              <a:ext cx="57150" cy="3175"/>
            </a:xfrm>
            <a:custGeom>
              <a:avLst/>
              <a:gdLst>
                <a:gd name="T0" fmla="*/ 21 w 21"/>
                <a:gd name="T1" fmla="*/ 0 h 1"/>
                <a:gd name="T2" fmla="*/ 0 w 21"/>
                <a:gd name="T3" fmla="*/ 1 h 1"/>
                <a:gd name="T4" fmla="*/ 21 w 2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cubicBezTo>
                    <a:pt x="14" y="1"/>
                    <a:pt x="7" y="1"/>
                    <a:pt x="0" y="1"/>
                  </a:cubicBezTo>
                  <a:cubicBezTo>
                    <a:pt x="7" y="1"/>
                    <a:pt x="14" y="1"/>
                    <a:pt x="21" y="0"/>
                  </a:cubicBezTo>
                  <a:close/>
                </a:path>
              </a:pathLst>
            </a:custGeom>
            <a:solidFill>
              <a:srgbClr val="F38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Freeform 32">
              <a:extLst>
                <a:ext uri="{FF2B5EF4-FFF2-40B4-BE49-F238E27FC236}">
                  <a16:creationId xmlns:a16="http://schemas.microsoft.com/office/drawing/2014/main" id="{22B6513E-B66F-46B6-371F-DD0E47F06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-3048000" y="3014663"/>
              <a:ext cx="57150" cy="14288"/>
            </a:xfrm>
            <a:custGeom>
              <a:avLst/>
              <a:gdLst>
                <a:gd name="T0" fmla="*/ 0 w 21"/>
                <a:gd name="T1" fmla="*/ 5 h 5"/>
                <a:gd name="T2" fmla="*/ 21 w 21"/>
                <a:gd name="T3" fmla="*/ 0 h 5"/>
                <a:gd name="T4" fmla="*/ 21 w 21"/>
                <a:gd name="T5" fmla="*/ 0 h 5"/>
                <a:gd name="T6" fmla="*/ 0 w 21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5">
                  <a:moveTo>
                    <a:pt x="0" y="5"/>
                  </a:moveTo>
                  <a:cubicBezTo>
                    <a:pt x="7" y="4"/>
                    <a:pt x="14" y="2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4" y="2"/>
                    <a:pt x="7" y="4"/>
                    <a:pt x="0" y="5"/>
                  </a:cubicBezTo>
                  <a:close/>
                </a:path>
              </a:pathLst>
            </a:custGeom>
            <a:solidFill>
              <a:srgbClr val="F38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Freeform 33">
              <a:extLst>
                <a:ext uri="{FF2B5EF4-FFF2-40B4-BE49-F238E27FC236}">
                  <a16:creationId xmlns:a16="http://schemas.microsoft.com/office/drawing/2014/main" id="{B2606987-84CE-6DE4-DFD8-6BF3BF1DACCD}"/>
                </a:ext>
              </a:extLst>
            </p:cNvPr>
            <p:cNvSpPr>
              <a:spLocks/>
            </p:cNvSpPr>
            <p:nvPr/>
          </p:nvSpPr>
          <p:spPr bwMode="auto">
            <a:xfrm>
              <a:off x="-3470275" y="2336800"/>
              <a:ext cx="495300" cy="623888"/>
            </a:xfrm>
            <a:custGeom>
              <a:avLst/>
              <a:gdLst>
                <a:gd name="T0" fmla="*/ 178 w 182"/>
                <a:gd name="T1" fmla="*/ 211 h 229"/>
                <a:gd name="T2" fmla="*/ 182 w 182"/>
                <a:gd name="T3" fmla="*/ 136 h 229"/>
                <a:gd name="T4" fmla="*/ 182 w 182"/>
                <a:gd name="T5" fmla="*/ 59 h 229"/>
                <a:gd name="T6" fmla="*/ 182 w 182"/>
                <a:gd name="T7" fmla="*/ 0 h 229"/>
                <a:gd name="T8" fmla="*/ 91 w 182"/>
                <a:gd name="T9" fmla="*/ 0 h 229"/>
                <a:gd name="T10" fmla="*/ 0 w 182"/>
                <a:gd name="T11" fmla="*/ 0 h 229"/>
                <a:gd name="T12" fmla="*/ 0 w 182"/>
                <a:gd name="T13" fmla="*/ 59 h 229"/>
                <a:gd name="T14" fmla="*/ 0 w 182"/>
                <a:gd name="T15" fmla="*/ 136 h 229"/>
                <a:gd name="T16" fmla="*/ 4 w 182"/>
                <a:gd name="T17" fmla="*/ 212 h 229"/>
                <a:gd name="T18" fmla="*/ 178 w 182"/>
                <a:gd name="T19" fmla="*/ 211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2" h="229">
                  <a:moveTo>
                    <a:pt x="178" y="211"/>
                  </a:moveTo>
                  <a:cubicBezTo>
                    <a:pt x="182" y="136"/>
                    <a:pt x="182" y="136"/>
                    <a:pt x="182" y="136"/>
                  </a:cubicBezTo>
                  <a:cubicBezTo>
                    <a:pt x="182" y="59"/>
                    <a:pt x="182" y="59"/>
                    <a:pt x="182" y="59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4" y="212"/>
                    <a:pt x="4" y="212"/>
                    <a:pt x="4" y="212"/>
                  </a:cubicBezTo>
                  <a:cubicBezTo>
                    <a:pt x="61" y="229"/>
                    <a:pt x="121" y="229"/>
                    <a:pt x="178" y="211"/>
                  </a:cubicBezTo>
                  <a:close/>
                </a:path>
              </a:pathLst>
            </a:custGeom>
            <a:solidFill>
              <a:srgbClr val="F38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Freeform 34">
              <a:extLst>
                <a:ext uri="{FF2B5EF4-FFF2-40B4-BE49-F238E27FC236}">
                  <a16:creationId xmlns:a16="http://schemas.microsoft.com/office/drawing/2014/main" id="{9DC122F7-4B04-88F2-3A50-929341C68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-3454400" y="3036888"/>
              <a:ext cx="463550" cy="2082800"/>
            </a:xfrm>
            <a:custGeom>
              <a:avLst/>
              <a:gdLst>
                <a:gd name="T0" fmla="*/ 168 w 170"/>
                <a:gd name="T1" fmla="*/ 1 h 765"/>
                <a:gd name="T2" fmla="*/ 112 w 170"/>
                <a:gd name="T3" fmla="*/ 10 h 765"/>
                <a:gd name="T4" fmla="*/ 85 w 170"/>
                <a:gd name="T5" fmla="*/ 11 h 765"/>
                <a:gd name="T6" fmla="*/ 43 w 170"/>
                <a:gd name="T7" fmla="*/ 8 h 765"/>
                <a:gd name="T8" fmla="*/ 0 w 170"/>
                <a:gd name="T9" fmla="*/ 0 h 765"/>
                <a:gd name="T10" fmla="*/ 29 w 170"/>
                <a:gd name="T11" fmla="*/ 765 h 765"/>
                <a:gd name="T12" fmla="*/ 141 w 170"/>
                <a:gd name="T13" fmla="*/ 765 h 765"/>
                <a:gd name="T14" fmla="*/ 169 w 170"/>
                <a:gd name="T15" fmla="*/ 14 h 765"/>
                <a:gd name="T16" fmla="*/ 170 w 170"/>
                <a:gd name="T17" fmla="*/ 1 h 765"/>
                <a:gd name="T18" fmla="*/ 168 w 170"/>
                <a:gd name="T19" fmla="*/ 1 h 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765">
                  <a:moveTo>
                    <a:pt x="168" y="1"/>
                  </a:moveTo>
                  <a:cubicBezTo>
                    <a:pt x="149" y="5"/>
                    <a:pt x="131" y="8"/>
                    <a:pt x="112" y="10"/>
                  </a:cubicBezTo>
                  <a:cubicBezTo>
                    <a:pt x="103" y="10"/>
                    <a:pt x="94" y="11"/>
                    <a:pt x="85" y="11"/>
                  </a:cubicBezTo>
                  <a:cubicBezTo>
                    <a:pt x="71" y="11"/>
                    <a:pt x="57" y="10"/>
                    <a:pt x="43" y="8"/>
                  </a:cubicBezTo>
                  <a:cubicBezTo>
                    <a:pt x="28" y="7"/>
                    <a:pt x="14" y="4"/>
                    <a:pt x="0" y="0"/>
                  </a:cubicBezTo>
                  <a:cubicBezTo>
                    <a:pt x="29" y="765"/>
                    <a:pt x="29" y="765"/>
                    <a:pt x="29" y="765"/>
                  </a:cubicBezTo>
                  <a:cubicBezTo>
                    <a:pt x="141" y="765"/>
                    <a:pt x="141" y="765"/>
                    <a:pt x="141" y="765"/>
                  </a:cubicBezTo>
                  <a:cubicBezTo>
                    <a:pt x="169" y="14"/>
                    <a:pt x="169" y="14"/>
                    <a:pt x="169" y="14"/>
                  </a:cubicBezTo>
                  <a:cubicBezTo>
                    <a:pt x="170" y="1"/>
                    <a:pt x="170" y="1"/>
                    <a:pt x="170" y="1"/>
                  </a:cubicBezTo>
                  <a:cubicBezTo>
                    <a:pt x="169" y="1"/>
                    <a:pt x="168" y="1"/>
                    <a:pt x="168" y="1"/>
                  </a:cubicBezTo>
                  <a:close/>
                </a:path>
              </a:pathLst>
            </a:custGeom>
            <a:solidFill>
              <a:srgbClr val="2C34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Freeform 35">
              <a:extLst>
                <a:ext uri="{FF2B5EF4-FFF2-40B4-BE49-F238E27FC236}">
                  <a16:creationId xmlns:a16="http://schemas.microsoft.com/office/drawing/2014/main" id="{449374B0-DD49-EEA0-BF85-5CC4E6918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-3459163" y="2911475"/>
              <a:ext cx="473075" cy="155575"/>
            </a:xfrm>
            <a:custGeom>
              <a:avLst/>
              <a:gdLst>
                <a:gd name="T0" fmla="*/ 0 w 174"/>
                <a:gd name="T1" fmla="*/ 1 h 57"/>
                <a:gd name="T2" fmla="*/ 2 w 174"/>
                <a:gd name="T3" fmla="*/ 46 h 57"/>
                <a:gd name="T4" fmla="*/ 45 w 174"/>
                <a:gd name="T5" fmla="*/ 54 h 57"/>
                <a:gd name="T6" fmla="*/ 87 w 174"/>
                <a:gd name="T7" fmla="*/ 57 h 57"/>
                <a:gd name="T8" fmla="*/ 114 w 174"/>
                <a:gd name="T9" fmla="*/ 56 h 57"/>
                <a:gd name="T10" fmla="*/ 170 w 174"/>
                <a:gd name="T11" fmla="*/ 47 h 57"/>
                <a:gd name="T12" fmla="*/ 172 w 174"/>
                <a:gd name="T13" fmla="*/ 47 h 57"/>
                <a:gd name="T14" fmla="*/ 174 w 174"/>
                <a:gd name="T15" fmla="*/ 0 h 57"/>
                <a:gd name="T16" fmla="*/ 0 w 174"/>
                <a:gd name="T17" fmla="*/ 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4" h="57">
                  <a:moveTo>
                    <a:pt x="0" y="1"/>
                  </a:moveTo>
                  <a:cubicBezTo>
                    <a:pt x="2" y="46"/>
                    <a:pt x="2" y="46"/>
                    <a:pt x="2" y="46"/>
                  </a:cubicBezTo>
                  <a:cubicBezTo>
                    <a:pt x="16" y="50"/>
                    <a:pt x="30" y="53"/>
                    <a:pt x="45" y="54"/>
                  </a:cubicBezTo>
                  <a:cubicBezTo>
                    <a:pt x="59" y="56"/>
                    <a:pt x="73" y="57"/>
                    <a:pt x="87" y="57"/>
                  </a:cubicBezTo>
                  <a:cubicBezTo>
                    <a:pt x="96" y="57"/>
                    <a:pt x="105" y="56"/>
                    <a:pt x="114" y="56"/>
                  </a:cubicBezTo>
                  <a:cubicBezTo>
                    <a:pt x="133" y="54"/>
                    <a:pt x="151" y="51"/>
                    <a:pt x="170" y="47"/>
                  </a:cubicBezTo>
                  <a:cubicBezTo>
                    <a:pt x="170" y="47"/>
                    <a:pt x="171" y="47"/>
                    <a:pt x="172" y="47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117" y="18"/>
                    <a:pt x="57" y="18"/>
                    <a:pt x="0" y="1"/>
                  </a:cubicBezTo>
                  <a:close/>
                </a:path>
              </a:pathLst>
            </a:custGeom>
            <a:solidFill>
              <a:srgbClr val="1A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Freeform 36">
              <a:extLst>
                <a:ext uri="{FF2B5EF4-FFF2-40B4-BE49-F238E27FC236}">
                  <a16:creationId xmlns:a16="http://schemas.microsoft.com/office/drawing/2014/main" id="{C0C7F8F9-DCDF-F976-2761-D893F021A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97163" y="3368675"/>
              <a:ext cx="296862" cy="463550"/>
            </a:xfrm>
            <a:custGeom>
              <a:avLst/>
              <a:gdLst>
                <a:gd name="T0" fmla="*/ 109 w 109"/>
                <a:gd name="T1" fmla="*/ 170 h 170"/>
                <a:gd name="T2" fmla="*/ 44 w 109"/>
                <a:gd name="T3" fmla="*/ 6 h 170"/>
                <a:gd name="T4" fmla="*/ 0 w 109"/>
                <a:gd name="T5" fmla="*/ 23 h 170"/>
                <a:gd name="T6" fmla="*/ 109 w 109"/>
                <a:gd name="T7" fmla="*/ 17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70">
                  <a:moveTo>
                    <a:pt x="109" y="170"/>
                  </a:moveTo>
                  <a:cubicBezTo>
                    <a:pt x="109" y="170"/>
                    <a:pt x="107" y="17"/>
                    <a:pt x="44" y="6"/>
                  </a:cubicBezTo>
                  <a:cubicBezTo>
                    <a:pt x="4" y="0"/>
                    <a:pt x="0" y="23"/>
                    <a:pt x="0" y="23"/>
                  </a:cubicBezTo>
                  <a:cubicBezTo>
                    <a:pt x="109" y="170"/>
                    <a:pt x="109" y="170"/>
                    <a:pt x="109" y="170"/>
                  </a:cubicBezTo>
                  <a:close/>
                </a:path>
              </a:pathLst>
            </a:custGeom>
            <a:solidFill>
              <a:srgbClr val="F38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Freeform 37">
              <a:extLst>
                <a:ext uri="{FF2B5EF4-FFF2-40B4-BE49-F238E27FC236}">
                  <a16:creationId xmlns:a16="http://schemas.microsoft.com/office/drawing/2014/main" id="{F830E3F7-03DA-3F8C-17AB-1A35696CE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-2947988" y="3305175"/>
              <a:ext cx="531812" cy="531813"/>
            </a:xfrm>
            <a:custGeom>
              <a:avLst/>
              <a:gdLst>
                <a:gd name="T0" fmla="*/ 5 w 195"/>
                <a:gd name="T1" fmla="*/ 191 h 195"/>
                <a:gd name="T2" fmla="*/ 4 w 195"/>
                <a:gd name="T3" fmla="*/ 190 h 195"/>
                <a:gd name="T4" fmla="*/ 4 w 195"/>
                <a:gd name="T5" fmla="*/ 175 h 195"/>
                <a:gd name="T6" fmla="*/ 175 w 195"/>
                <a:gd name="T7" fmla="*/ 4 h 195"/>
                <a:gd name="T8" fmla="*/ 189 w 195"/>
                <a:gd name="T9" fmla="*/ 4 h 195"/>
                <a:gd name="T10" fmla="*/ 191 w 195"/>
                <a:gd name="T11" fmla="*/ 5 h 195"/>
                <a:gd name="T12" fmla="*/ 191 w 195"/>
                <a:gd name="T13" fmla="*/ 20 h 195"/>
                <a:gd name="T14" fmla="*/ 20 w 195"/>
                <a:gd name="T15" fmla="*/ 191 h 195"/>
                <a:gd name="T16" fmla="*/ 5 w 195"/>
                <a:gd name="T17" fmla="*/ 19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5" h="195">
                  <a:moveTo>
                    <a:pt x="5" y="191"/>
                  </a:moveTo>
                  <a:cubicBezTo>
                    <a:pt x="4" y="190"/>
                    <a:pt x="4" y="190"/>
                    <a:pt x="4" y="190"/>
                  </a:cubicBezTo>
                  <a:cubicBezTo>
                    <a:pt x="0" y="186"/>
                    <a:pt x="0" y="179"/>
                    <a:pt x="4" y="175"/>
                  </a:cubicBezTo>
                  <a:cubicBezTo>
                    <a:pt x="175" y="4"/>
                    <a:pt x="175" y="4"/>
                    <a:pt x="175" y="4"/>
                  </a:cubicBezTo>
                  <a:cubicBezTo>
                    <a:pt x="179" y="0"/>
                    <a:pt x="185" y="0"/>
                    <a:pt x="189" y="4"/>
                  </a:cubicBezTo>
                  <a:cubicBezTo>
                    <a:pt x="191" y="5"/>
                    <a:pt x="191" y="5"/>
                    <a:pt x="191" y="5"/>
                  </a:cubicBezTo>
                  <a:cubicBezTo>
                    <a:pt x="195" y="9"/>
                    <a:pt x="195" y="16"/>
                    <a:pt x="191" y="20"/>
                  </a:cubicBezTo>
                  <a:cubicBezTo>
                    <a:pt x="20" y="191"/>
                    <a:pt x="20" y="191"/>
                    <a:pt x="20" y="191"/>
                  </a:cubicBezTo>
                  <a:cubicBezTo>
                    <a:pt x="16" y="195"/>
                    <a:pt x="9" y="195"/>
                    <a:pt x="5" y="191"/>
                  </a:cubicBezTo>
                  <a:close/>
                </a:path>
              </a:pathLst>
            </a:custGeom>
            <a:solidFill>
              <a:srgbClr val="384F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Freeform 38">
              <a:extLst>
                <a:ext uri="{FF2B5EF4-FFF2-40B4-BE49-F238E27FC236}">
                  <a16:creationId xmlns:a16="http://schemas.microsoft.com/office/drawing/2014/main" id="{770A3287-EBAB-3BE3-9AFB-0EE86CCDC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-2909888" y="3376613"/>
              <a:ext cx="509587" cy="525463"/>
            </a:xfrm>
            <a:custGeom>
              <a:avLst/>
              <a:gdLst>
                <a:gd name="T0" fmla="*/ 151 w 187"/>
                <a:gd name="T1" fmla="*/ 42 h 193"/>
                <a:gd name="T2" fmla="*/ 55 w 187"/>
                <a:gd name="T3" fmla="*/ 19 h 193"/>
                <a:gd name="T4" fmla="*/ 14 w 187"/>
                <a:gd name="T5" fmla="*/ 92 h 193"/>
                <a:gd name="T6" fmla="*/ 50 w 187"/>
                <a:gd name="T7" fmla="*/ 100 h 193"/>
                <a:gd name="T8" fmla="*/ 113 w 187"/>
                <a:gd name="T9" fmla="*/ 193 h 193"/>
                <a:gd name="T10" fmla="*/ 187 w 187"/>
                <a:gd name="T11" fmla="*/ 167 h 193"/>
                <a:gd name="T12" fmla="*/ 151 w 187"/>
                <a:gd name="T13" fmla="*/ 42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" h="193">
                  <a:moveTo>
                    <a:pt x="151" y="42"/>
                  </a:moveTo>
                  <a:cubicBezTo>
                    <a:pt x="138" y="9"/>
                    <a:pt x="78" y="0"/>
                    <a:pt x="55" y="19"/>
                  </a:cubicBezTo>
                  <a:cubicBezTo>
                    <a:pt x="32" y="39"/>
                    <a:pt x="0" y="80"/>
                    <a:pt x="14" y="92"/>
                  </a:cubicBezTo>
                  <a:cubicBezTo>
                    <a:pt x="28" y="105"/>
                    <a:pt x="50" y="100"/>
                    <a:pt x="50" y="100"/>
                  </a:cubicBezTo>
                  <a:cubicBezTo>
                    <a:pt x="50" y="100"/>
                    <a:pt x="58" y="173"/>
                    <a:pt x="113" y="193"/>
                  </a:cubicBezTo>
                  <a:cubicBezTo>
                    <a:pt x="187" y="167"/>
                    <a:pt x="187" y="167"/>
                    <a:pt x="187" y="167"/>
                  </a:cubicBezTo>
                  <a:cubicBezTo>
                    <a:pt x="187" y="167"/>
                    <a:pt x="163" y="75"/>
                    <a:pt x="151" y="42"/>
                  </a:cubicBezTo>
                  <a:close/>
                </a:path>
              </a:pathLst>
            </a:custGeom>
            <a:solidFill>
              <a:srgbClr val="F38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Freeform 39">
              <a:extLst>
                <a:ext uri="{FF2B5EF4-FFF2-40B4-BE49-F238E27FC236}">
                  <a16:creationId xmlns:a16="http://schemas.microsoft.com/office/drawing/2014/main" id="{85A4208A-286A-C245-860F-D2D99582B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-3846513" y="3314700"/>
              <a:ext cx="1198562" cy="1333500"/>
            </a:xfrm>
            <a:custGeom>
              <a:avLst/>
              <a:gdLst>
                <a:gd name="T0" fmla="*/ 429 w 440"/>
                <a:gd name="T1" fmla="*/ 490 h 490"/>
                <a:gd name="T2" fmla="*/ 82 w 440"/>
                <a:gd name="T3" fmla="*/ 490 h 490"/>
                <a:gd name="T4" fmla="*/ 71 w 440"/>
                <a:gd name="T5" fmla="*/ 481 h 490"/>
                <a:gd name="T6" fmla="*/ 1 w 440"/>
                <a:gd name="T7" fmla="*/ 13 h 490"/>
                <a:gd name="T8" fmla="*/ 12 w 440"/>
                <a:gd name="T9" fmla="*/ 0 h 490"/>
                <a:gd name="T10" fmla="*/ 359 w 440"/>
                <a:gd name="T11" fmla="*/ 0 h 490"/>
                <a:gd name="T12" fmla="*/ 370 w 440"/>
                <a:gd name="T13" fmla="*/ 9 h 490"/>
                <a:gd name="T14" fmla="*/ 439 w 440"/>
                <a:gd name="T15" fmla="*/ 477 h 490"/>
                <a:gd name="T16" fmla="*/ 429 w 440"/>
                <a:gd name="T17" fmla="*/ 49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0" h="490">
                  <a:moveTo>
                    <a:pt x="429" y="490"/>
                  </a:moveTo>
                  <a:cubicBezTo>
                    <a:pt x="82" y="490"/>
                    <a:pt x="82" y="490"/>
                    <a:pt x="82" y="490"/>
                  </a:cubicBezTo>
                  <a:cubicBezTo>
                    <a:pt x="76" y="490"/>
                    <a:pt x="71" y="486"/>
                    <a:pt x="71" y="481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6"/>
                    <a:pt x="5" y="0"/>
                    <a:pt x="12" y="0"/>
                  </a:cubicBezTo>
                  <a:cubicBezTo>
                    <a:pt x="359" y="0"/>
                    <a:pt x="359" y="0"/>
                    <a:pt x="359" y="0"/>
                  </a:cubicBezTo>
                  <a:cubicBezTo>
                    <a:pt x="364" y="0"/>
                    <a:pt x="369" y="4"/>
                    <a:pt x="370" y="9"/>
                  </a:cubicBezTo>
                  <a:cubicBezTo>
                    <a:pt x="439" y="477"/>
                    <a:pt x="439" y="477"/>
                    <a:pt x="439" y="477"/>
                  </a:cubicBezTo>
                  <a:cubicBezTo>
                    <a:pt x="440" y="484"/>
                    <a:pt x="435" y="490"/>
                    <a:pt x="429" y="490"/>
                  </a:cubicBezTo>
                  <a:close/>
                </a:path>
              </a:pathLst>
            </a:custGeom>
            <a:solidFill>
              <a:srgbClr val="1F27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6" name="Freeform 40">
              <a:extLst>
                <a:ext uri="{FF2B5EF4-FFF2-40B4-BE49-F238E27FC236}">
                  <a16:creationId xmlns:a16="http://schemas.microsoft.com/office/drawing/2014/main" id="{71F85ACD-D59E-7DB4-055A-1EFE05B2A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-3827463" y="4098925"/>
              <a:ext cx="482600" cy="498475"/>
            </a:xfrm>
            <a:custGeom>
              <a:avLst/>
              <a:gdLst>
                <a:gd name="T0" fmla="*/ 171 w 177"/>
                <a:gd name="T1" fmla="*/ 94 h 183"/>
                <a:gd name="T2" fmla="*/ 73 w 177"/>
                <a:gd name="T3" fmla="*/ 111 h 183"/>
                <a:gd name="T4" fmla="*/ 167 w 177"/>
                <a:gd name="T5" fmla="*/ 54 h 183"/>
                <a:gd name="T6" fmla="*/ 65 w 177"/>
                <a:gd name="T7" fmla="*/ 74 h 183"/>
                <a:gd name="T8" fmla="*/ 141 w 177"/>
                <a:gd name="T9" fmla="*/ 18 h 183"/>
                <a:gd name="T10" fmla="*/ 41 w 177"/>
                <a:gd name="T11" fmla="*/ 44 h 183"/>
                <a:gd name="T12" fmla="*/ 41 w 177"/>
                <a:gd name="T13" fmla="*/ 44 h 183"/>
                <a:gd name="T14" fmla="*/ 34 w 177"/>
                <a:gd name="T15" fmla="*/ 0 h 183"/>
                <a:gd name="T16" fmla="*/ 5 w 177"/>
                <a:gd name="T17" fmla="*/ 60 h 183"/>
                <a:gd name="T18" fmla="*/ 13 w 177"/>
                <a:gd name="T19" fmla="*/ 136 h 183"/>
                <a:gd name="T20" fmla="*/ 13 w 177"/>
                <a:gd name="T21" fmla="*/ 136 h 183"/>
                <a:gd name="T22" fmla="*/ 92 w 177"/>
                <a:gd name="T23" fmla="*/ 172 h 183"/>
                <a:gd name="T24" fmla="*/ 162 w 177"/>
                <a:gd name="T25" fmla="*/ 134 h 183"/>
                <a:gd name="T26" fmla="*/ 85 w 177"/>
                <a:gd name="T27" fmla="*/ 138 h 183"/>
                <a:gd name="T28" fmla="*/ 171 w 177"/>
                <a:gd name="T29" fmla="*/ 94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7" h="183">
                  <a:moveTo>
                    <a:pt x="171" y="94"/>
                  </a:moveTo>
                  <a:cubicBezTo>
                    <a:pt x="167" y="73"/>
                    <a:pt x="95" y="102"/>
                    <a:pt x="73" y="111"/>
                  </a:cubicBezTo>
                  <a:cubicBezTo>
                    <a:pt x="98" y="100"/>
                    <a:pt x="177" y="72"/>
                    <a:pt x="167" y="54"/>
                  </a:cubicBezTo>
                  <a:cubicBezTo>
                    <a:pt x="156" y="35"/>
                    <a:pt x="88" y="65"/>
                    <a:pt x="65" y="74"/>
                  </a:cubicBezTo>
                  <a:cubicBezTo>
                    <a:pt x="86" y="64"/>
                    <a:pt x="153" y="34"/>
                    <a:pt x="141" y="18"/>
                  </a:cubicBezTo>
                  <a:cubicBezTo>
                    <a:pt x="131" y="5"/>
                    <a:pt x="80" y="26"/>
                    <a:pt x="41" y="44"/>
                  </a:cubicBezTo>
                  <a:cubicBezTo>
                    <a:pt x="41" y="44"/>
                    <a:pt x="41" y="44"/>
                    <a:pt x="41" y="44"/>
                  </a:cubicBezTo>
                  <a:cubicBezTo>
                    <a:pt x="41" y="44"/>
                    <a:pt x="39" y="2"/>
                    <a:pt x="34" y="0"/>
                  </a:cubicBezTo>
                  <a:cubicBezTo>
                    <a:pt x="16" y="13"/>
                    <a:pt x="8" y="37"/>
                    <a:pt x="5" y="60"/>
                  </a:cubicBezTo>
                  <a:cubicBezTo>
                    <a:pt x="0" y="85"/>
                    <a:pt x="4" y="112"/>
                    <a:pt x="13" y="136"/>
                  </a:cubicBezTo>
                  <a:cubicBezTo>
                    <a:pt x="13" y="136"/>
                    <a:pt x="13" y="136"/>
                    <a:pt x="13" y="136"/>
                  </a:cubicBezTo>
                  <a:cubicBezTo>
                    <a:pt x="26" y="167"/>
                    <a:pt x="60" y="183"/>
                    <a:pt x="92" y="172"/>
                  </a:cubicBezTo>
                  <a:cubicBezTo>
                    <a:pt x="127" y="160"/>
                    <a:pt x="163" y="145"/>
                    <a:pt x="162" y="134"/>
                  </a:cubicBezTo>
                  <a:cubicBezTo>
                    <a:pt x="160" y="115"/>
                    <a:pt x="104" y="134"/>
                    <a:pt x="85" y="138"/>
                  </a:cubicBezTo>
                  <a:cubicBezTo>
                    <a:pt x="109" y="131"/>
                    <a:pt x="173" y="110"/>
                    <a:pt x="171" y="94"/>
                  </a:cubicBezTo>
                  <a:close/>
                </a:path>
              </a:pathLst>
            </a:custGeom>
            <a:solidFill>
              <a:srgbClr val="F38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Freeform 41">
              <a:extLst>
                <a:ext uri="{FF2B5EF4-FFF2-40B4-BE49-F238E27FC236}">
                  <a16:creationId xmlns:a16="http://schemas.microsoft.com/office/drawing/2014/main" id="{FD07F7BF-FC24-056F-0DA1-A66D6F33E47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843213" y="5199063"/>
              <a:ext cx="369887" cy="288925"/>
            </a:xfrm>
            <a:custGeom>
              <a:avLst/>
              <a:gdLst>
                <a:gd name="T0" fmla="*/ 27 w 233"/>
                <a:gd name="T1" fmla="*/ 0 h 182"/>
                <a:gd name="T2" fmla="*/ 233 w 233"/>
                <a:gd name="T3" fmla="*/ 142 h 182"/>
                <a:gd name="T4" fmla="*/ 204 w 233"/>
                <a:gd name="T5" fmla="*/ 182 h 182"/>
                <a:gd name="T6" fmla="*/ 0 w 233"/>
                <a:gd name="T7" fmla="*/ 37 h 182"/>
                <a:gd name="T8" fmla="*/ 27 w 233"/>
                <a:gd name="T9" fmla="*/ 0 h 182"/>
                <a:gd name="T10" fmla="*/ 27 w 233"/>
                <a:gd name="T11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3" h="182">
                  <a:moveTo>
                    <a:pt x="27" y="0"/>
                  </a:moveTo>
                  <a:lnTo>
                    <a:pt x="233" y="142"/>
                  </a:lnTo>
                  <a:lnTo>
                    <a:pt x="204" y="182"/>
                  </a:lnTo>
                  <a:lnTo>
                    <a:pt x="0" y="37"/>
                  </a:lnTo>
                  <a:lnTo>
                    <a:pt x="27" y="0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8DAB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Freeform 42">
              <a:extLst>
                <a:ext uri="{FF2B5EF4-FFF2-40B4-BE49-F238E27FC236}">
                  <a16:creationId xmlns:a16="http://schemas.microsoft.com/office/drawing/2014/main" id="{114DFA36-B22B-269C-40AD-2037F44B0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-3919538" y="5157788"/>
              <a:ext cx="373062" cy="263525"/>
            </a:xfrm>
            <a:custGeom>
              <a:avLst/>
              <a:gdLst>
                <a:gd name="T0" fmla="*/ 207 w 235"/>
                <a:gd name="T1" fmla="*/ 0 h 166"/>
                <a:gd name="T2" fmla="*/ 0 w 235"/>
                <a:gd name="T3" fmla="*/ 137 h 166"/>
                <a:gd name="T4" fmla="*/ 15 w 235"/>
                <a:gd name="T5" fmla="*/ 161 h 166"/>
                <a:gd name="T6" fmla="*/ 41 w 235"/>
                <a:gd name="T7" fmla="*/ 166 h 166"/>
                <a:gd name="T8" fmla="*/ 235 w 235"/>
                <a:gd name="T9" fmla="*/ 39 h 166"/>
                <a:gd name="T10" fmla="*/ 207 w 235"/>
                <a:gd name="T11" fmla="*/ 0 h 166"/>
                <a:gd name="T12" fmla="*/ 207 w 235"/>
                <a:gd name="T13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5" h="166">
                  <a:moveTo>
                    <a:pt x="207" y="0"/>
                  </a:moveTo>
                  <a:lnTo>
                    <a:pt x="0" y="137"/>
                  </a:lnTo>
                  <a:lnTo>
                    <a:pt x="15" y="161"/>
                  </a:lnTo>
                  <a:lnTo>
                    <a:pt x="41" y="166"/>
                  </a:lnTo>
                  <a:lnTo>
                    <a:pt x="235" y="39"/>
                  </a:lnTo>
                  <a:lnTo>
                    <a:pt x="207" y="0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rgbClr val="8DAB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Freeform 43">
              <a:extLst>
                <a:ext uri="{FF2B5EF4-FFF2-40B4-BE49-F238E27FC236}">
                  <a16:creationId xmlns:a16="http://schemas.microsoft.com/office/drawing/2014/main" id="{DFA172CB-341D-B052-E827-D9377297C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-3470275" y="2252663"/>
              <a:ext cx="495300" cy="385763"/>
            </a:xfrm>
            <a:custGeom>
              <a:avLst/>
              <a:gdLst>
                <a:gd name="T0" fmla="*/ 0 w 182"/>
                <a:gd name="T1" fmla="*/ 0 h 142"/>
                <a:gd name="T2" fmla="*/ 0 w 182"/>
                <a:gd name="T3" fmla="*/ 99 h 142"/>
                <a:gd name="T4" fmla="*/ 87 w 182"/>
                <a:gd name="T5" fmla="*/ 142 h 142"/>
                <a:gd name="T6" fmla="*/ 182 w 182"/>
                <a:gd name="T7" fmla="*/ 106 h 142"/>
                <a:gd name="T8" fmla="*/ 182 w 182"/>
                <a:gd name="T9" fmla="*/ 0 h 142"/>
                <a:gd name="T10" fmla="*/ 0 w 182"/>
                <a:gd name="T11" fmla="*/ 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2" h="142">
                  <a:moveTo>
                    <a:pt x="0" y="0"/>
                  </a:moveTo>
                  <a:cubicBezTo>
                    <a:pt x="0" y="99"/>
                    <a:pt x="0" y="99"/>
                    <a:pt x="0" y="99"/>
                  </a:cubicBezTo>
                  <a:cubicBezTo>
                    <a:pt x="0" y="99"/>
                    <a:pt x="38" y="142"/>
                    <a:pt x="87" y="142"/>
                  </a:cubicBezTo>
                  <a:cubicBezTo>
                    <a:pt x="136" y="142"/>
                    <a:pt x="182" y="106"/>
                    <a:pt x="182" y="106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053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Freeform 44">
              <a:extLst>
                <a:ext uri="{FF2B5EF4-FFF2-40B4-BE49-F238E27FC236}">
                  <a16:creationId xmlns:a16="http://schemas.microsoft.com/office/drawing/2014/main" id="{51B5E24A-B68F-C601-8DDF-1D2497817732}"/>
                </a:ext>
              </a:extLst>
            </p:cNvPr>
            <p:cNvSpPr>
              <a:spLocks/>
            </p:cNvSpPr>
            <p:nvPr/>
          </p:nvSpPr>
          <p:spPr bwMode="auto">
            <a:xfrm>
              <a:off x="-3736975" y="1370013"/>
              <a:ext cx="1028700" cy="1187450"/>
            </a:xfrm>
            <a:custGeom>
              <a:avLst/>
              <a:gdLst>
                <a:gd name="T0" fmla="*/ 11 w 378"/>
                <a:gd name="T1" fmla="*/ 238 h 436"/>
                <a:gd name="T2" fmla="*/ 40 w 378"/>
                <a:gd name="T3" fmla="*/ 224 h 436"/>
                <a:gd name="T4" fmla="*/ 39 w 378"/>
                <a:gd name="T5" fmla="*/ 171 h 436"/>
                <a:gd name="T6" fmla="*/ 172 w 378"/>
                <a:gd name="T7" fmla="*/ 28 h 436"/>
                <a:gd name="T8" fmla="*/ 189 w 378"/>
                <a:gd name="T9" fmla="*/ 30 h 436"/>
                <a:gd name="T10" fmla="*/ 205 w 378"/>
                <a:gd name="T11" fmla="*/ 28 h 436"/>
                <a:gd name="T12" fmla="*/ 338 w 378"/>
                <a:gd name="T13" fmla="*/ 171 h 436"/>
                <a:gd name="T14" fmla="*/ 337 w 378"/>
                <a:gd name="T15" fmla="*/ 224 h 436"/>
                <a:gd name="T16" fmla="*/ 367 w 378"/>
                <a:gd name="T17" fmla="*/ 238 h 436"/>
                <a:gd name="T18" fmla="*/ 320 w 378"/>
                <a:gd name="T19" fmla="*/ 319 h 436"/>
                <a:gd name="T20" fmla="*/ 189 w 378"/>
                <a:gd name="T21" fmla="*/ 436 h 436"/>
                <a:gd name="T22" fmla="*/ 57 w 378"/>
                <a:gd name="T23" fmla="*/ 319 h 436"/>
                <a:gd name="T24" fmla="*/ 11 w 378"/>
                <a:gd name="T25" fmla="*/ 238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8" h="436">
                  <a:moveTo>
                    <a:pt x="11" y="238"/>
                  </a:moveTo>
                  <a:cubicBezTo>
                    <a:pt x="18" y="216"/>
                    <a:pt x="30" y="219"/>
                    <a:pt x="40" y="224"/>
                  </a:cubicBezTo>
                  <a:cubicBezTo>
                    <a:pt x="39" y="207"/>
                    <a:pt x="38" y="190"/>
                    <a:pt x="39" y="171"/>
                  </a:cubicBezTo>
                  <a:cubicBezTo>
                    <a:pt x="48" y="0"/>
                    <a:pt x="172" y="28"/>
                    <a:pt x="172" y="28"/>
                  </a:cubicBezTo>
                  <a:cubicBezTo>
                    <a:pt x="189" y="30"/>
                    <a:pt x="189" y="30"/>
                    <a:pt x="189" y="30"/>
                  </a:cubicBezTo>
                  <a:cubicBezTo>
                    <a:pt x="205" y="28"/>
                    <a:pt x="205" y="28"/>
                    <a:pt x="205" y="28"/>
                  </a:cubicBezTo>
                  <a:cubicBezTo>
                    <a:pt x="205" y="28"/>
                    <a:pt x="329" y="0"/>
                    <a:pt x="338" y="171"/>
                  </a:cubicBezTo>
                  <a:cubicBezTo>
                    <a:pt x="339" y="190"/>
                    <a:pt x="338" y="208"/>
                    <a:pt x="337" y="224"/>
                  </a:cubicBezTo>
                  <a:cubicBezTo>
                    <a:pt x="347" y="219"/>
                    <a:pt x="360" y="216"/>
                    <a:pt x="367" y="238"/>
                  </a:cubicBezTo>
                  <a:cubicBezTo>
                    <a:pt x="378" y="270"/>
                    <a:pt x="352" y="315"/>
                    <a:pt x="320" y="319"/>
                  </a:cubicBezTo>
                  <a:cubicBezTo>
                    <a:pt x="294" y="395"/>
                    <a:pt x="257" y="436"/>
                    <a:pt x="189" y="436"/>
                  </a:cubicBezTo>
                  <a:cubicBezTo>
                    <a:pt x="117" y="436"/>
                    <a:pt x="83" y="395"/>
                    <a:pt x="57" y="319"/>
                  </a:cubicBezTo>
                  <a:cubicBezTo>
                    <a:pt x="25" y="315"/>
                    <a:pt x="0" y="270"/>
                    <a:pt x="11" y="238"/>
                  </a:cubicBezTo>
                  <a:close/>
                </a:path>
              </a:pathLst>
            </a:custGeom>
            <a:solidFill>
              <a:srgbClr val="F38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Freeform 45">
              <a:extLst>
                <a:ext uri="{FF2B5EF4-FFF2-40B4-BE49-F238E27FC236}">
                  <a16:creationId xmlns:a16="http://schemas.microsoft.com/office/drawing/2014/main" id="{4043AD16-94AE-6C75-F690-4C21CF796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-3683000" y="1138238"/>
              <a:ext cx="920750" cy="923925"/>
            </a:xfrm>
            <a:custGeom>
              <a:avLst/>
              <a:gdLst>
                <a:gd name="T0" fmla="*/ 338 w 338"/>
                <a:gd name="T1" fmla="*/ 216 h 339"/>
                <a:gd name="T2" fmla="*/ 0 w 338"/>
                <a:gd name="T3" fmla="*/ 216 h 339"/>
                <a:gd name="T4" fmla="*/ 9 w 338"/>
                <a:gd name="T5" fmla="*/ 305 h 339"/>
                <a:gd name="T6" fmla="*/ 39 w 338"/>
                <a:gd name="T7" fmla="*/ 338 h 339"/>
                <a:gd name="T8" fmla="*/ 45 w 338"/>
                <a:gd name="T9" fmla="*/ 225 h 339"/>
                <a:gd name="T10" fmla="*/ 133 w 338"/>
                <a:gd name="T11" fmla="*/ 146 h 339"/>
                <a:gd name="T12" fmla="*/ 133 w 338"/>
                <a:gd name="T13" fmla="*/ 146 h 339"/>
                <a:gd name="T14" fmla="*/ 268 w 338"/>
                <a:gd name="T15" fmla="*/ 176 h 339"/>
                <a:gd name="T16" fmla="*/ 292 w 338"/>
                <a:gd name="T17" fmla="*/ 225 h 339"/>
                <a:gd name="T18" fmla="*/ 298 w 338"/>
                <a:gd name="T19" fmla="*/ 338 h 339"/>
                <a:gd name="T20" fmla="*/ 328 w 338"/>
                <a:gd name="T21" fmla="*/ 305 h 339"/>
                <a:gd name="T22" fmla="*/ 338 w 338"/>
                <a:gd name="T23" fmla="*/ 216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38" h="339">
                  <a:moveTo>
                    <a:pt x="338" y="216"/>
                  </a:moveTo>
                  <a:cubicBezTo>
                    <a:pt x="333" y="0"/>
                    <a:pt x="5" y="0"/>
                    <a:pt x="0" y="216"/>
                  </a:cubicBezTo>
                  <a:cubicBezTo>
                    <a:pt x="0" y="242"/>
                    <a:pt x="2" y="272"/>
                    <a:pt x="9" y="305"/>
                  </a:cubicBezTo>
                  <a:cubicBezTo>
                    <a:pt x="9" y="305"/>
                    <a:pt x="25" y="339"/>
                    <a:pt x="39" y="338"/>
                  </a:cubicBezTo>
                  <a:cubicBezTo>
                    <a:pt x="38" y="297"/>
                    <a:pt x="41" y="256"/>
                    <a:pt x="45" y="225"/>
                  </a:cubicBezTo>
                  <a:cubicBezTo>
                    <a:pt x="45" y="225"/>
                    <a:pt x="56" y="171"/>
                    <a:pt x="133" y="146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94" y="209"/>
                    <a:pt x="252" y="185"/>
                    <a:pt x="268" y="176"/>
                  </a:cubicBezTo>
                  <a:cubicBezTo>
                    <a:pt x="279" y="185"/>
                    <a:pt x="288" y="199"/>
                    <a:pt x="292" y="225"/>
                  </a:cubicBezTo>
                  <a:cubicBezTo>
                    <a:pt x="296" y="256"/>
                    <a:pt x="300" y="296"/>
                    <a:pt x="298" y="338"/>
                  </a:cubicBezTo>
                  <a:cubicBezTo>
                    <a:pt x="314" y="339"/>
                    <a:pt x="328" y="305"/>
                    <a:pt x="328" y="305"/>
                  </a:cubicBezTo>
                  <a:cubicBezTo>
                    <a:pt x="335" y="272"/>
                    <a:pt x="338" y="243"/>
                    <a:pt x="338" y="216"/>
                  </a:cubicBezTo>
                  <a:close/>
                </a:path>
              </a:pathLst>
            </a:custGeom>
            <a:solidFill>
              <a:srgbClr val="000C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Freeform 46">
              <a:extLst>
                <a:ext uri="{FF2B5EF4-FFF2-40B4-BE49-F238E27FC236}">
                  <a16:creationId xmlns:a16="http://schemas.microsoft.com/office/drawing/2014/main" id="{2356E765-1317-A27F-0DAE-51EB98E7E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59063" y="3817938"/>
              <a:ext cx="588962" cy="890588"/>
            </a:xfrm>
            <a:custGeom>
              <a:avLst/>
              <a:gdLst>
                <a:gd name="T0" fmla="*/ 216 w 216"/>
                <a:gd name="T1" fmla="*/ 210 h 327"/>
                <a:gd name="T2" fmla="*/ 110 w 216"/>
                <a:gd name="T3" fmla="*/ 0 h 327"/>
                <a:gd name="T4" fmla="*/ 0 w 216"/>
                <a:gd name="T5" fmla="*/ 38 h 327"/>
                <a:gd name="T6" fmla="*/ 102 w 216"/>
                <a:gd name="T7" fmla="*/ 327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" h="327">
                  <a:moveTo>
                    <a:pt x="216" y="210"/>
                  </a:moveTo>
                  <a:cubicBezTo>
                    <a:pt x="110" y="0"/>
                    <a:pt x="110" y="0"/>
                    <a:pt x="11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18" y="216"/>
                    <a:pt x="102" y="327"/>
                  </a:cubicBezTo>
                </a:path>
              </a:pathLst>
            </a:custGeom>
            <a:noFill/>
            <a:ln w="11113" cap="flat">
              <a:solidFill>
                <a:srgbClr val="DBE1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Freeform 47">
              <a:extLst>
                <a:ext uri="{FF2B5EF4-FFF2-40B4-BE49-F238E27FC236}">
                  <a16:creationId xmlns:a16="http://schemas.microsoft.com/office/drawing/2014/main" id="{08AD313C-313F-0822-BDDF-7254CE377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-4333875" y="4225925"/>
              <a:ext cx="623887" cy="534988"/>
            </a:xfrm>
            <a:custGeom>
              <a:avLst/>
              <a:gdLst>
                <a:gd name="T0" fmla="*/ 0 w 393"/>
                <a:gd name="T1" fmla="*/ 95 h 337"/>
                <a:gd name="T2" fmla="*/ 330 w 393"/>
                <a:gd name="T3" fmla="*/ 0 h 337"/>
                <a:gd name="T4" fmla="*/ 393 w 393"/>
                <a:gd name="T5" fmla="*/ 246 h 337"/>
                <a:gd name="T6" fmla="*/ 184 w 393"/>
                <a:gd name="T7" fmla="*/ 337 h 337"/>
                <a:gd name="T8" fmla="*/ 0 w 393"/>
                <a:gd name="T9" fmla="*/ 95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3" h="337">
                  <a:moveTo>
                    <a:pt x="0" y="95"/>
                  </a:moveTo>
                  <a:lnTo>
                    <a:pt x="330" y="0"/>
                  </a:lnTo>
                  <a:lnTo>
                    <a:pt x="393" y="246"/>
                  </a:lnTo>
                  <a:lnTo>
                    <a:pt x="184" y="337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BED9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Freeform 48">
              <a:extLst>
                <a:ext uri="{FF2B5EF4-FFF2-40B4-BE49-F238E27FC236}">
                  <a16:creationId xmlns:a16="http://schemas.microsoft.com/office/drawing/2014/main" id="{50E28705-EB98-B3B0-E40C-FEA13B773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-4333875" y="4225925"/>
              <a:ext cx="623887" cy="534988"/>
            </a:xfrm>
            <a:custGeom>
              <a:avLst/>
              <a:gdLst>
                <a:gd name="T0" fmla="*/ 0 w 393"/>
                <a:gd name="T1" fmla="*/ 95 h 337"/>
                <a:gd name="T2" fmla="*/ 330 w 393"/>
                <a:gd name="T3" fmla="*/ 0 h 337"/>
                <a:gd name="T4" fmla="*/ 393 w 393"/>
                <a:gd name="T5" fmla="*/ 246 h 337"/>
                <a:gd name="T6" fmla="*/ 184 w 393"/>
                <a:gd name="T7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3" h="337">
                  <a:moveTo>
                    <a:pt x="0" y="95"/>
                  </a:moveTo>
                  <a:lnTo>
                    <a:pt x="330" y="0"/>
                  </a:lnTo>
                  <a:lnTo>
                    <a:pt x="393" y="246"/>
                  </a:lnTo>
                  <a:lnTo>
                    <a:pt x="184" y="33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Freeform 49">
              <a:extLst>
                <a:ext uri="{FF2B5EF4-FFF2-40B4-BE49-F238E27FC236}">
                  <a16:creationId xmlns:a16="http://schemas.microsoft.com/office/drawing/2014/main" id="{EC96543F-C067-20ED-AC8E-8D31D98F5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-4333875" y="4225925"/>
              <a:ext cx="623887" cy="534988"/>
            </a:xfrm>
            <a:custGeom>
              <a:avLst/>
              <a:gdLst>
                <a:gd name="T0" fmla="*/ 0 w 393"/>
                <a:gd name="T1" fmla="*/ 95 h 337"/>
                <a:gd name="T2" fmla="*/ 330 w 393"/>
                <a:gd name="T3" fmla="*/ 0 h 337"/>
                <a:gd name="T4" fmla="*/ 393 w 393"/>
                <a:gd name="T5" fmla="*/ 246 h 337"/>
                <a:gd name="T6" fmla="*/ 184 w 393"/>
                <a:gd name="T7" fmla="*/ 337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3" h="337">
                  <a:moveTo>
                    <a:pt x="0" y="95"/>
                  </a:moveTo>
                  <a:lnTo>
                    <a:pt x="330" y="0"/>
                  </a:lnTo>
                  <a:lnTo>
                    <a:pt x="393" y="246"/>
                  </a:lnTo>
                  <a:lnTo>
                    <a:pt x="184" y="337"/>
                  </a:lnTo>
                </a:path>
              </a:pathLst>
            </a:custGeom>
            <a:noFill/>
            <a:ln w="11113" cap="flat">
              <a:solidFill>
                <a:srgbClr val="DBE1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50">
              <a:extLst>
                <a:ext uri="{FF2B5EF4-FFF2-40B4-BE49-F238E27FC236}">
                  <a16:creationId xmlns:a16="http://schemas.microsoft.com/office/drawing/2014/main" id="{601CEDF3-6354-2917-1D55-6AF02508AC1F}"/>
                </a:ext>
              </a:extLst>
            </p:cNvPr>
            <p:cNvSpPr>
              <a:spLocks/>
            </p:cNvSpPr>
            <p:nvPr/>
          </p:nvSpPr>
          <p:spPr bwMode="auto">
            <a:xfrm>
              <a:off x="-4540250" y="5275263"/>
              <a:ext cx="2273300" cy="936625"/>
            </a:xfrm>
            <a:custGeom>
              <a:avLst/>
              <a:gdLst>
                <a:gd name="T0" fmla="*/ 32 w 835"/>
                <a:gd name="T1" fmla="*/ 0 h 344"/>
                <a:gd name="T2" fmla="*/ 6 w 835"/>
                <a:gd name="T3" fmla="*/ 106 h 344"/>
                <a:gd name="T4" fmla="*/ 40 w 835"/>
                <a:gd name="T5" fmla="*/ 163 h 344"/>
                <a:gd name="T6" fmla="*/ 752 w 835"/>
                <a:gd name="T7" fmla="*/ 338 h 344"/>
                <a:gd name="T8" fmla="*/ 809 w 835"/>
                <a:gd name="T9" fmla="*/ 304 h 344"/>
                <a:gd name="T10" fmla="*/ 835 w 835"/>
                <a:gd name="T11" fmla="*/ 198 h 344"/>
                <a:gd name="T12" fmla="*/ 32 w 835"/>
                <a:gd name="T13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5" h="344">
                  <a:moveTo>
                    <a:pt x="32" y="0"/>
                  </a:moveTo>
                  <a:cubicBezTo>
                    <a:pt x="6" y="106"/>
                    <a:pt x="6" y="106"/>
                    <a:pt x="6" y="106"/>
                  </a:cubicBezTo>
                  <a:cubicBezTo>
                    <a:pt x="0" y="131"/>
                    <a:pt x="15" y="157"/>
                    <a:pt x="40" y="163"/>
                  </a:cubicBezTo>
                  <a:cubicBezTo>
                    <a:pt x="752" y="338"/>
                    <a:pt x="752" y="338"/>
                    <a:pt x="752" y="338"/>
                  </a:cubicBezTo>
                  <a:cubicBezTo>
                    <a:pt x="777" y="344"/>
                    <a:pt x="802" y="329"/>
                    <a:pt x="809" y="304"/>
                  </a:cubicBezTo>
                  <a:cubicBezTo>
                    <a:pt x="835" y="198"/>
                    <a:pt x="835" y="198"/>
                    <a:pt x="835" y="198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000C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Freeform 51">
              <a:extLst>
                <a:ext uri="{FF2B5EF4-FFF2-40B4-BE49-F238E27FC236}">
                  <a16:creationId xmlns:a16="http://schemas.microsoft.com/office/drawing/2014/main" id="{58558C12-54CF-135C-B3F8-D0572B705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-3554413" y="5595938"/>
              <a:ext cx="290512" cy="288925"/>
            </a:xfrm>
            <a:custGeom>
              <a:avLst/>
              <a:gdLst>
                <a:gd name="T0" fmla="*/ 7 w 107"/>
                <a:gd name="T1" fmla="*/ 41 h 106"/>
                <a:gd name="T2" fmla="*/ 42 w 107"/>
                <a:gd name="T3" fmla="*/ 100 h 106"/>
                <a:gd name="T4" fmla="*/ 100 w 107"/>
                <a:gd name="T5" fmla="*/ 64 h 106"/>
                <a:gd name="T6" fmla="*/ 65 w 107"/>
                <a:gd name="T7" fmla="*/ 6 h 106"/>
                <a:gd name="T8" fmla="*/ 7 w 107"/>
                <a:gd name="T9" fmla="*/ 41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" h="106">
                  <a:moveTo>
                    <a:pt x="7" y="41"/>
                  </a:moveTo>
                  <a:cubicBezTo>
                    <a:pt x="0" y="67"/>
                    <a:pt x="16" y="93"/>
                    <a:pt x="42" y="100"/>
                  </a:cubicBezTo>
                  <a:cubicBezTo>
                    <a:pt x="68" y="106"/>
                    <a:pt x="94" y="90"/>
                    <a:pt x="100" y="64"/>
                  </a:cubicBezTo>
                  <a:cubicBezTo>
                    <a:pt x="107" y="39"/>
                    <a:pt x="91" y="13"/>
                    <a:pt x="65" y="6"/>
                  </a:cubicBezTo>
                  <a:cubicBezTo>
                    <a:pt x="39" y="0"/>
                    <a:pt x="13" y="16"/>
                    <a:pt x="7" y="41"/>
                  </a:cubicBezTo>
                  <a:close/>
                </a:path>
              </a:pathLst>
            </a:custGeom>
            <a:solidFill>
              <a:srgbClr val="1A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Freeform 52">
              <a:extLst>
                <a:ext uri="{FF2B5EF4-FFF2-40B4-BE49-F238E27FC236}">
                  <a16:creationId xmlns:a16="http://schemas.microsoft.com/office/drawing/2014/main" id="{D73C6CA2-8471-D483-4465-0872DDC01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78025" y="2282825"/>
              <a:ext cx="417512" cy="415925"/>
            </a:xfrm>
            <a:custGeom>
              <a:avLst/>
              <a:gdLst>
                <a:gd name="T0" fmla="*/ 0 w 153"/>
                <a:gd name="T1" fmla="*/ 77 h 153"/>
                <a:gd name="T2" fmla="*/ 77 w 153"/>
                <a:gd name="T3" fmla="*/ 153 h 153"/>
                <a:gd name="T4" fmla="*/ 153 w 153"/>
                <a:gd name="T5" fmla="*/ 76 h 153"/>
                <a:gd name="T6" fmla="*/ 76 w 153"/>
                <a:gd name="T7" fmla="*/ 0 h 153"/>
                <a:gd name="T8" fmla="*/ 0 w 153"/>
                <a:gd name="T9" fmla="*/ 77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153">
                  <a:moveTo>
                    <a:pt x="0" y="77"/>
                  </a:moveTo>
                  <a:cubicBezTo>
                    <a:pt x="1" y="119"/>
                    <a:pt x="35" y="153"/>
                    <a:pt x="77" y="153"/>
                  </a:cubicBezTo>
                  <a:cubicBezTo>
                    <a:pt x="119" y="153"/>
                    <a:pt x="153" y="118"/>
                    <a:pt x="153" y="76"/>
                  </a:cubicBezTo>
                  <a:cubicBezTo>
                    <a:pt x="152" y="34"/>
                    <a:pt x="118" y="0"/>
                    <a:pt x="76" y="0"/>
                  </a:cubicBezTo>
                  <a:cubicBezTo>
                    <a:pt x="34" y="1"/>
                    <a:pt x="0" y="35"/>
                    <a:pt x="0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Freeform 53">
              <a:extLst>
                <a:ext uri="{FF2B5EF4-FFF2-40B4-BE49-F238E27FC236}">
                  <a16:creationId xmlns:a16="http://schemas.microsoft.com/office/drawing/2014/main" id="{127B1566-526C-829A-19CC-E79478050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36750" y="2325688"/>
              <a:ext cx="334962" cy="331788"/>
            </a:xfrm>
            <a:custGeom>
              <a:avLst/>
              <a:gdLst>
                <a:gd name="T0" fmla="*/ 139 w 211"/>
                <a:gd name="T1" fmla="*/ 84 h 209"/>
                <a:gd name="T2" fmla="*/ 156 w 211"/>
                <a:gd name="T3" fmla="*/ 12 h 209"/>
                <a:gd name="T4" fmla="*/ 103 w 211"/>
                <a:gd name="T5" fmla="*/ 0 h 209"/>
                <a:gd name="T6" fmla="*/ 86 w 211"/>
                <a:gd name="T7" fmla="*/ 70 h 209"/>
                <a:gd name="T8" fmla="*/ 14 w 211"/>
                <a:gd name="T9" fmla="*/ 53 h 209"/>
                <a:gd name="T10" fmla="*/ 0 w 211"/>
                <a:gd name="T11" fmla="*/ 106 h 209"/>
                <a:gd name="T12" fmla="*/ 72 w 211"/>
                <a:gd name="T13" fmla="*/ 123 h 209"/>
                <a:gd name="T14" fmla="*/ 55 w 211"/>
                <a:gd name="T15" fmla="*/ 196 h 209"/>
                <a:gd name="T16" fmla="*/ 108 w 211"/>
                <a:gd name="T17" fmla="*/ 209 h 209"/>
                <a:gd name="T18" fmla="*/ 125 w 211"/>
                <a:gd name="T19" fmla="*/ 137 h 209"/>
                <a:gd name="T20" fmla="*/ 197 w 211"/>
                <a:gd name="T21" fmla="*/ 154 h 209"/>
                <a:gd name="T22" fmla="*/ 211 w 211"/>
                <a:gd name="T23" fmla="*/ 101 h 209"/>
                <a:gd name="T24" fmla="*/ 139 w 211"/>
                <a:gd name="T25" fmla="*/ 84 h 209"/>
                <a:gd name="T26" fmla="*/ 139 w 211"/>
                <a:gd name="T27" fmla="*/ 84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1" h="209">
                  <a:moveTo>
                    <a:pt x="139" y="84"/>
                  </a:moveTo>
                  <a:lnTo>
                    <a:pt x="156" y="12"/>
                  </a:lnTo>
                  <a:lnTo>
                    <a:pt x="103" y="0"/>
                  </a:lnTo>
                  <a:lnTo>
                    <a:pt x="86" y="70"/>
                  </a:lnTo>
                  <a:lnTo>
                    <a:pt x="14" y="53"/>
                  </a:lnTo>
                  <a:lnTo>
                    <a:pt x="0" y="106"/>
                  </a:lnTo>
                  <a:lnTo>
                    <a:pt x="72" y="123"/>
                  </a:lnTo>
                  <a:lnTo>
                    <a:pt x="55" y="196"/>
                  </a:lnTo>
                  <a:lnTo>
                    <a:pt x="108" y="209"/>
                  </a:lnTo>
                  <a:lnTo>
                    <a:pt x="125" y="137"/>
                  </a:lnTo>
                  <a:lnTo>
                    <a:pt x="197" y="154"/>
                  </a:lnTo>
                  <a:lnTo>
                    <a:pt x="211" y="101"/>
                  </a:lnTo>
                  <a:lnTo>
                    <a:pt x="139" y="84"/>
                  </a:lnTo>
                  <a:lnTo>
                    <a:pt x="139" y="84"/>
                  </a:lnTo>
                  <a:close/>
                </a:path>
              </a:pathLst>
            </a:custGeom>
            <a:solidFill>
              <a:srgbClr val="F053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Freeform 54">
              <a:extLst>
                <a:ext uri="{FF2B5EF4-FFF2-40B4-BE49-F238E27FC236}">
                  <a16:creationId xmlns:a16="http://schemas.microsoft.com/office/drawing/2014/main" id="{D60D1FF0-7839-9F30-FDB6-16CC65EE9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-5178425" y="2184400"/>
              <a:ext cx="869950" cy="525463"/>
            </a:xfrm>
            <a:custGeom>
              <a:avLst/>
              <a:gdLst>
                <a:gd name="T0" fmla="*/ 247 w 319"/>
                <a:gd name="T1" fmla="*/ 0 h 193"/>
                <a:gd name="T2" fmla="*/ 72 w 319"/>
                <a:gd name="T3" fmla="*/ 0 h 193"/>
                <a:gd name="T4" fmla="*/ 0 w 319"/>
                <a:gd name="T5" fmla="*/ 73 h 193"/>
                <a:gd name="T6" fmla="*/ 72 w 319"/>
                <a:gd name="T7" fmla="*/ 146 h 193"/>
                <a:gd name="T8" fmla="*/ 86 w 319"/>
                <a:gd name="T9" fmla="*/ 146 h 193"/>
                <a:gd name="T10" fmla="*/ 86 w 319"/>
                <a:gd name="T11" fmla="*/ 193 h 193"/>
                <a:gd name="T12" fmla="*/ 133 w 319"/>
                <a:gd name="T13" fmla="*/ 146 h 193"/>
                <a:gd name="T14" fmla="*/ 247 w 319"/>
                <a:gd name="T15" fmla="*/ 146 h 193"/>
                <a:gd name="T16" fmla="*/ 319 w 319"/>
                <a:gd name="T17" fmla="*/ 73 h 193"/>
                <a:gd name="T18" fmla="*/ 247 w 319"/>
                <a:gd name="T19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9" h="193">
                  <a:moveTo>
                    <a:pt x="247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32" y="0"/>
                    <a:pt x="0" y="33"/>
                    <a:pt x="0" y="73"/>
                  </a:cubicBezTo>
                  <a:cubicBezTo>
                    <a:pt x="0" y="113"/>
                    <a:pt x="32" y="146"/>
                    <a:pt x="72" y="146"/>
                  </a:cubicBezTo>
                  <a:cubicBezTo>
                    <a:pt x="86" y="146"/>
                    <a:pt x="86" y="146"/>
                    <a:pt x="86" y="146"/>
                  </a:cubicBezTo>
                  <a:cubicBezTo>
                    <a:pt x="86" y="193"/>
                    <a:pt x="86" y="193"/>
                    <a:pt x="86" y="193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247" y="146"/>
                    <a:pt x="247" y="146"/>
                    <a:pt x="247" y="146"/>
                  </a:cubicBezTo>
                  <a:cubicBezTo>
                    <a:pt x="287" y="146"/>
                    <a:pt x="319" y="113"/>
                    <a:pt x="319" y="73"/>
                  </a:cubicBezTo>
                  <a:cubicBezTo>
                    <a:pt x="319" y="33"/>
                    <a:pt x="287" y="0"/>
                    <a:pt x="247" y="0"/>
                  </a:cubicBezTo>
                  <a:close/>
                </a:path>
              </a:pathLst>
            </a:custGeom>
            <a:solidFill>
              <a:srgbClr val="0C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Freeform 55">
              <a:extLst>
                <a:ext uri="{FF2B5EF4-FFF2-40B4-BE49-F238E27FC236}">
                  <a16:creationId xmlns:a16="http://schemas.microsoft.com/office/drawing/2014/main" id="{CD300500-4AF8-73D3-3EC7-52FC8E739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-1863725" y="2938463"/>
              <a:ext cx="871537" cy="525463"/>
            </a:xfrm>
            <a:custGeom>
              <a:avLst/>
              <a:gdLst>
                <a:gd name="T0" fmla="*/ 247 w 320"/>
                <a:gd name="T1" fmla="*/ 0 h 193"/>
                <a:gd name="T2" fmla="*/ 73 w 320"/>
                <a:gd name="T3" fmla="*/ 0 h 193"/>
                <a:gd name="T4" fmla="*/ 0 w 320"/>
                <a:gd name="T5" fmla="*/ 73 h 193"/>
                <a:gd name="T6" fmla="*/ 0 w 320"/>
                <a:gd name="T7" fmla="*/ 73 h 193"/>
                <a:gd name="T8" fmla="*/ 73 w 320"/>
                <a:gd name="T9" fmla="*/ 146 h 193"/>
                <a:gd name="T10" fmla="*/ 186 w 320"/>
                <a:gd name="T11" fmla="*/ 146 h 193"/>
                <a:gd name="T12" fmla="*/ 233 w 320"/>
                <a:gd name="T13" fmla="*/ 193 h 193"/>
                <a:gd name="T14" fmla="*/ 233 w 320"/>
                <a:gd name="T15" fmla="*/ 146 h 193"/>
                <a:gd name="T16" fmla="*/ 247 w 320"/>
                <a:gd name="T17" fmla="*/ 146 h 193"/>
                <a:gd name="T18" fmla="*/ 320 w 320"/>
                <a:gd name="T19" fmla="*/ 73 h 193"/>
                <a:gd name="T20" fmla="*/ 320 w 320"/>
                <a:gd name="T21" fmla="*/ 73 h 193"/>
                <a:gd name="T22" fmla="*/ 247 w 320"/>
                <a:gd name="T23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0" h="193">
                  <a:moveTo>
                    <a:pt x="247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33" y="0"/>
                    <a:pt x="0" y="33"/>
                    <a:pt x="0" y="73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113"/>
                    <a:pt x="33" y="146"/>
                    <a:pt x="73" y="146"/>
                  </a:cubicBezTo>
                  <a:cubicBezTo>
                    <a:pt x="186" y="146"/>
                    <a:pt x="186" y="146"/>
                    <a:pt x="186" y="146"/>
                  </a:cubicBezTo>
                  <a:cubicBezTo>
                    <a:pt x="233" y="193"/>
                    <a:pt x="233" y="193"/>
                    <a:pt x="233" y="193"/>
                  </a:cubicBezTo>
                  <a:cubicBezTo>
                    <a:pt x="233" y="146"/>
                    <a:pt x="233" y="146"/>
                    <a:pt x="233" y="146"/>
                  </a:cubicBezTo>
                  <a:cubicBezTo>
                    <a:pt x="247" y="146"/>
                    <a:pt x="247" y="146"/>
                    <a:pt x="247" y="146"/>
                  </a:cubicBezTo>
                  <a:cubicBezTo>
                    <a:pt x="287" y="146"/>
                    <a:pt x="320" y="113"/>
                    <a:pt x="320" y="73"/>
                  </a:cubicBezTo>
                  <a:cubicBezTo>
                    <a:pt x="320" y="73"/>
                    <a:pt x="320" y="73"/>
                    <a:pt x="320" y="73"/>
                  </a:cubicBezTo>
                  <a:cubicBezTo>
                    <a:pt x="320" y="33"/>
                    <a:pt x="287" y="0"/>
                    <a:pt x="247" y="0"/>
                  </a:cubicBezTo>
                  <a:close/>
                </a:path>
              </a:pathLst>
            </a:custGeom>
            <a:solidFill>
              <a:srgbClr val="73D4D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Freeform 56">
              <a:extLst>
                <a:ext uri="{FF2B5EF4-FFF2-40B4-BE49-F238E27FC236}">
                  <a16:creationId xmlns:a16="http://schemas.microsoft.com/office/drawing/2014/main" id="{31EFADC3-C470-0A21-B338-391CDD9F1FF4}"/>
                </a:ext>
              </a:extLst>
            </p:cNvPr>
            <p:cNvSpPr>
              <a:spLocks/>
            </p:cNvSpPr>
            <p:nvPr/>
          </p:nvSpPr>
          <p:spPr bwMode="auto">
            <a:xfrm>
              <a:off x="-4748213" y="1587500"/>
              <a:ext cx="871537" cy="525463"/>
            </a:xfrm>
            <a:custGeom>
              <a:avLst/>
              <a:gdLst>
                <a:gd name="T0" fmla="*/ 247 w 320"/>
                <a:gd name="T1" fmla="*/ 0 h 193"/>
                <a:gd name="T2" fmla="*/ 73 w 320"/>
                <a:gd name="T3" fmla="*/ 0 h 193"/>
                <a:gd name="T4" fmla="*/ 0 w 320"/>
                <a:gd name="T5" fmla="*/ 73 h 193"/>
                <a:gd name="T6" fmla="*/ 73 w 320"/>
                <a:gd name="T7" fmla="*/ 146 h 193"/>
                <a:gd name="T8" fmla="*/ 186 w 320"/>
                <a:gd name="T9" fmla="*/ 146 h 193"/>
                <a:gd name="T10" fmla="*/ 233 w 320"/>
                <a:gd name="T11" fmla="*/ 193 h 193"/>
                <a:gd name="T12" fmla="*/ 233 w 320"/>
                <a:gd name="T13" fmla="*/ 146 h 193"/>
                <a:gd name="T14" fmla="*/ 247 w 320"/>
                <a:gd name="T15" fmla="*/ 146 h 193"/>
                <a:gd name="T16" fmla="*/ 320 w 320"/>
                <a:gd name="T17" fmla="*/ 73 h 193"/>
                <a:gd name="T18" fmla="*/ 247 w 320"/>
                <a:gd name="T19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0" h="193">
                  <a:moveTo>
                    <a:pt x="247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33" y="0"/>
                    <a:pt x="0" y="33"/>
                    <a:pt x="0" y="73"/>
                  </a:cubicBezTo>
                  <a:cubicBezTo>
                    <a:pt x="0" y="113"/>
                    <a:pt x="33" y="146"/>
                    <a:pt x="73" y="146"/>
                  </a:cubicBezTo>
                  <a:cubicBezTo>
                    <a:pt x="186" y="146"/>
                    <a:pt x="186" y="146"/>
                    <a:pt x="186" y="146"/>
                  </a:cubicBezTo>
                  <a:cubicBezTo>
                    <a:pt x="233" y="193"/>
                    <a:pt x="233" y="193"/>
                    <a:pt x="233" y="193"/>
                  </a:cubicBezTo>
                  <a:cubicBezTo>
                    <a:pt x="233" y="146"/>
                    <a:pt x="233" y="146"/>
                    <a:pt x="233" y="146"/>
                  </a:cubicBezTo>
                  <a:cubicBezTo>
                    <a:pt x="247" y="146"/>
                    <a:pt x="247" y="146"/>
                    <a:pt x="247" y="146"/>
                  </a:cubicBezTo>
                  <a:cubicBezTo>
                    <a:pt x="287" y="146"/>
                    <a:pt x="320" y="113"/>
                    <a:pt x="320" y="73"/>
                  </a:cubicBezTo>
                  <a:cubicBezTo>
                    <a:pt x="320" y="33"/>
                    <a:pt x="287" y="0"/>
                    <a:pt x="247" y="0"/>
                  </a:cubicBezTo>
                  <a:close/>
                </a:path>
              </a:pathLst>
            </a:custGeom>
            <a:solidFill>
              <a:srgbClr val="0C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Oval 57">
              <a:extLst>
                <a:ext uri="{FF2B5EF4-FFF2-40B4-BE49-F238E27FC236}">
                  <a16:creationId xmlns:a16="http://schemas.microsoft.com/office/drawing/2014/main" id="{D2767722-98E4-B8DF-8841-DA99AC3F5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505325" y="1758950"/>
              <a:ext cx="79375" cy="76200"/>
            </a:xfrm>
            <a:prstGeom prst="ellipse">
              <a:avLst/>
            </a:prstGeom>
            <a:solidFill>
              <a:srgbClr val="0C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Oval 58">
              <a:extLst>
                <a:ext uri="{FF2B5EF4-FFF2-40B4-BE49-F238E27FC236}">
                  <a16:creationId xmlns:a16="http://schemas.microsoft.com/office/drawing/2014/main" id="{409AAD67-0A8A-E6D4-C621-74714A8125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197350" y="1758950"/>
              <a:ext cx="76200" cy="76200"/>
            </a:xfrm>
            <a:prstGeom prst="ellipse">
              <a:avLst/>
            </a:prstGeom>
            <a:solidFill>
              <a:srgbClr val="0C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Oval 59">
              <a:extLst>
                <a:ext uri="{FF2B5EF4-FFF2-40B4-BE49-F238E27FC236}">
                  <a16:creationId xmlns:a16="http://schemas.microsoft.com/office/drawing/2014/main" id="{1782992C-CA32-B257-0AC8-201EAAB0C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352925" y="1758950"/>
              <a:ext cx="79375" cy="76200"/>
            </a:xfrm>
            <a:prstGeom prst="ellipse">
              <a:avLst/>
            </a:prstGeom>
            <a:solidFill>
              <a:srgbClr val="0C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Freeform 60">
              <a:extLst>
                <a:ext uri="{FF2B5EF4-FFF2-40B4-BE49-F238E27FC236}">
                  <a16:creationId xmlns:a16="http://schemas.microsoft.com/office/drawing/2014/main" id="{0D3F0F89-3A4B-3ECB-36FB-67065354C502}"/>
                </a:ext>
              </a:extLst>
            </p:cNvPr>
            <p:cNvSpPr>
              <a:spLocks/>
            </p:cNvSpPr>
            <p:nvPr/>
          </p:nvSpPr>
          <p:spPr bwMode="auto">
            <a:xfrm>
              <a:off x="-4824413" y="2851150"/>
              <a:ext cx="325437" cy="327025"/>
            </a:xfrm>
            <a:custGeom>
              <a:avLst/>
              <a:gdLst>
                <a:gd name="T0" fmla="*/ 205 w 205"/>
                <a:gd name="T1" fmla="*/ 69 h 206"/>
                <a:gd name="T2" fmla="*/ 138 w 205"/>
                <a:gd name="T3" fmla="*/ 69 h 206"/>
                <a:gd name="T4" fmla="*/ 138 w 205"/>
                <a:gd name="T5" fmla="*/ 0 h 206"/>
                <a:gd name="T6" fmla="*/ 67 w 205"/>
                <a:gd name="T7" fmla="*/ 0 h 206"/>
                <a:gd name="T8" fmla="*/ 67 w 205"/>
                <a:gd name="T9" fmla="*/ 69 h 206"/>
                <a:gd name="T10" fmla="*/ 0 w 205"/>
                <a:gd name="T11" fmla="*/ 69 h 206"/>
                <a:gd name="T12" fmla="*/ 0 w 205"/>
                <a:gd name="T13" fmla="*/ 139 h 206"/>
                <a:gd name="T14" fmla="*/ 67 w 205"/>
                <a:gd name="T15" fmla="*/ 139 h 206"/>
                <a:gd name="T16" fmla="*/ 67 w 205"/>
                <a:gd name="T17" fmla="*/ 206 h 206"/>
                <a:gd name="T18" fmla="*/ 138 w 205"/>
                <a:gd name="T19" fmla="*/ 206 h 206"/>
                <a:gd name="T20" fmla="*/ 138 w 205"/>
                <a:gd name="T21" fmla="*/ 139 h 206"/>
                <a:gd name="T22" fmla="*/ 205 w 205"/>
                <a:gd name="T23" fmla="*/ 139 h 206"/>
                <a:gd name="T24" fmla="*/ 205 w 205"/>
                <a:gd name="T25" fmla="*/ 69 h 206"/>
                <a:gd name="T26" fmla="*/ 205 w 205"/>
                <a:gd name="T27" fmla="*/ 69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5" h="206">
                  <a:moveTo>
                    <a:pt x="205" y="69"/>
                  </a:moveTo>
                  <a:lnTo>
                    <a:pt x="138" y="69"/>
                  </a:lnTo>
                  <a:lnTo>
                    <a:pt x="138" y="0"/>
                  </a:lnTo>
                  <a:lnTo>
                    <a:pt x="67" y="0"/>
                  </a:lnTo>
                  <a:lnTo>
                    <a:pt x="67" y="69"/>
                  </a:lnTo>
                  <a:lnTo>
                    <a:pt x="0" y="69"/>
                  </a:lnTo>
                  <a:lnTo>
                    <a:pt x="0" y="139"/>
                  </a:lnTo>
                  <a:lnTo>
                    <a:pt x="67" y="139"/>
                  </a:lnTo>
                  <a:lnTo>
                    <a:pt x="67" y="206"/>
                  </a:lnTo>
                  <a:lnTo>
                    <a:pt x="138" y="206"/>
                  </a:lnTo>
                  <a:lnTo>
                    <a:pt x="138" y="139"/>
                  </a:lnTo>
                  <a:lnTo>
                    <a:pt x="205" y="139"/>
                  </a:lnTo>
                  <a:lnTo>
                    <a:pt x="205" y="69"/>
                  </a:lnTo>
                  <a:lnTo>
                    <a:pt x="205" y="69"/>
                  </a:lnTo>
                  <a:close/>
                </a:path>
              </a:pathLst>
            </a:custGeom>
            <a:solidFill>
              <a:srgbClr val="73D4D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Freeform 61">
              <a:extLst>
                <a:ext uri="{FF2B5EF4-FFF2-40B4-BE49-F238E27FC236}">
                  <a16:creationId xmlns:a16="http://schemas.microsoft.com/office/drawing/2014/main" id="{9053CBD3-38A5-7A54-E4E8-0EDBE6579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-2057400" y="5599113"/>
              <a:ext cx="323850" cy="323850"/>
            </a:xfrm>
            <a:custGeom>
              <a:avLst/>
              <a:gdLst>
                <a:gd name="T0" fmla="*/ 204 w 204"/>
                <a:gd name="T1" fmla="*/ 67 h 204"/>
                <a:gd name="T2" fmla="*/ 138 w 204"/>
                <a:gd name="T3" fmla="*/ 67 h 204"/>
                <a:gd name="T4" fmla="*/ 138 w 204"/>
                <a:gd name="T5" fmla="*/ 0 h 204"/>
                <a:gd name="T6" fmla="*/ 67 w 204"/>
                <a:gd name="T7" fmla="*/ 0 h 204"/>
                <a:gd name="T8" fmla="*/ 67 w 204"/>
                <a:gd name="T9" fmla="*/ 67 h 204"/>
                <a:gd name="T10" fmla="*/ 0 w 204"/>
                <a:gd name="T11" fmla="*/ 67 h 204"/>
                <a:gd name="T12" fmla="*/ 0 w 204"/>
                <a:gd name="T13" fmla="*/ 137 h 204"/>
                <a:gd name="T14" fmla="*/ 67 w 204"/>
                <a:gd name="T15" fmla="*/ 137 h 204"/>
                <a:gd name="T16" fmla="*/ 67 w 204"/>
                <a:gd name="T17" fmla="*/ 204 h 204"/>
                <a:gd name="T18" fmla="*/ 138 w 204"/>
                <a:gd name="T19" fmla="*/ 204 h 204"/>
                <a:gd name="T20" fmla="*/ 138 w 204"/>
                <a:gd name="T21" fmla="*/ 137 h 204"/>
                <a:gd name="T22" fmla="*/ 204 w 204"/>
                <a:gd name="T23" fmla="*/ 137 h 204"/>
                <a:gd name="T24" fmla="*/ 204 w 204"/>
                <a:gd name="T25" fmla="*/ 67 h 204"/>
                <a:gd name="T26" fmla="*/ 204 w 204"/>
                <a:gd name="T27" fmla="*/ 67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4" h="204">
                  <a:moveTo>
                    <a:pt x="204" y="67"/>
                  </a:moveTo>
                  <a:lnTo>
                    <a:pt x="138" y="67"/>
                  </a:lnTo>
                  <a:lnTo>
                    <a:pt x="138" y="0"/>
                  </a:lnTo>
                  <a:lnTo>
                    <a:pt x="67" y="0"/>
                  </a:lnTo>
                  <a:lnTo>
                    <a:pt x="67" y="67"/>
                  </a:lnTo>
                  <a:lnTo>
                    <a:pt x="0" y="67"/>
                  </a:lnTo>
                  <a:lnTo>
                    <a:pt x="0" y="137"/>
                  </a:lnTo>
                  <a:lnTo>
                    <a:pt x="67" y="137"/>
                  </a:lnTo>
                  <a:lnTo>
                    <a:pt x="67" y="204"/>
                  </a:lnTo>
                  <a:lnTo>
                    <a:pt x="138" y="204"/>
                  </a:lnTo>
                  <a:lnTo>
                    <a:pt x="138" y="137"/>
                  </a:lnTo>
                  <a:lnTo>
                    <a:pt x="204" y="137"/>
                  </a:lnTo>
                  <a:lnTo>
                    <a:pt x="204" y="67"/>
                  </a:lnTo>
                  <a:lnTo>
                    <a:pt x="204" y="67"/>
                  </a:lnTo>
                  <a:close/>
                </a:path>
              </a:pathLst>
            </a:custGeom>
            <a:solidFill>
              <a:srgbClr val="73D4D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Freeform 62">
              <a:extLst>
                <a:ext uri="{FF2B5EF4-FFF2-40B4-BE49-F238E27FC236}">
                  <a16:creationId xmlns:a16="http://schemas.microsoft.com/office/drawing/2014/main" id="{6498EA6A-BD73-5CAF-3C78-734D13C9F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-4479925" y="2693988"/>
              <a:ext cx="217487" cy="217488"/>
            </a:xfrm>
            <a:custGeom>
              <a:avLst/>
              <a:gdLst>
                <a:gd name="T0" fmla="*/ 137 w 137"/>
                <a:gd name="T1" fmla="*/ 44 h 137"/>
                <a:gd name="T2" fmla="*/ 92 w 137"/>
                <a:gd name="T3" fmla="*/ 44 h 137"/>
                <a:gd name="T4" fmla="*/ 92 w 137"/>
                <a:gd name="T5" fmla="*/ 0 h 137"/>
                <a:gd name="T6" fmla="*/ 46 w 137"/>
                <a:gd name="T7" fmla="*/ 0 h 137"/>
                <a:gd name="T8" fmla="*/ 46 w 137"/>
                <a:gd name="T9" fmla="*/ 44 h 137"/>
                <a:gd name="T10" fmla="*/ 0 w 137"/>
                <a:gd name="T11" fmla="*/ 44 h 137"/>
                <a:gd name="T12" fmla="*/ 0 w 137"/>
                <a:gd name="T13" fmla="*/ 92 h 137"/>
                <a:gd name="T14" fmla="*/ 46 w 137"/>
                <a:gd name="T15" fmla="*/ 92 h 137"/>
                <a:gd name="T16" fmla="*/ 46 w 137"/>
                <a:gd name="T17" fmla="*/ 137 h 137"/>
                <a:gd name="T18" fmla="*/ 92 w 137"/>
                <a:gd name="T19" fmla="*/ 137 h 137"/>
                <a:gd name="T20" fmla="*/ 92 w 137"/>
                <a:gd name="T21" fmla="*/ 92 h 137"/>
                <a:gd name="T22" fmla="*/ 137 w 137"/>
                <a:gd name="T23" fmla="*/ 92 h 137"/>
                <a:gd name="T24" fmla="*/ 137 w 137"/>
                <a:gd name="T25" fmla="*/ 44 h 137"/>
                <a:gd name="T26" fmla="*/ 137 w 137"/>
                <a:gd name="T27" fmla="*/ 44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7" h="137">
                  <a:moveTo>
                    <a:pt x="137" y="44"/>
                  </a:moveTo>
                  <a:lnTo>
                    <a:pt x="92" y="44"/>
                  </a:lnTo>
                  <a:lnTo>
                    <a:pt x="92" y="0"/>
                  </a:lnTo>
                  <a:lnTo>
                    <a:pt x="46" y="0"/>
                  </a:lnTo>
                  <a:lnTo>
                    <a:pt x="46" y="44"/>
                  </a:lnTo>
                  <a:lnTo>
                    <a:pt x="0" y="44"/>
                  </a:lnTo>
                  <a:lnTo>
                    <a:pt x="0" y="92"/>
                  </a:lnTo>
                  <a:lnTo>
                    <a:pt x="46" y="92"/>
                  </a:lnTo>
                  <a:lnTo>
                    <a:pt x="46" y="137"/>
                  </a:lnTo>
                  <a:lnTo>
                    <a:pt x="92" y="137"/>
                  </a:lnTo>
                  <a:lnTo>
                    <a:pt x="92" y="92"/>
                  </a:lnTo>
                  <a:lnTo>
                    <a:pt x="137" y="92"/>
                  </a:lnTo>
                  <a:lnTo>
                    <a:pt x="137" y="44"/>
                  </a:lnTo>
                  <a:lnTo>
                    <a:pt x="137" y="44"/>
                  </a:lnTo>
                  <a:close/>
                </a:path>
              </a:pathLst>
            </a:custGeom>
            <a:solidFill>
              <a:srgbClr val="73D4D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Freeform 63">
              <a:extLst>
                <a:ext uri="{FF2B5EF4-FFF2-40B4-BE49-F238E27FC236}">
                  <a16:creationId xmlns:a16="http://schemas.microsoft.com/office/drawing/2014/main" id="{9E2E3954-9774-78B9-8BA3-B2AC876F82E6}"/>
                </a:ext>
              </a:extLst>
            </p:cNvPr>
            <p:cNvSpPr>
              <a:spLocks/>
            </p:cNvSpPr>
            <p:nvPr/>
          </p:nvSpPr>
          <p:spPr bwMode="auto">
            <a:xfrm>
              <a:off x="-4852988" y="4833938"/>
              <a:ext cx="219075" cy="217488"/>
            </a:xfrm>
            <a:custGeom>
              <a:avLst/>
              <a:gdLst>
                <a:gd name="T0" fmla="*/ 138 w 138"/>
                <a:gd name="T1" fmla="*/ 46 h 137"/>
                <a:gd name="T2" fmla="*/ 92 w 138"/>
                <a:gd name="T3" fmla="*/ 46 h 137"/>
                <a:gd name="T4" fmla="*/ 92 w 138"/>
                <a:gd name="T5" fmla="*/ 0 h 137"/>
                <a:gd name="T6" fmla="*/ 46 w 138"/>
                <a:gd name="T7" fmla="*/ 0 h 137"/>
                <a:gd name="T8" fmla="*/ 46 w 138"/>
                <a:gd name="T9" fmla="*/ 46 h 137"/>
                <a:gd name="T10" fmla="*/ 0 w 138"/>
                <a:gd name="T11" fmla="*/ 46 h 137"/>
                <a:gd name="T12" fmla="*/ 0 w 138"/>
                <a:gd name="T13" fmla="*/ 92 h 137"/>
                <a:gd name="T14" fmla="*/ 46 w 138"/>
                <a:gd name="T15" fmla="*/ 92 h 137"/>
                <a:gd name="T16" fmla="*/ 46 w 138"/>
                <a:gd name="T17" fmla="*/ 137 h 137"/>
                <a:gd name="T18" fmla="*/ 92 w 138"/>
                <a:gd name="T19" fmla="*/ 137 h 137"/>
                <a:gd name="T20" fmla="*/ 92 w 138"/>
                <a:gd name="T21" fmla="*/ 92 h 137"/>
                <a:gd name="T22" fmla="*/ 138 w 138"/>
                <a:gd name="T23" fmla="*/ 92 h 137"/>
                <a:gd name="T24" fmla="*/ 138 w 138"/>
                <a:gd name="T25" fmla="*/ 46 h 137"/>
                <a:gd name="T26" fmla="*/ 138 w 138"/>
                <a:gd name="T27" fmla="*/ 46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8" h="137">
                  <a:moveTo>
                    <a:pt x="138" y="46"/>
                  </a:moveTo>
                  <a:lnTo>
                    <a:pt x="92" y="46"/>
                  </a:lnTo>
                  <a:lnTo>
                    <a:pt x="92" y="0"/>
                  </a:lnTo>
                  <a:lnTo>
                    <a:pt x="46" y="0"/>
                  </a:lnTo>
                  <a:lnTo>
                    <a:pt x="46" y="46"/>
                  </a:lnTo>
                  <a:lnTo>
                    <a:pt x="0" y="46"/>
                  </a:lnTo>
                  <a:lnTo>
                    <a:pt x="0" y="92"/>
                  </a:lnTo>
                  <a:lnTo>
                    <a:pt x="46" y="92"/>
                  </a:lnTo>
                  <a:lnTo>
                    <a:pt x="46" y="137"/>
                  </a:lnTo>
                  <a:lnTo>
                    <a:pt x="92" y="137"/>
                  </a:lnTo>
                  <a:lnTo>
                    <a:pt x="92" y="92"/>
                  </a:lnTo>
                  <a:lnTo>
                    <a:pt x="138" y="92"/>
                  </a:lnTo>
                  <a:lnTo>
                    <a:pt x="138" y="46"/>
                  </a:lnTo>
                  <a:lnTo>
                    <a:pt x="138" y="46"/>
                  </a:lnTo>
                  <a:close/>
                </a:path>
              </a:pathLst>
            </a:custGeom>
            <a:solidFill>
              <a:srgbClr val="73D4D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Freeform 64">
              <a:extLst>
                <a:ext uri="{FF2B5EF4-FFF2-40B4-BE49-F238E27FC236}">
                  <a16:creationId xmlns:a16="http://schemas.microsoft.com/office/drawing/2014/main" id="{2BB493F4-E491-A809-A9BC-EEF8625BDAA0}"/>
                </a:ext>
              </a:extLst>
            </p:cNvPr>
            <p:cNvSpPr>
              <a:spLocks/>
            </p:cNvSpPr>
            <p:nvPr/>
          </p:nvSpPr>
          <p:spPr bwMode="auto">
            <a:xfrm>
              <a:off x="-1436688" y="3676650"/>
              <a:ext cx="219075" cy="217488"/>
            </a:xfrm>
            <a:custGeom>
              <a:avLst/>
              <a:gdLst>
                <a:gd name="T0" fmla="*/ 138 w 138"/>
                <a:gd name="T1" fmla="*/ 44 h 137"/>
                <a:gd name="T2" fmla="*/ 91 w 138"/>
                <a:gd name="T3" fmla="*/ 44 h 137"/>
                <a:gd name="T4" fmla="*/ 91 w 138"/>
                <a:gd name="T5" fmla="*/ 0 h 137"/>
                <a:gd name="T6" fmla="*/ 45 w 138"/>
                <a:gd name="T7" fmla="*/ 0 h 137"/>
                <a:gd name="T8" fmla="*/ 45 w 138"/>
                <a:gd name="T9" fmla="*/ 44 h 137"/>
                <a:gd name="T10" fmla="*/ 0 w 138"/>
                <a:gd name="T11" fmla="*/ 44 h 137"/>
                <a:gd name="T12" fmla="*/ 0 w 138"/>
                <a:gd name="T13" fmla="*/ 91 h 137"/>
                <a:gd name="T14" fmla="*/ 45 w 138"/>
                <a:gd name="T15" fmla="*/ 91 h 137"/>
                <a:gd name="T16" fmla="*/ 45 w 138"/>
                <a:gd name="T17" fmla="*/ 137 h 137"/>
                <a:gd name="T18" fmla="*/ 91 w 138"/>
                <a:gd name="T19" fmla="*/ 137 h 137"/>
                <a:gd name="T20" fmla="*/ 91 w 138"/>
                <a:gd name="T21" fmla="*/ 91 h 137"/>
                <a:gd name="T22" fmla="*/ 138 w 138"/>
                <a:gd name="T23" fmla="*/ 91 h 137"/>
                <a:gd name="T24" fmla="*/ 138 w 138"/>
                <a:gd name="T25" fmla="*/ 44 h 137"/>
                <a:gd name="T26" fmla="*/ 138 w 138"/>
                <a:gd name="T27" fmla="*/ 44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8" h="137">
                  <a:moveTo>
                    <a:pt x="138" y="44"/>
                  </a:moveTo>
                  <a:lnTo>
                    <a:pt x="91" y="44"/>
                  </a:lnTo>
                  <a:lnTo>
                    <a:pt x="91" y="0"/>
                  </a:lnTo>
                  <a:lnTo>
                    <a:pt x="45" y="0"/>
                  </a:lnTo>
                  <a:lnTo>
                    <a:pt x="45" y="44"/>
                  </a:lnTo>
                  <a:lnTo>
                    <a:pt x="0" y="44"/>
                  </a:lnTo>
                  <a:lnTo>
                    <a:pt x="0" y="91"/>
                  </a:lnTo>
                  <a:lnTo>
                    <a:pt x="45" y="91"/>
                  </a:lnTo>
                  <a:lnTo>
                    <a:pt x="45" y="137"/>
                  </a:lnTo>
                  <a:lnTo>
                    <a:pt x="91" y="137"/>
                  </a:lnTo>
                  <a:lnTo>
                    <a:pt x="91" y="91"/>
                  </a:lnTo>
                  <a:lnTo>
                    <a:pt x="138" y="91"/>
                  </a:lnTo>
                  <a:lnTo>
                    <a:pt x="138" y="44"/>
                  </a:lnTo>
                  <a:lnTo>
                    <a:pt x="138" y="44"/>
                  </a:lnTo>
                  <a:close/>
                </a:path>
              </a:pathLst>
            </a:custGeom>
            <a:solidFill>
              <a:srgbClr val="DE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2" name="TextBox 211">
            <a:extLst>
              <a:ext uri="{FF2B5EF4-FFF2-40B4-BE49-F238E27FC236}">
                <a16:creationId xmlns:a16="http://schemas.microsoft.com/office/drawing/2014/main" id="{7CB363D5-8424-995F-38CC-62299242DC6A}"/>
              </a:ext>
            </a:extLst>
          </p:cNvPr>
          <p:cNvSpPr txBox="1"/>
          <p:nvPr/>
        </p:nvSpPr>
        <p:spPr>
          <a:xfrm>
            <a:off x="3480356" y="32532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Security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2898391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75E355-836D-968C-4ABC-067C1890A816}"/>
              </a:ext>
            </a:extLst>
          </p:cNvPr>
          <p:cNvSpPr txBox="1"/>
          <p:nvPr/>
        </p:nvSpPr>
        <p:spPr>
          <a:xfrm>
            <a:off x="3200401" y="48320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Challenges &amp; Solutions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B3B49E5-A318-5701-3773-B67ECF6590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540537"/>
              </p:ext>
            </p:extLst>
          </p:nvPr>
        </p:nvGraphicFramePr>
        <p:xfrm>
          <a:off x="3576918" y="1730188"/>
          <a:ext cx="4238131" cy="3389019"/>
        </p:xfrm>
        <a:graphic>
          <a:graphicData uri="http://schemas.openxmlformats.org/drawingml/2006/table">
            <a:tbl>
              <a:tblPr/>
              <a:tblGrid>
                <a:gridCol w="4238131">
                  <a:extLst>
                    <a:ext uri="{9D8B030D-6E8A-4147-A177-3AD203B41FA5}">
                      <a16:colId xmlns:a16="http://schemas.microsoft.com/office/drawing/2014/main" val="3000364913"/>
                    </a:ext>
                  </a:extLst>
                </a:gridCol>
              </a:tblGrid>
              <a:tr h="674727">
                <a:tc>
                  <a:txBody>
                    <a:bodyPr/>
                    <a:lstStyle/>
                    <a:p>
                      <a:r>
                        <a:rPr lang="en-IN" sz="2400" b="1" dirty="0"/>
                        <a:t>            Challenges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659920"/>
                  </a:ext>
                </a:extLst>
              </a:tr>
              <a:tr h="121451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Network inconsistencies in video calls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69829"/>
                  </a:ext>
                </a:extLst>
              </a:tr>
              <a:tr h="825055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Data security concerns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799810"/>
                  </a:ext>
                </a:extLst>
              </a:tr>
              <a:tr h="674727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 Handling high user loads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333928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EE10A50-C32A-6585-0516-46C6C53B5F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5205"/>
            <a:ext cx="3666565" cy="4013948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0B7B884-574B-A9E5-5D04-02F6C37D5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138910"/>
              </p:ext>
            </p:extLst>
          </p:nvPr>
        </p:nvGraphicFramePr>
        <p:xfrm>
          <a:off x="7815049" y="1730187"/>
          <a:ext cx="4376951" cy="3389019"/>
        </p:xfrm>
        <a:graphic>
          <a:graphicData uri="http://schemas.openxmlformats.org/drawingml/2006/table">
            <a:tbl>
              <a:tblPr/>
              <a:tblGrid>
                <a:gridCol w="4376951">
                  <a:extLst>
                    <a:ext uri="{9D8B030D-6E8A-4147-A177-3AD203B41FA5}">
                      <a16:colId xmlns:a16="http://schemas.microsoft.com/office/drawing/2014/main" val="2110460786"/>
                    </a:ext>
                  </a:extLst>
                </a:gridCol>
              </a:tblGrid>
              <a:tr h="674727">
                <a:tc>
                  <a:txBody>
                    <a:bodyPr/>
                    <a:lstStyle/>
                    <a:p>
                      <a:pPr algn="l"/>
                      <a:r>
                        <a:rPr lang="en-IN" sz="2400" b="1" dirty="0"/>
                        <a:t>      Solutions :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077143"/>
                  </a:ext>
                </a:extLst>
              </a:tr>
              <a:tr h="1214510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 WebRTC optimizations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674541"/>
                  </a:ext>
                </a:extLst>
              </a:tr>
              <a:tr h="825055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 AES encryption implementation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439703"/>
                  </a:ext>
                </a:extLst>
              </a:tr>
              <a:tr h="674727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Cloud-based auto-scaling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0376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6154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1DBFFE-4EF1-F092-35BD-E0867CB701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952" y="1374225"/>
            <a:ext cx="5087672" cy="53160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2D1C6E-DF48-D91C-4496-F856D7BD0287}"/>
              </a:ext>
            </a:extLst>
          </p:cNvPr>
          <p:cNvSpPr txBox="1"/>
          <p:nvPr/>
        </p:nvSpPr>
        <p:spPr>
          <a:xfrm>
            <a:off x="3164541" y="55198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  Market Analysis &amp; Trends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8491C1-0A1C-CF47-DE73-4D316E366C1E}"/>
              </a:ext>
            </a:extLst>
          </p:cNvPr>
          <p:cNvSpPr txBox="1"/>
          <p:nvPr/>
        </p:nvSpPr>
        <p:spPr>
          <a:xfrm>
            <a:off x="708212" y="1974067"/>
            <a:ext cx="528917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Growing Telemedicine Adoption:</a:t>
            </a:r>
            <a:r>
              <a:rPr lang="en-IN" sz="2400" dirty="0"/>
              <a:t> Rapid expansion post-pandemic.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Global Market Size:</a:t>
            </a:r>
            <a:r>
              <a:rPr lang="en-IN" sz="2400" dirty="0"/>
              <a:t> Expected to reach </a:t>
            </a:r>
            <a:r>
              <a:rPr lang="en-IN" sz="2400" b="1" dirty="0"/>
              <a:t>$185 billion by 2026</a:t>
            </a:r>
            <a:r>
              <a:rPr lang="en-IN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Competitive Landscape:</a:t>
            </a:r>
            <a:r>
              <a:rPr lang="en-IN" sz="2400" dirty="0"/>
              <a:t> Comparison with other platforms.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Potential Market Segments:</a:t>
            </a:r>
            <a:r>
              <a:rPr lang="en-IN" sz="2400" dirty="0"/>
              <a:t> Hospitals, Clinics, Independent Practitioners</a:t>
            </a:r>
          </a:p>
        </p:txBody>
      </p:sp>
    </p:spTree>
    <p:extLst>
      <p:ext uri="{BB962C8B-B14F-4D97-AF65-F5344CB8AC3E}">
        <p14:creationId xmlns:p14="http://schemas.microsoft.com/office/powerpoint/2010/main" val="1330244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Freeform 313">
            <a:extLst>
              <a:ext uri="{FF2B5EF4-FFF2-40B4-BE49-F238E27FC236}">
                <a16:creationId xmlns:a16="http://schemas.microsoft.com/office/drawing/2014/main" id="{E8F8CEE9-4F93-4CA6-B922-FF856B842050}"/>
              </a:ext>
            </a:extLst>
          </p:cNvPr>
          <p:cNvSpPr>
            <a:spLocks/>
          </p:cNvSpPr>
          <p:nvPr/>
        </p:nvSpPr>
        <p:spPr bwMode="auto">
          <a:xfrm flipH="1">
            <a:off x="1495633" y="206187"/>
            <a:ext cx="9951553" cy="6185881"/>
          </a:xfrm>
          <a:custGeom>
            <a:avLst/>
            <a:gdLst>
              <a:gd name="T0" fmla="*/ 410 w 1824"/>
              <a:gd name="T1" fmla="*/ 1219 h 1219"/>
              <a:gd name="T2" fmla="*/ 149 w 1824"/>
              <a:gd name="T3" fmla="*/ 791 h 1219"/>
              <a:gd name="T4" fmla="*/ 324 w 1824"/>
              <a:gd name="T5" fmla="*/ 38 h 1219"/>
              <a:gd name="T6" fmla="*/ 800 w 1824"/>
              <a:gd name="T7" fmla="*/ 159 h 1219"/>
              <a:gd name="T8" fmla="*/ 1336 w 1824"/>
              <a:gd name="T9" fmla="*/ 129 h 1219"/>
              <a:gd name="T10" fmla="*/ 1551 w 1824"/>
              <a:gd name="T11" fmla="*/ 514 h 1219"/>
              <a:gd name="T12" fmla="*/ 1763 w 1824"/>
              <a:gd name="T13" fmla="*/ 804 h 1219"/>
              <a:gd name="T14" fmla="*/ 1613 w 1824"/>
              <a:gd name="T15" fmla="*/ 1218 h 1219"/>
              <a:gd name="T16" fmla="*/ 410 w 1824"/>
              <a:gd name="T17" fmla="*/ 1219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24" h="1219">
                <a:moveTo>
                  <a:pt x="410" y="1219"/>
                </a:moveTo>
                <a:cubicBezTo>
                  <a:pt x="410" y="1219"/>
                  <a:pt x="298" y="1120"/>
                  <a:pt x="149" y="791"/>
                </a:cubicBezTo>
                <a:cubicBezTo>
                  <a:pt x="0" y="462"/>
                  <a:pt x="56" y="75"/>
                  <a:pt x="324" y="38"/>
                </a:cubicBezTo>
                <a:cubicBezTo>
                  <a:pt x="592" y="0"/>
                  <a:pt x="800" y="159"/>
                  <a:pt x="800" y="159"/>
                </a:cubicBezTo>
                <a:cubicBezTo>
                  <a:pt x="800" y="159"/>
                  <a:pt x="1098" y="63"/>
                  <a:pt x="1336" y="129"/>
                </a:cubicBezTo>
                <a:cubicBezTo>
                  <a:pt x="1575" y="194"/>
                  <a:pt x="1551" y="514"/>
                  <a:pt x="1551" y="514"/>
                </a:cubicBezTo>
                <a:cubicBezTo>
                  <a:pt x="1551" y="514"/>
                  <a:pt x="1701" y="602"/>
                  <a:pt x="1763" y="804"/>
                </a:cubicBezTo>
                <a:cubicBezTo>
                  <a:pt x="1824" y="1006"/>
                  <a:pt x="1613" y="1218"/>
                  <a:pt x="1613" y="1218"/>
                </a:cubicBezTo>
                <a:lnTo>
                  <a:pt x="410" y="1219"/>
                </a:lnTo>
                <a:close/>
              </a:path>
            </a:pathLst>
          </a:custGeom>
          <a:solidFill>
            <a:srgbClr val="BAF7FC">
              <a:alpha val="5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233" name="Group 1232">
            <a:extLst>
              <a:ext uri="{FF2B5EF4-FFF2-40B4-BE49-F238E27FC236}">
                <a16:creationId xmlns:a16="http://schemas.microsoft.com/office/drawing/2014/main" id="{F1B0D156-FB83-44FE-A1EB-ADB13F2E69FC}"/>
              </a:ext>
            </a:extLst>
          </p:cNvPr>
          <p:cNvGrpSpPr/>
          <p:nvPr/>
        </p:nvGrpSpPr>
        <p:grpSpPr>
          <a:xfrm>
            <a:off x="93270" y="1922716"/>
            <a:ext cx="6431398" cy="4516306"/>
            <a:chOff x="-844791" y="1150937"/>
            <a:chExt cx="6488105" cy="4556127"/>
          </a:xfrm>
        </p:grpSpPr>
        <p:pic>
          <p:nvPicPr>
            <p:cNvPr id="1232" name="Picture 1231">
              <a:extLst>
                <a:ext uri="{FF2B5EF4-FFF2-40B4-BE49-F238E27FC236}">
                  <a16:creationId xmlns:a16="http://schemas.microsoft.com/office/drawing/2014/main" id="{0B3E8303-0C69-4C1F-815D-AE2C932A2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844791" y="1150937"/>
              <a:ext cx="6488105" cy="4518908"/>
            </a:xfrm>
            <a:prstGeom prst="rect">
              <a:avLst/>
            </a:prstGeom>
          </p:spPr>
        </p:pic>
        <p:sp>
          <p:nvSpPr>
            <p:cNvPr id="1129" name="Freeform 159">
              <a:extLst>
                <a:ext uri="{FF2B5EF4-FFF2-40B4-BE49-F238E27FC236}">
                  <a16:creationId xmlns:a16="http://schemas.microsoft.com/office/drawing/2014/main" id="{9BB91F22-1E52-4869-BCC7-023EB8DCB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0" y="5594351"/>
              <a:ext cx="5383213" cy="109538"/>
            </a:xfrm>
            <a:custGeom>
              <a:avLst/>
              <a:gdLst>
                <a:gd name="T0" fmla="*/ 1414 w 1428"/>
                <a:gd name="T1" fmla="*/ 29 h 29"/>
                <a:gd name="T2" fmla="*/ 14 w 1428"/>
                <a:gd name="T3" fmla="*/ 29 h 29"/>
                <a:gd name="T4" fmla="*/ 0 w 1428"/>
                <a:gd name="T5" fmla="*/ 14 h 29"/>
                <a:gd name="T6" fmla="*/ 14 w 1428"/>
                <a:gd name="T7" fmla="*/ 0 h 29"/>
                <a:gd name="T8" fmla="*/ 1414 w 1428"/>
                <a:gd name="T9" fmla="*/ 0 h 29"/>
                <a:gd name="T10" fmla="*/ 1428 w 1428"/>
                <a:gd name="T11" fmla="*/ 14 h 29"/>
                <a:gd name="T12" fmla="*/ 1414 w 1428"/>
                <a:gd name="T13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28" h="29">
                  <a:moveTo>
                    <a:pt x="1414" y="29"/>
                  </a:moveTo>
                  <a:cubicBezTo>
                    <a:pt x="14" y="29"/>
                    <a:pt x="14" y="29"/>
                    <a:pt x="14" y="29"/>
                  </a:cubicBezTo>
                  <a:cubicBezTo>
                    <a:pt x="6" y="29"/>
                    <a:pt x="0" y="22"/>
                    <a:pt x="0" y="14"/>
                  </a:cubicBezTo>
                  <a:cubicBezTo>
                    <a:pt x="0" y="7"/>
                    <a:pt x="6" y="0"/>
                    <a:pt x="14" y="0"/>
                  </a:cubicBezTo>
                  <a:cubicBezTo>
                    <a:pt x="1414" y="0"/>
                    <a:pt x="1414" y="0"/>
                    <a:pt x="1414" y="0"/>
                  </a:cubicBezTo>
                  <a:cubicBezTo>
                    <a:pt x="1422" y="0"/>
                    <a:pt x="1428" y="7"/>
                    <a:pt x="1428" y="14"/>
                  </a:cubicBezTo>
                  <a:cubicBezTo>
                    <a:pt x="1428" y="22"/>
                    <a:pt x="1422" y="29"/>
                    <a:pt x="1414" y="29"/>
                  </a:cubicBezTo>
                  <a:close/>
                </a:path>
              </a:pathLst>
            </a:custGeom>
            <a:solidFill>
              <a:srgbClr val="08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0" name="Freeform 160">
              <a:extLst>
                <a:ext uri="{FF2B5EF4-FFF2-40B4-BE49-F238E27FC236}">
                  <a16:creationId xmlns:a16="http://schemas.microsoft.com/office/drawing/2014/main" id="{BADB26B4-867B-4426-8602-BF80239950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175" y="2244726"/>
              <a:ext cx="4000501" cy="2681288"/>
            </a:xfrm>
            <a:custGeom>
              <a:avLst/>
              <a:gdLst>
                <a:gd name="T0" fmla="*/ 1004 w 1061"/>
                <a:gd name="T1" fmla="*/ 711 h 711"/>
                <a:gd name="T2" fmla="*/ 48 w 1061"/>
                <a:gd name="T3" fmla="*/ 711 h 711"/>
                <a:gd name="T4" fmla="*/ 18 w 1061"/>
                <a:gd name="T5" fmla="*/ 683 h 711"/>
                <a:gd name="T6" fmla="*/ 0 w 1061"/>
                <a:gd name="T7" fmla="*/ 28 h 711"/>
                <a:gd name="T8" fmla="*/ 30 w 1061"/>
                <a:gd name="T9" fmla="*/ 0 h 711"/>
                <a:gd name="T10" fmla="*/ 1031 w 1061"/>
                <a:gd name="T11" fmla="*/ 0 h 711"/>
                <a:gd name="T12" fmla="*/ 1061 w 1061"/>
                <a:gd name="T13" fmla="*/ 28 h 711"/>
                <a:gd name="T14" fmla="*/ 1034 w 1061"/>
                <a:gd name="T15" fmla="*/ 683 h 711"/>
                <a:gd name="T16" fmla="*/ 1004 w 1061"/>
                <a:gd name="T17" fmla="*/ 711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1" h="711">
                  <a:moveTo>
                    <a:pt x="1004" y="711"/>
                  </a:moveTo>
                  <a:cubicBezTo>
                    <a:pt x="48" y="711"/>
                    <a:pt x="48" y="711"/>
                    <a:pt x="48" y="711"/>
                  </a:cubicBezTo>
                  <a:cubicBezTo>
                    <a:pt x="31" y="711"/>
                    <a:pt x="18" y="699"/>
                    <a:pt x="18" y="683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1031" y="0"/>
                    <a:pt x="1031" y="0"/>
                    <a:pt x="1031" y="0"/>
                  </a:cubicBezTo>
                  <a:cubicBezTo>
                    <a:pt x="1048" y="0"/>
                    <a:pt x="1061" y="13"/>
                    <a:pt x="1061" y="28"/>
                  </a:cubicBezTo>
                  <a:cubicBezTo>
                    <a:pt x="1034" y="683"/>
                    <a:pt x="1034" y="683"/>
                    <a:pt x="1034" y="683"/>
                  </a:cubicBezTo>
                  <a:cubicBezTo>
                    <a:pt x="1034" y="699"/>
                    <a:pt x="1021" y="711"/>
                    <a:pt x="1004" y="711"/>
                  </a:cubicBezTo>
                </a:path>
              </a:pathLst>
            </a:custGeom>
            <a:solidFill>
              <a:srgbClr val="EAE8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1" name="Freeform 161">
              <a:extLst>
                <a:ext uri="{FF2B5EF4-FFF2-40B4-BE49-F238E27FC236}">
                  <a16:creationId xmlns:a16="http://schemas.microsoft.com/office/drawing/2014/main" id="{F10C64B8-F252-475C-8FA4-ADE11FCBB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487" y="2266951"/>
              <a:ext cx="3913188" cy="2659063"/>
            </a:xfrm>
            <a:custGeom>
              <a:avLst/>
              <a:gdLst>
                <a:gd name="T0" fmla="*/ 1027 w 1038"/>
                <a:gd name="T1" fmla="*/ 0 h 705"/>
                <a:gd name="T2" fmla="*/ 1032 w 1038"/>
                <a:gd name="T3" fmla="*/ 16 h 705"/>
                <a:gd name="T4" fmla="*/ 1005 w 1038"/>
                <a:gd name="T5" fmla="*/ 671 h 705"/>
                <a:gd name="T6" fmla="*/ 975 w 1038"/>
                <a:gd name="T7" fmla="*/ 698 h 705"/>
                <a:gd name="T8" fmla="*/ 18 w 1038"/>
                <a:gd name="T9" fmla="*/ 698 h 705"/>
                <a:gd name="T10" fmla="*/ 0 w 1038"/>
                <a:gd name="T11" fmla="*/ 693 h 705"/>
                <a:gd name="T12" fmla="*/ 25 w 1038"/>
                <a:gd name="T13" fmla="*/ 705 h 705"/>
                <a:gd name="T14" fmla="*/ 981 w 1038"/>
                <a:gd name="T15" fmla="*/ 705 h 705"/>
                <a:gd name="T16" fmla="*/ 1011 w 1038"/>
                <a:gd name="T17" fmla="*/ 677 h 705"/>
                <a:gd name="T18" fmla="*/ 1038 w 1038"/>
                <a:gd name="T19" fmla="*/ 22 h 705"/>
                <a:gd name="T20" fmla="*/ 1027 w 1038"/>
                <a:gd name="T21" fmla="*/ 0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38" h="705">
                  <a:moveTo>
                    <a:pt x="1027" y="0"/>
                  </a:moveTo>
                  <a:cubicBezTo>
                    <a:pt x="1030" y="5"/>
                    <a:pt x="1032" y="10"/>
                    <a:pt x="1032" y="16"/>
                  </a:cubicBezTo>
                  <a:cubicBezTo>
                    <a:pt x="1005" y="671"/>
                    <a:pt x="1005" y="671"/>
                    <a:pt x="1005" y="671"/>
                  </a:cubicBezTo>
                  <a:cubicBezTo>
                    <a:pt x="1005" y="686"/>
                    <a:pt x="991" y="698"/>
                    <a:pt x="975" y="698"/>
                  </a:cubicBezTo>
                  <a:cubicBezTo>
                    <a:pt x="18" y="698"/>
                    <a:pt x="18" y="698"/>
                    <a:pt x="18" y="698"/>
                  </a:cubicBezTo>
                  <a:cubicBezTo>
                    <a:pt x="11" y="698"/>
                    <a:pt x="5" y="696"/>
                    <a:pt x="0" y="693"/>
                  </a:cubicBezTo>
                  <a:cubicBezTo>
                    <a:pt x="5" y="700"/>
                    <a:pt x="14" y="705"/>
                    <a:pt x="25" y="705"/>
                  </a:cubicBezTo>
                  <a:cubicBezTo>
                    <a:pt x="981" y="705"/>
                    <a:pt x="981" y="705"/>
                    <a:pt x="981" y="705"/>
                  </a:cubicBezTo>
                  <a:cubicBezTo>
                    <a:pt x="998" y="705"/>
                    <a:pt x="1011" y="693"/>
                    <a:pt x="1011" y="677"/>
                  </a:cubicBezTo>
                  <a:cubicBezTo>
                    <a:pt x="1038" y="22"/>
                    <a:pt x="1038" y="22"/>
                    <a:pt x="1038" y="22"/>
                  </a:cubicBezTo>
                  <a:cubicBezTo>
                    <a:pt x="1038" y="13"/>
                    <a:pt x="1034" y="5"/>
                    <a:pt x="1027" y="0"/>
                  </a:cubicBezTo>
                </a:path>
              </a:pathLst>
            </a:custGeom>
            <a:solidFill>
              <a:srgbClr val="686E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2" name="Freeform 162">
              <a:extLst>
                <a:ext uri="{FF2B5EF4-FFF2-40B4-BE49-F238E27FC236}">
                  <a16:creationId xmlns:a16="http://schemas.microsoft.com/office/drawing/2014/main" id="{DE70373F-7EDE-48F8-97D1-B5E18868E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162" y="2319338"/>
              <a:ext cx="3729038" cy="2422525"/>
            </a:xfrm>
            <a:custGeom>
              <a:avLst/>
              <a:gdLst>
                <a:gd name="T0" fmla="*/ 18 w 989"/>
                <a:gd name="T1" fmla="*/ 614 h 642"/>
                <a:gd name="T2" fmla="*/ 0 w 989"/>
                <a:gd name="T3" fmla="*/ 28 h 642"/>
                <a:gd name="T4" fmla="*/ 30 w 989"/>
                <a:gd name="T5" fmla="*/ 0 h 642"/>
                <a:gd name="T6" fmla="*/ 959 w 989"/>
                <a:gd name="T7" fmla="*/ 0 h 642"/>
                <a:gd name="T8" fmla="*/ 989 w 989"/>
                <a:gd name="T9" fmla="*/ 28 h 642"/>
                <a:gd name="T10" fmla="*/ 962 w 989"/>
                <a:gd name="T11" fmla="*/ 614 h 642"/>
                <a:gd name="T12" fmla="*/ 932 w 989"/>
                <a:gd name="T13" fmla="*/ 642 h 642"/>
                <a:gd name="T14" fmla="*/ 48 w 989"/>
                <a:gd name="T15" fmla="*/ 642 h 642"/>
                <a:gd name="T16" fmla="*/ 18 w 989"/>
                <a:gd name="T17" fmla="*/ 614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9" h="642">
                  <a:moveTo>
                    <a:pt x="18" y="614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12"/>
                    <a:pt x="14" y="0"/>
                    <a:pt x="30" y="0"/>
                  </a:cubicBezTo>
                  <a:cubicBezTo>
                    <a:pt x="959" y="0"/>
                    <a:pt x="959" y="0"/>
                    <a:pt x="959" y="0"/>
                  </a:cubicBezTo>
                  <a:cubicBezTo>
                    <a:pt x="976" y="0"/>
                    <a:pt x="989" y="12"/>
                    <a:pt x="989" y="28"/>
                  </a:cubicBezTo>
                  <a:cubicBezTo>
                    <a:pt x="962" y="614"/>
                    <a:pt x="962" y="614"/>
                    <a:pt x="962" y="614"/>
                  </a:cubicBezTo>
                  <a:cubicBezTo>
                    <a:pt x="962" y="630"/>
                    <a:pt x="949" y="642"/>
                    <a:pt x="932" y="642"/>
                  </a:cubicBezTo>
                  <a:cubicBezTo>
                    <a:pt x="48" y="642"/>
                    <a:pt x="48" y="642"/>
                    <a:pt x="48" y="642"/>
                  </a:cubicBezTo>
                  <a:cubicBezTo>
                    <a:pt x="32" y="642"/>
                    <a:pt x="18" y="630"/>
                    <a:pt x="18" y="614"/>
                  </a:cubicBezTo>
                </a:path>
              </a:pathLst>
            </a:custGeom>
            <a:solidFill>
              <a:srgbClr val="069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3" name="Freeform 163">
              <a:extLst>
                <a:ext uri="{FF2B5EF4-FFF2-40B4-BE49-F238E27FC236}">
                  <a16:creationId xmlns:a16="http://schemas.microsoft.com/office/drawing/2014/main" id="{A986E1E0-E338-4D0E-8A59-4495F4A6C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987" y="2373313"/>
              <a:ext cx="3729038" cy="2425700"/>
            </a:xfrm>
            <a:custGeom>
              <a:avLst/>
              <a:gdLst>
                <a:gd name="T0" fmla="*/ 18 w 989"/>
                <a:gd name="T1" fmla="*/ 615 h 643"/>
                <a:gd name="T2" fmla="*/ 0 w 989"/>
                <a:gd name="T3" fmla="*/ 28 h 643"/>
                <a:gd name="T4" fmla="*/ 30 w 989"/>
                <a:gd name="T5" fmla="*/ 0 h 643"/>
                <a:gd name="T6" fmla="*/ 959 w 989"/>
                <a:gd name="T7" fmla="*/ 0 h 643"/>
                <a:gd name="T8" fmla="*/ 989 w 989"/>
                <a:gd name="T9" fmla="*/ 28 h 643"/>
                <a:gd name="T10" fmla="*/ 962 w 989"/>
                <a:gd name="T11" fmla="*/ 615 h 643"/>
                <a:gd name="T12" fmla="*/ 932 w 989"/>
                <a:gd name="T13" fmla="*/ 643 h 643"/>
                <a:gd name="T14" fmla="*/ 48 w 989"/>
                <a:gd name="T15" fmla="*/ 643 h 643"/>
                <a:gd name="T16" fmla="*/ 18 w 989"/>
                <a:gd name="T17" fmla="*/ 615 h 6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9" h="643">
                  <a:moveTo>
                    <a:pt x="18" y="61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12"/>
                    <a:pt x="13" y="0"/>
                    <a:pt x="30" y="0"/>
                  </a:cubicBezTo>
                  <a:cubicBezTo>
                    <a:pt x="959" y="0"/>
                    <a:pt x="959" y="0"/>
                    <a:pt x="959" y="0"/>
                  </a:cubicBezTo>
                  <a:cubicBezTo>
                    <a:pt x="976" y="0"/>
                    <a:pt x="989" y="12"/>
                    <a:pt x="989" y="28"/>
                  </a:cubicBezTo>
                  <a:cubicBezTo>
                    <a:pt x="962" y="615"/>
                    <a:pt x="962" y="615"/>
                    <a:pt x="962" y="615"/>
                  </a:cubicBezTo>
                  <a:cubicBezTo>
                    <a:pt x="962" y="630"/>
                    <a:pt x="948" y="643"/>
                    <a:pt x="932" y="643"/>
                  </a:cubicBezTo>
                  <a:cubicBezTo>
                    <a:pt x="48" y="643"/>
                    <a:pt x="48" y="643"/>
                    <a:pt x="48" y="643"/>
                  </a:cubicBezTo>
                  <a:cubicBezTo>
                    <a:pt x="31" y="643"/>
                    <a:pt x="18" y="630"/>
                    <a:pt x="18" y="615"/>
                  </a:cubicBezTo>
                </a:path>
              </a:pathLst>
            </a:custGeom>
            <a:solidFill>
              <a:srgbClr val="08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6" name="Freeform 166">
              <a:extLst>
                <a:ext uri="{FF2B5EF4-FFF2-40B4-BE49-F238E27FC236}">
                  <a16:creationId xmlns:a16="http://schemas.microsoft.com/office/drawing/2014/main" id="{A49DAAED-A4DB-456B-8485-2AA161C6BF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9425" y="3176588"/>
              <a:ext cx="68263" cy="1489075"/>
            </a:xfrm>
            <a:custGeom>
              <a:avLst/>
              <a:gdLst>
                <a:gd name="T0" fmla="*/ 38 w 43"/>
                <a:gd name="T1" fmla="*/ 138 h 938"/>
                <a:gd name="T2" fmla="*/ 38 w 43"/>
                <a:gd name="T3" fmla="*/ 138 h 938"/>
                <a:gd name="T4" fmla="*/ 0 w 43"/>
                <a:gd name="T5" fmla="*/ 938 h 938"/>
                <a:gd name="T6" fmla="*/ 0 w 43"/>
                <a:gd name="T7" fmla="*/ 938 h 938"/>
                <a:gd name="T8" fmla="*/ 38 w 43"/>
                <a:gd name="T9" fmla="*/ 138 h 938"/>
                <a:gd name="T10" fmla="*/ 43 w 43"/>
                <a:gd name="T11" fmla="*/ 0 h 938"/>
                <a:gd name="T12" fmla="*/ 43 w 43"/>
                <a:gd name="T13" fmla="*/ 0 h 938"/>
                <a:gd name="T14" fmla="*/ 38 w 43"/>
                <a:gd name="T15" fmla="*/ 104 h 938"/>
                <a:gd name="T16" fmla="*/ 38 w 43"/>
                <a:gd name="T17" fmla="*/ 104 h 938"/>
                <a:gd name="T18" fmla="*/ 43 w 43"/>
                <a:gd name="T19" fmla="*/ 0 h 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" h="938">
                  <a:moveTo>
                    <a:pt x="38" y="138"/>
                  </a:moveTo>
                  <a:lnTo>
                    <a:pt x="38" y="138"/>
                  </a:lnTo>
                  <a:lnTo>
                    <a:pt x="0" y="938"/>
                  </a:lnTo>
                  <a:lnTo>
                    <a:pt x="0" y="938"/>
                  </a:lnTo>
                  <a:lnTo>
                    <a:pt x="38" y="138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38" y="104"/>
                  </a:lnTo>
                  <a:lnTo>
                    <a:pt x="38" y="104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74B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7" name="Freeform 167">
              <a:extLst>
                <a:ext uri="{FF2B5EF4-FFF2-40B4-BE49-F238E27FC236}">
                  <a16:creationId xmlns:a16="http://schemas.microsoft.com/office/drawing/2014/main" id="{DAE27A6B-2B4C-4B88-8862-171E1A1B1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9425" y="3176588"/>
              <a:ext cx="68263" cy="1489075"/>
            </a:xfrm>
            <a:custGeom>
              <a:avLst/>
              <a:gdLst>
                <a:gd name="T0" fmla="*/ 38 w 43"/>
                <a:gd name="T1" fmla="*/ 138 h 938"/>
                <a:gd name="T2" fmla="*/ 38 w 43"/>
                <a:gd name="T3" fmla="*/ 138 h 938"/>
                <a:gd name="T4" fmla="*/ 0 w 43"/>
                <a:gd name="T5" fmla="*/ 938 h 938"/>
                <a:gd name="T6" fmla="*/ 0 w 43"/>
                <a:gd name="T7" fmla="*/ 938 h 938"/>
                <a:gd name="T8" fmla="*/ 38 w 43"/>
                <a:gd name="T9" fmla="*/ 138 h 938"/>
                <a:gd name="T10" fmla="*/ 43 w 43"/>
                <a:gd name="T11" fmla="*/ 0 h 938"/>
                <a:gd name="T12" fmla="*/ 43 w 43"/>
                <a:gd name="T13" fmla="*/ 0 h 938"/>
                <a:gd name="T14" fmla="*/ 38 w 43"/>
                <a:gd name="T15" fmla="*/ 104 h 938"/>
                <a:gd name="T16" fmla="*/ 38 w 43"/>
                <a:gd name="T17" fmla="*/ 104 h 938"/>
                <a:gd name="T18" fmla="*/ 43 w 43"/>
                <a:gd name="T19" fmla="*/ 0 h 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" h="938">
                  <a:moveTo>
                    <a:pt x="38" y="138"/>
                  </a:moveTo>
                  <a:lnTo>
                    <a:pt x="38" y="138"/>
                  </a:lnTo>
                  <a:lnTo>
                    <a:pt x="0" y="938"/>
                  </a:lnTo>
                  <a:lnTo>
                    <a:pt x="0" y="938"/>
                  </a:lnTo>
                  <a:lnTo>
                    <a:pt x="38" y="138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38" y="104"/>
                  </a:lnTo>
                  <a:lnTo>
                    <a:pt x="38" y="104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8" name="Freeform 178">
              <a:extLst>
                <a:ext uri="{FF2B5EF4-FFF2-40B4-BE49-F238E27FC236}">
                  <a16:creationId xmlns:a16="http://schemas.microsoft.com/office/drawing/2014/main" id="{DD717C67-0035-40C2-A173-DEE3D670D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8537" y="5010151"/>
              <a:ext cx="688975" cy="381000"/>
            </a:xfrm>
            <a:custGeom>
              <a:avLst/>
              <a:gdLst>
                <a:gd name="T0" fmla="*/ 423 w 434"/>
                <a:gd name="T1" fmla="*/ 240 h 240"/>
                <a:gd name="T2" fmla="*/ 14 w 434"/>
                <a:gd name="T3" fmla="*/ 240 h 240"/>
                <a:gd name="T4" fmla="*/ 0 w 434"/>
                <a:gd name="T5" fmla="*/ 0 h 240"/>
                <a:gd name="T6" fmla="*/ 434 w 434"/>
                <a:gd name="T7" fmla="*/ 0 h 240"/>
                <a:gd name="T8" fmla="*/ 423 w 434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4" h="240">
                  <a:moveTo>
                    <a:pt x="423" y="240"/>
                  </a:moveTo>
                  <a:lnTo>
                    <a:pt x="14" y="240"/>
                  </a:lnTo>
                  <a:lnTo>
                    <a:pt x="0" y="0"/>
                  </a:lnTo>
                  <a:lnTo>
                    <a:pt x="434" y="0"/>
                  </a:lnTo>
                  <a:lnTo>
                    <a:pt x="423" y="240"/>
                  </a:lnTo>
                  <a:close/>
                </a:path>
              </a:pathLst>
            </a:custGeom>
            <a:solidFill>
              <a:srgbClr val="8892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9" name="Freeform 179">
              <a:extLst>
                <a:ext uri="{FF2B5EF4-FFF2-40B4-BE49-F238E27FC236}">
                  <a16:creationId xmlns:a16="http://schemas.microsoft.com/office/drawing/2014/main" id="{ECCE61D3-4EB2-4373-8DBE-AF18ADA2A5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8537" y="5010151"/>
              <a:ext cx="688975" cy="381000"/>
            </a:xfrm>
            <a:custGeom>
              <a:avLst/>
              <a:gdLst>
                <a:gd name="T0" fmla="*/ 423 w 434"/>
                <a:gd name="T1" fmla="*/ 240 h 240"/>
                <a:gd name="T2" fmla="*/ 14 w 434"/>
                <a:gd name="T3" fmla="*/ 240 h 240"/>
                <a:gd name="T4" fmla="*/ 0 w 434"/>
                <a:gd name="T5" fmla="*/ 0 h 240"/>
                <a:gd name="T6" fmla="*/ 434 w 434"/>
                <a:gd name="T7" fmla="*/ 0 h 240"/>
                <a:gd name="T8" fmla="*/ 423 w 434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4" h="240">
                  <a:moveTo>
                    <a:pt x="423" y="240"/>
                  </a:moveTo>
                  <a:lnTo>
                    <a:pt x="14" y="240"/>
                  </a:lnTo>
                  <a:lnTo>
                    <a:pt x="0" y="0"/>
                  </a:lnTo>
                  <a:lnTo>
                    <a:pt x="434" y="0"/>
                  </a:lnTo>
                  <a:lnTo>
                    <a:pt x="423" y="24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0" name="Freeform 180">
              <a:extLst>
                <a:ext uri="{FF2B5EF4-FFF2-40B4-BE49-F238E27FC236}">
                  <a16:creationId xmlns:a16="http://schemas.microsoft.com/office/drawing/2014/main" id="{CF39FF56-24D8-417F-97BC-AE316C595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8537" y="5010151"/>
              <a:ext cx="688975" cy="381000"/>
            </a:xfrm>
            <a:custGeom>
              <a:avLst/>
              <a:gdLst>
                <a:gd name="T0" fmla="*/ 183 w 183"/>
                <a:gd name="T1" fmla="*/ 0 h 101"/>
                <a:gd name="T2" fmla="*/ 0 w 183"/>
                <a:gd name="T3" fmla="*/ 0 h 101"/>
                <a:gd name="T4" fmla="*/ 6 w 183"/>
                <a:gd name="T5" fmla="*/ 101 h 101"/>
                <a:gd name="T6" fmla="*/ 28 w 183"/>
                <a:gd name="T7" fmla="*/ 101 h 101"/>
                <a:gd name="T8" fmla="*/ 44 w 183"/>
                <a:gd name="T9" fmla="*/ 55 h 101"/>
                <a:gd name="T10" fmla="*/ 182 w 183"/>
                <a:gd name="T11" fmla="*/ 18 h 101"/>
                <a:gd name="T12" fmla="*/ 183 w 183"/>
                <a:gd name="T13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101">
                  <a:moveTo>
                    <a:pt x="18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101"/>
                    <a:pt x="6" y="101"/>
                    <a:pt x="6" y="101"/>
                  </a:cubicBezTo>
                  <a:cubicBezTo>
                    <a:pt x="28" y="101"/>
                    <a:pt x="28" y="101"/>
                    <a:pt x="28" y="101"/>
                  </a:cubicBezTo>
                  <a:cubicBezTo>
                    <a:pt x="31" y="85"/>
                    <a:pt x="35" y="68"/>
                    <a:pt x="44" y="55"/>
                  </a:cubicBezTo>
                  <a:cubicBezTo>
                    <a:pt x="59" y="31"/>
                    <a:pt x="135" y="21"/>
                    <a:pt x="182" y="18"/>
                  </a:cubicBezTo>
                  <a:cubicBezTo>
                    <a:pt x="183" y="0"/>
                    <a:pt x="183" y="0"/>
                    <a:pt x="183" y="0"/>
                  </a:cubicBezTo>
                </a:path>
              </a:pathLst>
            </a:custGeom>
            <a:solidFill>
              <a:srgbClr val="6F6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1" name="Freeform 181">
              <a:extLst>
                <a:ext uri="{FF2B5EF4-FFF2-40B4-BE49-F238E27FC236}">
                  <a16:creationId xmlns:a16="http://schemas.microsoft.com/office/drawing/2014/main" id="{D915A4CC-787F-4FDD-BC82-80A0C2855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950" y="5391151"/>
              <a:ext cx="1765300" cy="203200"/>
            </a:xfrm>
            <a:custGeom>
              <a:avLst/>
              <a:gdLst>
                <a:gd name="T0" fmla="*/ 468 w 468"/>
                <a:gd name="T1" fmla="*/ 54 h 54"/>
                <a:gd name="T2" fmla="*/ 0 w 468"/>
                <a:gd name="T3" fmla="*/ 54 h 54"/>
                <a:gd name="T4" fmla="*/ 55 w 468"/>
                <a:gd name="T5" fmla="*/ 0 h 54"/>
                <a:gd name="T6" fmla="*/ 413 w 468"/>
                <a:gd name="T7" fmla="*/ 0 h 54"/>
                <a:gd name="T8" fmla="*/ 468 w 468"/>
                <a:gd name="T9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8" h="54">
                  <a:moveTo>
                    <a:pt x="468" y="54"/>
                  </a:moveTo>
                  <a:cubicBezTo>
                    <a:pt x="0" y="54"/>
                    <a:pt x="0" y="54"/>
                    <a:pt x="0" y="54"/>
                  </a:cubicBezTo>
                  <a:cubicBezTo>
                    <a:pt x="0" y="24"/>
                    <a:pt x="25" y="0"/>
                    <a:pt x="55" y="0"/>
                  </a:cubicBezTo>
                  <a:cubicBezTo>
                    <a:pt x="413" y="0"/>
                    <a:pt x="413" y="0"/>
                    <a:pt x="413" y="0"/>
                  </a:cubicBezTo>
                  <a:cubicBezTo>
                    <a:pt x="443" y="0"/>
                    <a:pt x="468" y="24"/>
                    <a:pt x="468" y="54"/>
                  </a:cubicBezTo>
                  <a:close/>
                </a:path>
              </a:pathLst>
            </a:custGeom>
            <a:solidFill>
              <a:srgbClr val="686E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9" name="Freeform 239">
              <a:extLst>
                <a:ext uri="{FF2B5EF4-FFF2-40B4-BE49-F238E27FC236}">
                  <a16:creationId xmlns:a16="http://schemas.microsoft.com/office/drawing/2014/main" id="{61055E83-63B7-46FE-A1DB-9697BE91C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8813" y="3255963"/>
              <a:ext cx="1184275" cy="871538"/>
            </a:xfrm>
            <a:custGeom>
              <a:avLst/>
              <a:gdLst>
                <a:gd name="T0" fmla="*/ 746 w 746"/>
                <a:gd name="T1" fmla="*/ 57 h 549"/>
                <a:gd name="T2" fmla="*/ 288 w 746"/>
                <a:gd name="T3" fmla="*/ 0 h 549"/>
                <a:gd name="T4" fmla="*/ 0 w 746"/>
                <a:gd name="T5" fmla="*/ 549 h 549"/>
                <a:gd name="T6" fmla="*/ 373 w 746"/>
                <a:gd name="T7" fmla="*/ 549 h 549"/>
                <a:gd name="T8" fmla="*/ 746 w 746"/>
                <a:gd name="T9" fmla="*/ 57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6" h="549">
                  <a:moveTo>
                    <a:pt x="746" y="57"/>
                  </a:moveTo>
                  <a:lnTo>
                    <a:pt x="288" y="0"/>
                  </a:lnTo>
                  <a:lnTo>
                    <a:pt x="0" y="549"/>
                  </a:lnTo>
                  <a:lnTo>
                    <a:pt x="373" y="549"/>
                  </a:lnTo>
                  <a:lnTo>
                    <a:pt x="746" y="5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2" name="Freeform 242">
              <a:extLst>
                <a:ext uri="{FF2B5EF4-FFF2-40B4-BE49-F238E27FC236}">
                  <a16:creationId xmlns:a16="http://schemas.microsoft.com/office/drawing/2014/main" id="{EB953642-BB76-4FF8-9914-BB8CC130AB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2838" y="3165476"/>
              <a:ext cx="173038" cy="187325"/>
            </a:xfrm>
            <a:custGeom>
              <a:avLst/>
              <a:gdLst>
                <a:gd name="T0" fmla="*/ 0 w 109"/>
                <a:gd name="T1" fmla="*/ 21 h 118"/>
                <a:gd name="T2" fmla="*/ 26 w 109"/>
                <a:gd name="T3" fmla="*/ 118 h 118"/>
                <a:gd name="T4" fmla="*/ 109 w 109"/>
                <a:gd name="T5" fmla="*/ 88 h 118"/>
                <a:gd name="T6" fmla="*/ 95 w 109"/>
                <a:gd name="T7" fmla="*/ 0 h 118"/>
                <a:gd name="T8" fmla="*/ 0 w 109"/>
                <a:gd name="T9" fmla="*/ 21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" h="118">
                  <a:moveTo>
                    <a:pt x="0" y="21"/>
                  </a:moveTo>
                  <a:lnTo>
                    <a:pt x="26" y="118"/>
                  </a:lnTo>
                  <a:lnTo>
                    <a:pt x="109" y="88"/>
                  </a:lnTo>
                  <a:lnTo>
                    <a:pt x="95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F3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3" name="Freeform 243">
              <a:extLst>
                <a:ext uri="{FF2B5EF4-FFF2-40B4-BE49-F238E27FC236}">
                  <a16:creationId xmlns:a16="http://schemas.microsoft.com/office/drawing/2014/main" id="{2E97DA9F-7382-4900-BE9A-736990128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2838" y="3165476"/>
              <a:ext cx="173038" cy="187325"/>
            </a:xfrm>
            <a:custGeom>
              <a:avLst/>
              <a:gdLst>
                <a:gd name="T0" fmla="*/ 0 w 109"/>
                <a:gd name="T1" fmla="*/ 21 h 118"/>
                <a:gd name="T2" fmla="*/ 26 w 109"/>
                <a:gd name="T3" fmla="*/ 118 h 118"/>
                <a:gd name="T4" fmla="*/ 109 w 109"/>
                <a:gd name="T5" fmla="*/ 88 h 118"/>
                <a:gd name="T6" fmla="*/ 95 w 109"/>
                <a:gd name="T7" fmla="*/ 0 h 118"/>
                <a:gd name="T8" fmla="*/ 0 w 109"/>
                <a:gd name="T9" fmla="*/ 21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" h="118">
                  <a:moveTo>
                    <a:pt x="0" y="21"/>
                  </a:moveTo>
                  <a:lnTo>
                    <a:pt x="26" y="118"/>
                  </a:lnTo>
                  <a:lnTo>
                    <a:pt x="109" y="88"/>
                  </a:lnTo>
                  <a:lnTo>
                    <a:pt x="95" y="0"/>
                  </a:lnTo>
                  <a:lnTo>
                    <a:pt x="0" y="2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4" name="Freeform 244">
              <a:extLst>
                <a:ext uri="{FF2B5EF4-FFF2-40B4-BE49-F238E27FC236}">
                  <a16:creationId xmlns:a16="http://schemas.microsoft.com/office/drawing/2014/main" id="{9AD42ADD-7F85-435C-88E0-24B0E42BA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338" y="2730501"/>
              <a:ext cx="136525" cy="276225"/>
            </a:xfrm>
            <a:custGeom>
              <a:avLst/>
              <a:gdLst>
                <a:gd name="T0" fmla="*/ 30 w 36"/>
                <a:gd name="T1" fmla="*/ 30 h 73"/>
                <a:gd name="T2" fmla="*/ 3 w 36"/>
                <a:gd name="T3" fmla="*/ 2 h 73"/>
                <a:gd name="T4" fmla="*/ 14 w 36"/>
                <a:gd name="T5" fmla="*/ 25 h 73"/>
                <a:gd name="T6" fmla="*/ 3 w 36"/>
                <a:gd name="T7" fmla="*/ 32 h 73"/>
                <a:gd name="T8" fmla="*/ 22 w 36"/>
                <a:gd name="T9" fmla="*/ 73 h 73"/>
                <a:gd name="T10" fmla="*/ 35 w 36"/>
                <a:gd name="T11" fmla="*/ 60 h 73"/>
                <a:gd name="T12" fmla="*/ 30 w 36"/>
                <a:gd name="T13" fmla="*/ 3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73">
                  <a:moveTo>
                    <a:pt x="30" y="30"/>
                  </a:moveTo>
                  <a:cubicBezTo>
                    <a:pt x="27" y="26"/>
                    <a:pt x="7" y="0"/>
                    <a:pt x="3" y="2"/>
                  </a:cubicBezTo>
                  <a:cubicBezTo>
                    <a:pt x="0" y="4"/>
                    <a:pt x="12" y="22"/>
                    <a:pt x="14" y="25"/>
                  </a:cubicBezTo>
                  <a:cubicBezTo>
                    <a:pt x="14" y="25"/>
                    <a:pt x="7" y="24"/>
                    <a:pt x="3" y="32"/>
                  </a:cubicBezTo>
                  <a:cubicBezTo>
                    <a:pt x="1" y="38"/>
                    <a:pt x="16" y="63"/>
                    <a:pt x="22" y="73"/>
                  </a:cubicBezTo>
                  <a:cubicBezTo>
                    <a:pt x="28" y="72"/>
                    <a:pt x="36" y="65"/>
                    <a:pt x="35" y="60"/>
                  </a:cubicBezTo>
                  <a:cubicBezTo>
                    <a:pt x="35" y="49"/>
                    <a:pt x="32" y="33"/>
                    <a:pt x="30" y="30"/>
                  </a:cubicBezTo>
                  <a:close/>
                </a:path>
              </a:pathLst>
            </a:custGeom>
            <a:solidFill>
              <a:srgbClr val="F3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5" name="Freeform 245">
              <a:extLst>
                <a:ext uri="{FF2B5EF4-FFF2-40B4-BE49-F238E27FC236}">
                  <a16:creationId xmlns:a16="http://schemas.microsoft.com/office/drawing/2014/main" id="{4D8FC168-D6AA-4221-99D7-7D86D0AEEE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5225" y="3171826"/>
              <a:ext cx="63500" cy="15875"/>
            </a:xfrm>
            <a:custGeom>
              <a:avLst/>
              <a:gdLst>
                <a:gd name="T0" fmla="*/ 40 w 40"/>
                <a:gd name="T1" fmla="*/ 0 h 10"/>
                <a:gd name="T2" fmla="*/ 0 w 40"/>
                <a:gd name="T3" fmla="*/ 10 h 10"/>
                <a:gd name="T4" fmla="*/ 0 w 40"/>
                <a:gd name="T5" fmla="*/ 10 h 10"/>
                <a:gd name="T6" fmla="*/ 40 w 40"/>
                <a:gd name="T7" fmla="*/ 0 h 10"/>
                <a:gd name="T8" fmla="*/ 40 w 40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10">
                  <a:moveTo>
                    <a:pt x="40" y="0"/>
                  </a:moveTo>
                  <a:lnTo>
                    <a:pt x="0" y="10"/>
                  </a:lnTo>
                  <a:lnTo>
                    <a:pt x="0" y="10"/>
                  </a:lnTo>
                  <a:lnTo>
                    <a:pt x="40" y="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8A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6" name="Freeform 246">
              <a:extLst>
                <a:ext uri="{FF2B5EF4-FFF2-40B4-BE49-F238E27FC236}">
                  <a16:creationId xmlns:a16="http://schemas.microsoft.com/office/drawing/2014/main" id="{ACEDDE55-32E5-47DF-83FA-2D66A81B8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5225" y="3171826"/>
              <a:ext cx="63500" cy="15875"/>
            </a:xfrm>
            <a:custGeom>
              <a:avLst/>
              <a:gdLst>
                <a:gd name="T0" fmla="*/ 40 w 40"/>
                <a:gd name="T1" fmla="*/ 0 h 10"/>
                <a:gd name="T2" fmla="*/ 0 w 40"/>
                <a:gd name="T3" fmla="*/ 10 h 10"/>
                <a:gd name="T4" fmla="*/ 0 w 40"/>
                <a:gd name="T5" fmla="*/ 10 h 10"/>
                <a:gd name="T6" fmla="*/ 40 w 40"/>
                <a:gd name="T7" fmla="*/ 0 h 10"/>
                <a:gd name="T8" fmla="*/ 40 w 40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10">
                  <a:moveTo>
                    <a:pt x="40" y="0"/>
                  </a:moveTo>
                  <a:lnTo>
                    <a:pt x="0" y="10"/>
                  </a:lnTo>
                  <a:lnTo>
                    <a:pt x="0" y="10"/>
                  </a:lnTo>
                  <a:lnTo>
                    <a:pt x="40" y="0"/>
                  </a:lnTo>
                  <a:lnTo>
                    <a:pt x="4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7" name="Freeform 247">
              <a:extLst>
                <a:ext uri="{FF2B5EF4-FFF2-40B4-BE49-F238E27FC236}">
                  <a16:creationId xmlns:a16="http://schemas.microsoft.com/office/drawing/2014/main" id="{914FD9A7-1BE1-4E11-94E6-7AE64E9687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22838" y="3187701"/>
              <a:ext cx="52388" cy="68263"/>
            </a:xfrm>
            <a:custGeom>
              <a:avLst/>
              <a:gdLst>
                <a:gd name="T0" fmla="*/ 0 w 33"/>
                <a:gd name="T1" fmla="*/ 7 h 43"/>
                <a:gd name="T2" fmla="*/ 9 w 33"/>
                <a:gd name="T3" fmla="*/ 43 h 43"/>
                <a:gd name="T4" fmla="*/ 9 w 33"/>
                <a:gd name="T5" fmla="*/ 43 h 43"/>
                <a:gd name="T6" fmla="*/ 0 w 33"/>
                <a:gd name="T7" fmla="*/ 7 h 43"/>
                <a:gd name="T8" fmla="*/ 33 w 33"/>
                <a:gd name="T9" fmla="*/ 0 h 43"/>
                <a:gd name="T10" fmla="*/ 0 w 33"/>
                <a:gd name="T11" fmla="*/ 7 h 43"/>
                <a:gd name="T12" fmla="*/ 33 w 33"/>
                <a:gd name="T13" fmla="*/ 0 h 43"/>
                <a:gd name="T14" fmla="*/ 33 w 33"/>
                <a:gd name="T15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" h="43">
                  <a:moveTo>
                    <a:pt x="0" y="7"/>
                  </a:moveTo>
                  <a:lnTo>
                    <a:pt x="9" y="43"/>
                  </a:lnTo>
                  <a:lnTo>
                    <a:pt x="9" y="43"/>
                  </a:lnTo>
                  <a:lnTo>
                    <a:pt x="0" y="7"/>
                  </a:lnTo>
                  <a:close/>
                  <a:moveTo>
                    <a:pt x="33" y="0"/>
                  </a:moveTo>
                  <a:lnTo>
                    <a:pt x="0" y="7"/>
                  </a:lnTo>
                  <a:lnTo>
                    <a:pt x="33" y="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F69B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8" name="Freeform 248">
              <a:extLst>
                <a:ext uri="{FF2B5EF4-FFF2-40B4-BE49-F238E27FC236}">
                  <a16:creationId xmlns:a16="http://schemas.microsoft.com/office/drawing/2014/main" id="{996A2DCF-D896-43E4-B6AC-4CCC1D41AF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22838" y="3187701"/>
              <a:ext cx="52388" cy="68263"/>
            </a:xfrm>
            <a:custGeom>
              <a:avLst/>
              <a:gdLst>
                <a:gd name="T0" fmla="*/ 0 w 33"/>
                <a:gd name="T1" fmla="*/ 7 h 43"/>
                <a:gd name="T2" fmla="*/ 9 w 33"/>
                <a:gd name="T3" fmla="*/ 43 h 43"/>
                <a:gd name="T4" fmla="*/ 9 w 33"/>
                <a:gd name="T5" fmla="*/ 43 h 43"/>
                <a:gd name="T6" fmla="*/ 0 w 33"/>
                <a:gd name="T7" fmla="*/ 7 h 43"/>
                <a:gd name="T8" fmla="*/ 33 w 33"/>
                <a:gd name="T9" fmla="*/ 0 h 43"/>
                <a:gd name="T10" fmla="*/ 0 w 33"/>
                <a:gd name="T11" fmla="*/ 7 h 43"/>
                <a:gd name="T12" fmla="*/ 33 w 33"/>
                <a:gd name="T13" fmla="*/ 0 h 43"/>
                <a:gd name="T14" fmla="*/ 33 w 33"/>
                <a:gd name="T15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" h="43">
                  <a:moveTo>
                    <a:pt x="0" y="7"/>
                  </a:moveTo>
                  <a:lnTo>
                    <a:pt x="9" y="43"/>
                  </a:lnTo>
                  <a:lnTo>
                    <a:pt x="9" y="43"/>
                  </a:lnTo>
                  <a:lnTo>
                    <a:pt x="0" y="7"/>
                  </a:lnTo>
                  <a:moveTo>
                    <a:pt x="33" y="0"/>
                  </a:moveTo>
                  <a:lnTo>
                    <a:pt x="0" y="7"/>
                  </a:lnTo>
                  <a:lnTo>
                    <a:pt x="33" y="0"/>
                  </a:lnTo>
                  <a:lnTo>
                    <a:pt x="3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9" name="Freeform 249">
              <a:extLst>
                <a:ext uri="{FF2B5EF4-FFF2-40B4-BE49-F238E27FC236}">
                  <a16:creationId xmlns:a16="http://schemas.microsoft.com/office/drawing/2014/main" id="{6724106A-6CF8-42E9-B259-16E37D55F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2838" y="3171826"/>
              <a:ext cx="115888" cy="84138"/>
            </a:xfrm>
            <a:custGeom>
              <a:avLst/>
              <a:gdLst>
                <a:gd name="T0" fmla="*/ 31 w 31"/>
                <a:gd name="T1" fmla="*/ 0 h 22"/>
                <a:gd name="T2" fmla="*/ 14 w 31"/>
                <a:gd name="T3" fmla="*/ 4 h 22"/>
                <a:gd name="T4" fmla="*/ 0 w 31"/>
                <a:gd name="T5" fmla="*/ 7 h 22"/>
                <a:gd name="T6" fmla="*/ 4 w 31"/>
                <a:gd name="T7" fmla="*/ 22 h 22"/>
                <a:gd name="T8" fmla="*/ 25 w 31"/>
                <a:gd name="T9" fmla="*/ 8 h 22"/>
                <a:gd name="T10" fmla="*/ 31 w 31"/>
                <a:gd name="T1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22">
                  <a:moveTo>
                    <a:pt x="31" y="0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12" y="20"/>
                    <a:pt x="20" y="16"/>
                    <a:pt x="25" y="8"/>
                  </a:cubicBezTo>
                  <a:cubicBezTo>
                    <a:pt x="26" y="6"/>
                    <a:pt x="28" y="3"/>
                    <a:pt x="31" y="0"/>
                  </a:cubicBezTo>
                </a:path>
              </a:pathLst>
            </a:custGeom>
            <a:solidFill>
              <a:srgbClr val="F157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0" name="Freeform 250">
              <a:extLst>
                <a:ext uri="{FF2B5EF4-FFF2-40B4-BE49-F238E27FC236}">
                  <a16:creationId xmlns:a16="http://schemas.microsoft.com/office/drawing/2014/main" id="{2BD7DD21-4B7B-4044-B987-92B8438E6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7425" y="5473701"/>
              <a:ext cx="87313" cy="158750"/>
            </a:xfrm>
            <a:custGeom>
              <a:avLst/>
              <a:gdLst>
                <a:gd name="T0" fmla="*/ 55 w 55"/>
                <a:gd name="T1" fmla="*/ 40 h 100"/>
                <a:gd name="T2" fmla="*/ 46 w 55"/>
                <a:gd name="T3" fmla="*/ 95 h 100"/>
                <a:gd name="T4" fmla="*/ 0 w 55"/>
                <a:gd name="T5" fmla="*/ 100 h 100"/>
                <a:gd name="T6" fmla="*/ 10 w 55"/>
                <a:gd name="T7" fmla="*/ 0 h 100"/>
                <a:gd name="T8" fmla="*/ 55 w 55"/>
                <a:gd name="T9" fmla="*/ 4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100">
                  <a:moveTo>
                    <a:pt x="55" y="40"/>
                  </a:moveTo>
                  <a:lnTo>
                    <a:pt x="46" y="95"/>
                  </a:lnTo>
                  <a:lnTo>
                    <a:pt x="0" y="100"/>
                  </a:lnTo>
                  <a:lnTo>
                    <a:pt x="10" y="0"/>
                  </a:lnTo>
                  <a:lnTo>
                    <a:pt x="55" y="40"/>
                  </a:lnTo>
                  <a:close/>
                </a:path>
              </a:pathLst>
            </a:custGeom>
            <a:solidFill>
              <a:srgbClr val="F3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1" name="Freeform 251">
              <a:extLst>
                <a:ext uri="{FF2B5EF4-FFF2-40B4-BE49-F238E27FC236}">
                  <a16:creationId xmlns:a16="http://schemas.microsoft.com/office/drawing/2014/main" id="{74A7D70F-5270-464F-84DD-764574C6C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4388" y="5591176"/>
              <a:ext cx="276225" cy="115888"/>
            </a:xfrm>
            <a:custGeom>
              <a:avLst/>
              <a:gdLst>
                <a:gd name="T0" fmla="*/ 68 w 73"/>
                <a:gd name="T1" fmla="*/ 6 h 31"/>
                <a:gd name="T2" fmla="*/ 47 w 73"/>
                <a:gd name="T3" fmla="*/ 3 h 31"/>
                <a:gd name="T4" fmla="*/ 33 w 73"/>
                <a:gd name="T5" fmla="*/ 14 h 31"/>
                <a:gd name="T6" fmla="*/ 2 w 73"/>
                <a:gd name="T7" fmla="*/ 26 h 31"/>
                <a:gd name="T8" fmla="*/ 71 w 73"/>
                <a:gd name="T9" fmla="*/ 30 h 31"/>
                <a:gd name="T10" fmla="*/ 68 w 73"/>
                <a:gd name="T11" fmla="*/ 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1">
                  <a:moveTo>
                    <a:pt x="68" y="6"/>
                  </a:moveTo>
                  <a:cubicBezTo>
                    <a:pt x="68" y="6"/>
                    <a:pt x="51" y="6"/>
                    <a:pt x="47" y="3"/>
                  </a:cubicBezTo>
                  <a:cubicBezTo>
                    <a:pt x="44" y="0"/>
                    <a:pt x="40" y="6"/>
                    <a:pt x="33" y="14"/>
                  </a:cubicBezTo>
                  <a:cubicBezTo>
                    <a:pt x="27" y="21"/>
                    <a:pt x="5" y="20"/>
                    <a:pt x="2" y="26"/>
                  </a:cubicBezTo>
                  <a:cubicBezTo>
                    <a:pt x="0" y="31"/>
                    <a:pt x="67" y="30"/>
                    <a:pt x="71" y="30"/>
                  </a:cubicBezTo>
                  <a:cubicBezTo>
                    <a:pt x="73" y="30"/>
                    <a:pt x="68" y="6"/>
                    <a:pt x="68" y="6"/>
                  </a:cubicBezTo>
                  <a:close/>
                </a:path>
              </a:pathLst>
            </a:custGeom>
            <a:solidFill>
              <a:srgbClr val="0F16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2" name="Freeform 252">
              <a:extLst>
                <a:ext uri="{FF2B5EF4-FFF2-40B4-BE49-F238E27FC236}">
                  <a16:creationId xmlns:a16="http://schemas.microsoft.com/office/drawing/2014/main" id="{A5C431DA-CE58-48EB-8D48-499822877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1100" y="5457826"/>
              <a:ext cx="85725" cy="158750"/>
            </a:xfrm>
            <a:custGeom>
              <a:avLst/>
              <a:gdLst>
                <a:gd name="T0" fmla="*/ 54 w 54"/>
                <a:gd name="T1" fmla="*/ 41 h 100"/>
                <a:gd name="T2" fmla="*/ 45 w 54"/>
                <a:gd name="T3" fmla="*/ 98 h 100"/>
                <a:gd name="T4" fmla="*/ 0 w 54"/>
                <a:gd name="T5" fmla="*/ 100 h 100"/>
                <a:gd name="T6" fmla="*/ 7 w 54"/>
                <a:gd name="T7" fmla="*/ 0 h 100"/>
                <a:gd name="T8" fmla="*/ 54 w 54"/>
                <a:gd name="T9" fmla="*/ 4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100">
                  <a:moveTo>
                    <a:pt x="54" y="41"/>
                  </a:moveTo>
                  <a:lnTo>
                    <a:pt x="45" y="98"/>
                  </a:lnTo>
                  <a:lnTo>
                    <a:pt x="0" y="100"/>
                  </a:lnTo>
                  <a:lnTo>
                    <a:pt x="7" y="0"/>
                  </a:lnTo>
                  <a:lnTo>
                    <a:pt x="54" y="41"/>
                  </a:lnTo>
                  <a:close/>
                </a:path>
              </a:pathLst>
            </a:custGeom>
            <a:solidFill>
              <a:srgbClr val="F3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3" name="Freeform 253">
              <a:extLst>
                <a:ext uri="{FF2B5EF4-FFF2-40B4-BE49-F238E27FC236}">
                  <a16:creationId xmlns:a16="http://schemas.microsoft.com/office/drawing/2014/main" id="{EE017706-857C-446D-B416-BEEEEEF8EB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3300" y="5575301"/>
              <a:ext cx="268288" cy="131763"/>
            </a:xfrm>
            <a:custGeom>
              <a:avLst/>
              <a:gdLst>
                <a:gd name="T0" fmla="*/ 69 w 71"/>
                <a:gd name="T1" fmla="*/ 6 h 35"/>
                <a:gd name="T2" fmla="*/ 48 w 71"/>
                <a:gd name="T3" fmla="*/ 3 h 35"/>
                <a:gd name="T4" fmla="*/ 34 w 71"/>
                <a:gd name="T5" fmla="*/ 14 h 35"/>
                <a:gd name="T6" fmla="*/ 3 w 71"/>
                <a:gd name="T7" fmla="*/ 29 h 35"/>
                <a:gd name="T8" fmla="*/ 70 w 71"/>
                <a:gd name="T9" fmla="*/ 32 h 35"/>
                <a:gd name="T10" fmla="*/ 69 w 71"/>
                <a:gd name="T11" fmla="*/ 6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5">
                  <a:moveTo>
                    <a:pt x="69" y="6"/>
                  </a:moveTo>
                  <a:cubicBezTo>
                    <a:pt x="69" y="6"/>
                    <a:pt x="52" y="6"/>
                    <a:pt x="48" y="3"/>
                  </a:cubicBezTo>
                  <a:cubicBezTo>
                    <a:pt x="44" y="0"/>
                    <a:pt x="40" y="6"/>
                    <a:pt x="34" y="14"/>
                  </a:cubicBezTo>
                  <a:cubicBezTo>
                    <a:pt x="28" y="22"/>
                    <a:pt x="7" y="23"/>
                    <a:pt x="3" y="29"/>
                  </a:cubicBezTo>
                  <a:cubicBezTo>
                    <a:pt x="0" y="35"/>
                    <a:pt x="68" y="34"/>
                    <a:pt x="70" y="32"/>
                  </a:cubicBezTo>
                  <a:cubicBezTo>
                    <a:pt x="71" y="30"/>
                    <a:pt x="69" y="6"/>
                    <a:pt x="69" y="6"/>
                  </a:cubicBezTo>
                  <a:close/>
                </a:path>
              </a:pathLst>
            </a:custGeom>
            <a:solidFill>
              <a:srgbClr val="0F16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4" name="Freeform 254">
              <a:extLst>
                <a:ext uri="{FF2B5EF4-FFF2-40B4-BE49-F238E27FC236}">
                  <a16:creationId xmlns:a16="http://schemas.microsoft.com/office/drawing/2014/main" id="{1F205838-2EC8-4E0D-9965-A8B58A304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6013" y="4040188"/>
              <a:ext cx="392113" cy="1543050"/>
            </a:xfrm>
            <a:custGeom>
              <a:avLst/>
              <a:gdLst>
                <a:gd name="T0" fmla="*/ 0 w 104"/>
                <a:gd name="T1" fmla="*/ 71 h 409"/>
                <a:gd name="T2" fmla="*/ 2 w 104"/>
                <a:gd name="T3" fmla="*/ 240 h 409"/>
                <a:gd name="T4" fmla="*/ 16 w 104"/>
                <a:gd name="T5" fmla="*/ 405 h 409"/>
                <a:gd name="T6" fmla="*/ 40 w 104"/>
                <a:gd name="T7" fmla="*/ 409 h 409"/>
                <a:gd name="T8" fmla="*/ 82 w 104"/>
                <a:gd name="T9" fmla="*/ 86 h 409"/>
                <a:gd name="T10" fmla="*/ 79 w 104"/>
                <a:gd name="T11" fmla="*/ 0 h 409"/>
                <a:gd name="T12" fmla="*/ 79 w 104"/>
                <a:gd name="T13" fmla="*/ 0 h 409"/>
                <a:gd name="T14" fmla="*/ 0 w 104"/>
                <a:gd name="T15" fmla="*/ 71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409">
                  <a:moveTo>
                    <a:pt x="0" y="71"/>
                  </a:moveTo>
                  <a:cubicBezTo>
                    <a:pt x="2" y="240"/>
                    <a:pt x="2" y="240"/>
                    <a:pt x="2" y="240"/>
                  </a:cubicBezTo>
                  <a:cubicBezTo>
                    <a:pt x="16" y="405"/>
                    <a:pt x="16" y="405"/>
                    <a:pt x="16" y="405"/>
                  </a:cubicBezTo>
                  <a:cubicBezTo>
                    <a:pt x="40" y="409"/>
                    <a:pt x="40" y="409"/>
                    <a:pt x="40" y="409"/>
                  </a:cubicBezTo>
                  <a:cubicBezTo>
                    <a:pt x="40" y="409"/>
                    <a:pt x="61" y="118"/>
                    <a:pt x="82" y="86"/>
                  </a:cubicBezTo>
                  <a:cubicBezTo>
                    <a:pt x="104" y="54"/>
                    <a:pt x="79" y="1"/>
                    <a:pt x="79" y="0"/>
                  </a:cubicBezTo>
                  <a:cubicBezTo>
                    <a:pt x="79" y="0"/>
                    <a:pt x="79" y="0"/>
                    <a:pt x="79" y="0"/>
                  </a:cubicBezTo>
                  <a:lnTo>
                    <a:pt x="0" y="71"/>
                  </a:lnTo>
                  <a:close/>
                </a:path>
              </a:pathLst>
            </a:custGeom>
            <a:solidFill>
              <a:srgbClr val="2734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5" name="Freeform 255">
              <a:extLst>
                <a:ext uri="{FF2B5EF4-FFF2-40B4-BE49-F238E27FC236}">
                  <a16:creationId xmlns:a16="http://schemas.microsoft.com/office/drawing/2014/main" id="{AA474BCD-7AA4-43DD-B5EC-052EADD3B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6013" y="4067176"/>
              <a:ext cx="328613" cy="1225550"/>
            </a:xfrm>
            <a:custGeom>
              <a:avLst/>
              <a:gdLst>
                <a:gd name="T0" fmla="*/ 71 w 87"/>
                <a:gd name="T1" fmla="*/ 73 h 325"/>
                <a:gd name="T2" fmla="*/ 85 w 87"/>
                <a:gd name="T3" fmla="*/ 20 h 325"/>
                <a:gd name="T4" fmla="*/ 72 w 87"/>
                <a:gd name="T5" fmla="*/ 0 h 325"/>
                <a:gd name="T6" fmla="*/ 0 w 87"/>
                <a:gd name="T7" fmla="*/ 64 h 325"/>
                <a:gd name="T8" fmla="*/ 2 w 87"/>
                <a:gd name="T9" fmla="*/ 233 h 325"/>
                <a:gd name="T10" fmla="*/ 10 w 87"/>
                <a:gd name="T11" fmla="*/ 325 h 325"/>
                <a:gd name="T12" fmla="*/ 52 w 87"/>
                <a:gd name="T13" fmla="*/ 100 h 325"/>
                <a:gd name="T14" fmla="*/ 71 w 87"/>
                <a:gd name="T15" fmla="*/ 73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7" h="325">
                  <a:moveTo>
                    <a:pt x="71" y="73"/>
                  </a:moveTo>
                  <a:cubicBezTo>
                    <a:pt x="80" y="59"/>
                    <a:pt x="87" y="41"/>
                    <a:pt x="85" y="20"/>
                  </a:cubicBezTo>
                  <a:cubicBezTo>
                    <a:pt x="84" y="13"/>
                    <a:pt x="73" y="6"/>
                    <a:pt x="72" y="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" y="233"/>
                    <a:pt x="2" y="233"/>
                    <a:pt x="2" y="233"/>
                  </a:cubicBezTo>
                  <a:cubicBezTo>
                    <a:pt x="10" y="325"/>
                    <a:pt x="10" y="325"/>
                    <a:pt x="10" y="325"/>
                  </a:cubicBezTo>
                  <a:cubicBezTo>
                    <a:pt x="23" y="246"/>
                    <a:pt x="47" y="132"/>
                    <a:pt x="52" y="100"/>
                  </a:cubicBezTo>
                  <a:cubicBezTo>
                    <a:pt x="55" y="97"/>
                    <a:pt x="62" y="87"/>
                    <a:pt x="71" y="73"/>
                  </a:cubicBezTo>
                  <a:close/>
                </a:path>
              </a:pathLst>
            </a:custGeom>
            <a:solidFill>
              <a:srgbClr val="1F26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6" name="Freeform 256">
              <a:extLst>
                <a:ext uri="{FF2B5EF4-FFF2-40B4-BE49-F238E27FC236}">
                  <a16:creationId xmlns:a16="http://schemas.microsoft.com/office/drawing/2014/main" id="{5AD009A6-4F3C-4C77-9A64-D7D43CA09C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4088" y="4006851"/>
              <a:ext cx="471488" cy="1576388"/>
            </a:xfrm>
            <a:custGeom>
              <a:avLst/>
              <a:gdLst>
                <a:gd name="T0" fmla="*/ 15 w 125"/>
                <a:gd name="T1" fmla="*/ 0 h 418"/>
                <a:gd name="T2" fmla="*/ 1 w 125"/>
                <a:gd name="T3" fmla="*/ 207 h 418"/>
                <a:gd name="T4" fmla="*/ 7 w 125"/>
                <a:gd name="T5" fmla="*/ 418 h 418"/>
                <a:gd name="T6" fmla="*/ 36 w 125"/>
                <a:gd name="T7" fmla="*/ 418 h 418"/>
                <a:gd name="T8" fmla="*/ 87 w 125"/>
                <a:gd name="T9" fmla="*/ 112 h 418"/>
                <a:gd name="T10" fmla="*/ 104 w 125"/>
                <a:gd name="T11" fmla="*/ 87 h 418"/>
                <a:gd name="T12" fmla="*/ 109 w 125"/>
                <a:gd name="T13" fmla="*/ 9 h 418"/>
                <a:gd name="T14" fmla="*/ 72 w 125"/>
                <a:gd name="T15" fmla="*/ 24 h 418"/>
                <a:gd name="T16" fmla="*/ 15 w 125"/>
                <a:gd name="T17" fmla="*/ 0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" h="418">
                  <a:moveTo>
                    <a:pt x="15" y="0"/>
                  </a:moveTo>
                  <a:cubicBezTo>
                    <a:pt x="15" y="0"/>
                    <a:pt x="2" y="155"/>
                    <a:pt x="1" y="207"/>
                  </a:cubicBezTo>
                  <a:cubicBezTo>
                    <a:pt x="0" y="260"/>
                    <a:pt x="7" y="418"/>
                    <a:pt x="7" y="418"/>
                  </a:cubicBezTo>
                  <a:cubicBezTo>
                    <a:pt x="36" y="418"/>
                    <a:pt x="36" y="418"/>
                    <a:pt x="36" y="418"/>
                  </a:cubicBezTo>
                  <a:cubicBezTo>
                    <a:pt x="36" y="418"/>
                    <a:pt x="79" y="160"/>
                    <a:pt x="87" y="112"/>
                  </a:cubicBezTo>
                  <a:cubicBezTo>
                    <a:pt x="87" y="112"/>
                    <a:pt x="83" y="119"/>
                    <a:pt x="104" y="87"/>
                  </a:cubicBezTo>
                  <a:cubicBezTo>
                    <a:pt x="125" y="55"/>
                    <a:pt x="110" y="10"/>
                    <a:pt x="109" y="9"/>
                  </a:cubicBezTo>
                  <a:cubicBezTo>
                    <a:pt x="72" y="24"/>
                    <a:pt x="72" y="24"/>
                    <a:pt x="72" y="24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rgbClr val="374E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7" name="Freeform 257">
              <a:extLst>
                <a:ext uri="{FF2B5EF4-FFF2-40B4-BE49-F238E27FC236}">
                  <a16:creationId xmlns:a16="http://schemas.microsoft.com/office/drawing/2014/main" id="{4E938EF7-1199-4F8A-8BAC-CCADAD251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288" y="3289301"/>
              <a:ext cx="561975" cy="704850"/>
            </a:xfrm>
            <a:custGeom>
              <a:avLst/>
              <a:gdLst>
                <a:gd name="T0" fmla="*/ 92 w 149"/>
                <a:gd name="T1" fmla="*/ 115 h 187"/>
                <a:gd name="T2" fmla="*/ 65 w 149"/>
                <a:gd name="T3" fmla="*/ 160 h 187"/>
                <a:gd name="T4" fmla="*/ 77 w 149"/>
                <a:gd name="T5" fmla="*/ 187 h 187"/>
                <a:gd name="T6" fmla="*/ 142 w 149"/>
                <a:gd name="T7" fmla="*/ 116 h 187"/>
                <a:gd name="T8" fmla="*/ 47 w 149"/>
                <a:gd name="T9" fmla="*/ 5 h 187"/>
                <a:gd name="T10" fmla="*/ 33 w 149"/>
                <a:gd name="T11" fmla="*/ 2 h 187"/>
                <a:gd name="T12" fmla="*/ 0 w 149"/>
                <a:gd name="T13" fmla="*/ 13 h 187"/>
                <a:gd name="T14" fmla="*/ 92 w 149"/>
                <a:gd name="T15" fmla="*/ 115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9" h="187">
                  <a:moveTo>
                    <a:pt x="92" y="115"/>
                  </a:moveTo>
                  <a:cubicBezTo>
                    <a:pt x="65" y="160"/>
                    <a:pt x="65" y="160"/>
                    <a:pt x="65" y="160"/>
                  </a:cubicBezTo>
                  <a:cubicBezTo>
                    <a:pt x="77" y="187"/>
                    <a:pt x="77" y="187"/>
                    <a:pt x="77" y="187"/>
                  </a:cubicBezTo>
                  <a:cubicBezTo>
                    <a:pt x="77" y="187"/>
                    <a:pt x="149" y="131"/>
                    <a:pt x="142" y="116"/>
                  </a:cubicBezTo>
                  <a:cubicBezTo>
                    <a:pt x="137" y="103"/>
                    <a:pt x="66" y="26"/>
                    <a:pt x="47" y="5"/>
                  </a:cubicBezTo>
                  <a:cubicBezTo>
                    <a:pt x="43" y="1"/>
                    <a:pt x="38" y="0"/>
                    <a:pt x="33" y="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95" y="105"/>
                    <a:pt x="92" y="115"/>
                  </a:cubicBezTo>
                  <a:close/>
                </a:path>
              </a:pathLst>
            </a:custGeom>
            <a:solidFill>
              <a:srgbClr val="FBBF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8" name="Freeform 258">
              <a:extLst>
                <a:ext uri="{FF2B5EF4-FFF2-40B4-BE49-F238E27FC236}">
                  <a16:creationId xmlns:a16="http://schemas.microsoft.com/office/drawing/2014/main" id="{992FB2D9-5AB8-4EE6-9A91-9C1455ED4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5038" y="3221038"/>
              <a:ext cx="539750" cy="1060450"/>
            </a:xfrm>
            <a:custGeom>
              <a:avLst/>
              <a:gdLst>
                <a:gd name="T0" fmla="*/ 30 w 143"/>
                <a:gd name="T1" fmla="*/ 19 h 281"/>
                <a:gd name="T2" fmla="*/ 0 w 143"/>
                <a:gd name="T3" fmla="*/ 281 h 281"/>
                <a:gd name="T4" fmla="*/ 143 w 143"/>
                <a:gd name="T5" fmla="*/ 267 h 281"/>
                <a:gd name="T6" fmla="*/ 120 w 143"/>
                <a:gd name="T7" fmla="*/ 41 h 281"/>
                <a:gd name="T8" fmla="*/ 30 w 143"/>
                <a:gd name="T9" fmla="*/ 19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" h="281">
                  <a:moveTo>
                    <a:pt x="30" y="19"/>
                  </a:moveTo>
                  <a:cubicBezTo>
                    <a:pt x="30" y="19"/>
                    <a:pt x="21" y="237"/>
                    <a:pt x="0" y="281"/>
                  </a:cubicBezTo>
                  <a:cubicBezTo>
                    <a:pt x="0" y="281"/>
                    <a:pt x="98" y="267"/>
                    <a:pt x="143" y="267"/>
                  </a:cubicBezTo>
                  <a:cubicBezTo>
                    <a:pt x="143" y="267"/>
                    <a:pt x="142" y="82"/>
                    <a:pt x="120" y="41"/>
                  </a:cubicBezTo>
                  <a:cubicBezTo>
                    <a:pt x="99" y="0"/>
                    <a:pt x="51" y="8"/>
                    <a:pt x="30" y="19"/>
                  </a:cubicBezTo>
                  <a:close/>
                </a:path>
              </a:pathLst>
            </a:custGeom>
            <a:solidFill>
              <a:srgbClr val="FCD0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79" name="Freeform 259">
              <a:extLst>
                <a:ext uri="{FF2B5EF4-FFF2-40B4-BE49-F238E27FC236}">
                  <a16:creationId xmlns:a16="http://schemas.microsoft.com/office/drawing/2014/main" id="{A6069ADD-6891-4E6C-8678-FC70EC42F6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3463" y="3368676"/>
              <a:ext cx="309563" cy="260350"/>
            </a:xfrm>
            <a:custGeom>
              <a:avLst/>
              <a:gdLst>
                <a:gd name="T0" fmla="*/ 54 w 82"/>
                <a:gd name="T1" fmla="*/ 60 h 69"/>
                <a:gd name="T2" fmla="*/ 82 w 82"/>
                <a:gd name="T3" fmla="*/ 14 h 69"/>
                <a:gd name="T4" fmla="*/ 2 w 82"/>
                <a:gd name="T5" fmla="*/ 9 h 69"/>
                <a:gd name="T6" fmla="*/ 0 w 82"/>
                <a:gd name="T7" fmla="*/ 49 h 69"/>
                <a:gd name="T8" fmla="*/ 54 w 82"/>
                <a:gd name="T9" fmla="*/ 6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69">
                  <a:moveTo>
                    <a:pt x="54" y="60"/>
                  </a:moveTo>
                  <a:cubicBezTo>
                    <a:pt x="75" y="49"/>
                    <a:pt x="82" y="34"/>
                    <a:pt x="82" y="14"/>
                  </a:cubicBezTo>
                  <a:cubicBezTo>
                    <a:pt x="82" y="0"/>
                    <a:pt x="34" y="7"/>
                    <a:pt x="2" y="9"/>
                  </a:cubicBezTo>
                  <a:cubicBezTo>
                    <a:pt x="2" y="20"/>
                    <a:pt x="1" y="34"/>
                    <a:pt x="0" y="49"/>
                  </a:cubicBezTo>
                  <a:cubicBezTo>
                    <a:pt x="12" y="63"/>
                    <a:pt x="38" y="69"/>
                    <a:pt x="54" y="60"/>
                  </a:cubicBezTo>
                  <a:close/>
                </a:path>
              </a:pathLst>
            </a:custGeom>
            <a:solidFill>
              <a:srgbClr val="FBBF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0" name="Freeform 260">
              <a:extLst>
                <a:ext uri="{FF2B5EF4-FFF2-40B4-BE49-F238E27FC236}">
                  <a16:creationId xmlns:a16="http://schemas.microsoft.com/office/drawing/2014/main" id="{7DD7898A-AE14-4EA7-9309-C76743689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200" y="2935288"/>
              <a:ext cx="900113" cy="614363"/>
            </a:xfrm>
            <a:custGeom>
              <a:avLst/>
              <a:gdLst>
                <a:gd name="T0" fmla="*/ 46 w 239"/>
                <a:gd name="T1" fmla="*/ 104 h 163"/>
                <a:gd name="T2" fmla="*/ 168 w 239"/>
                <a:gd name="T3" fmla="*/ 161 h 163"/>
                <a:gd name="T4" fmla="*/ 234 w 239"/>
                <a:gd name="T5" fmla="*/ 131 h 163"/>
                <a:gd name="T6" fmla="*/ 177 w 239"/>
                <a:gd name="T7" fmla="*/ 91 h 163"/>
                <a:gd name="T8" fmla="*/ 82 w 239"/>
                <a:gd name="T9" fmla="*/ 77 h 163"/>
                <a:gd name="T10" fmla="*/ 26 w 239"/>
                <a:gd name="T11" fmla="*/ 0 h 163"/>
                <a:gd name="T12" fmla="*/ 0 w 239"/>
                <a:gd name="T13" fmla="*/ 11 h 163"/>
                <a:gd name="T14" fmla="*/ 46 w 239"/>
                <a:gd name="T15" fmla="*/ 104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9" h="163">
                  <a:moveTo>
                    <a:pt x="46" y="104"/>
                  </a:moveTo>
                  <a:cubicBezTo>
                    <a:pt x="46" y="104"/>
                    <a:pt x="114" y="163"/>
                    <a:pt x="168" y="161"/>
                  </a:cubicBezTo>
                  <a:cubicBezTo>
                    <a:pt x="223" y="158"/>
                    <a:pt x="230" y="145"/>
                    <a:pt x="234" y="131"/>
                  </a:cubicBezTo>
                  <a:cubicBezTo>
                    <a:pt x="239" y="116"/>
                    <a:pt x="208" y="96"/>
                    <a:pt x="177" y="91"/>
                  </a:cubicBezTo>
                  <a:cubicBezTo>
                    <a:pt x="146" y="85"/>
                    <a:pt x="90" y="85"/>
                    <a:pt x="82" y="77"/>
                  </a:cubicBezTo>
                  <a:cubicBezTo>
                    <a:pt x="73" y="69"/>
                    <a:pt x="30" y="10"/>
                    <a:pt x="26" y="0"/>
                  </a:cubicBezTo>
                  <a:cubicBezTo>
                    <a:pt x="0" y="11"/>
                    <a:pt x="0" y="11"/>
                    <a:pt x="0" y="11"/>
                  </a:cubicBezTo>
                  <a:lnTo>
                    <a:pt x="46" y="104"/>
                  </a:lnTo>
                  <a:close/>
                </a:path>
              </a:pathLst>
            </a:custGeom>
            <a:solidFill>
              <a:srgbClr val="FCD0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1" name="Freeform 261">
              <a:extLst>
                <a:ext uri="{FF2B5EF4-FFF2-40B4-BE49-F238E27FC236}">
                  <a16:creationId xmlns:a16="http://schemas.microsoft.com/office/drawing/2014/main" id="{6ECA4B30-C8F1-4016-9C01-3CC1D4AA5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5525" y="2941638"/>
              <a:ext cx="312738" cy="303213"/>
            </a:xfrm>
            <a:custGeom>
              <a:avLst/>
              <a:gdLst>
                <a:gd name="T0" fmla="*/ 38 w 83"/>
                <a:gd name="T1" fmla="*/ 0 h 80"/>
                <a:gd name="T2" fmla="*/ 21 w 83"/>
                <a:gd name="T3" fmla="*/ 17 h 80"/>
                <a:gd name="T4" fmla="*/ 4 w 83"/>
                <a:gd name="T5" fmla="*/ 35 h 80"/>
                <a:gd name="T6" fmla="*/ 8 w 83"/>
                <a:gd name="T7" fmla="*/ 40 h 80"/>
                <a:gd name="T8" fmla="*/ 0 w 83"/>
                <a:gd name="T9" fmla="*/ 56 h 80"/>
                <a:gd name="T10" fmla="*/ 49 w 83"/>
                <a:gd name="T11" fmla="*/ 68 h 80"/>
                <a:gd name="T12" fmla="*/ 71 w 83"/>
                <a:gd name="T13" fmla="*/ 53 h 80"/>
                <a:gd name="T14" fmla="*/ 38 w 83"/>
                <a:gd name="T1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3" h="80">
                  <a:moveTo>
                    <a:pt x="38" y="0"/>
                  </a:moveTo>
                  <a:cubicBezTo>
                    <a:pt x="38" y="0"/>
                    <a:pt x="28" y="5"/>
                    <a:pt x="21" y="17"/>
                  </a:cubicBezTo>
                  <a:cubicBezTo>
                    <a:pt x="13" y="28"/>
                    <a:pt x="4" y="35"/>
                    <a:pt x="4" y="35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40"/>
                    <a:pt x="0" y="47"/>
                    <a:pt x="0" y="56"/>
                  </a:cubicBezTo>
                  <a:cubicBezTo>
                    <a:pt x="2" y="76"/>
                    <a:pt x="34" y="80"/>
                    <a:pt x="49" y="68"/>
                  </a:cubicBezTo>
                  <a:cubicBezTo>
                    <a:pt x="53" y="65"/>
                    <a:pt x="67" y="61"/>
                    <a:pt x="71" y="53"/>
                  </a:cubicBezTo>
                  <a:cubicBezTo>
                    <a:pt x="83" y="34"/>
                    <a:pt x="79" y="4"/>
                    <a:pt x="38" y="0"/>
                  </a:cubicBezTo>
                  <a:close/>
                </a:path>
              </a:pathLst>
            </a:custGeom>
            <a:solidFill>
              <a:srgbClr val="F3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2" name="Freeform 262">
              <a:extLst>
                <a:ext uri="{FF2B5EF4-FFF2-40B4-BE49-F238E27FC236}">
                  <a16:creationId xmlns:a16="http://schemas.microsoft.com/office/drawing/2014/main" id="{0A0F2758-D4CD-4DCC-B38E-6983326AF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3625" y="2795588"/>
              <a:ext cx="365125" cy="395288"/>
            </a:xfrm>
            <a:custGeom>
              <a:avLst/>
              <a:gdLst>
                <a:gd name="T0" fmla="*/ 43 w 97"/>
                <a:gd name="T1" fmla="*/ 83 h 105"/>
                <a:gd name="T2" fmla="*/ 38 w 97"/>
                <a:gd name="T3" fmla="*/ 50 h 105"/>
                <a:gd name="T4" fmla="*/ 17 w 97"/>
                <a:gd name="T5" fmla="*/ 44 h 105"/>
                <a:gd name="T6" fmla="*/ 45 w 97"/>
                <a:gd name="T7" fmla="*/ 25 h 105"/>
                <a:gd name="T8" fmla="*/ 61 w 97"/>
                <a:gd name="T9" fmla="*/ 11 h 105"/>
                <a:gd name="T10" fmla="*/ 82 w 97"/>
                <a:gd name="T11" fmla="*/ 38 h 105"/>
                <a:gd name="T12" fmla="*/ 91 w 97"/>
                <a:gd name="T13" fmla="*/ 57 h 105"/>
                <a:gd name="T14" fmla="*/ 55 w 97"/>
                <a:gd name="T15" fmla="*/ 103 h 105"/>
                <a:gd name="T16" fmla="*/ 42 w 97"/>
                <a:gd name="T17" fmla="*/ 105 h 105"/>
                <a:gd name="T18" fmla="*/ 55 w 97"/>
                <a:gd name="T19" fmla="*/ 86 h 105"/>
                <a:gd name="T20" fmla="*/ 43 w 97"/>
                <a:gd name="T21" fmla="*/ 83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7" h="105">
                  <a:moveTo>
                    <a:pt x="43" y="83"/>
                  </a:moveTo>
                  <a:cubicBezTo>
                    <a:pt x="43" y="83"/>
                    <a:pt x="33" y="63"/>
                    <a:pt x="38" y="50"/>
                  </a:cubicBezTo>
                  <a:cubicBezTo>
                    <a:pt x="38" y="50"/>
                    <a:pt x="26" y="50"/>
                    <a:pt x="17" y="44"/>
                  </a:cubicBezTo>
                  <a:cubicBezTo>
                    <a:pt x="0" y="35"/>
                    <a:pt x="20" y="0"/>
                    <a:pt x="45" y="25"/>
                  </a:cubicBezTo>
                  <a:cubicBezTo>
                    <a:pt x="45" y="25"/>
                    <a:pt x="43" y="8"/>
                    <a:pt x="61" y="11"/>
                  </a:cubicBezTo>
                  <a:cubicBezTo>
                    <a:pt x="78" y="14"/>
                    <a:pt x="85" y="21"/>
                    <a:pt x="82" y="38"/>
                  </a:cubicBezTo>
                  <a:cubicBezTo>
                    <a:pt x="79" y="55"/>
                    <a:pt x="86" y="47"/>
                    <a:pt x="91" y="57"/>
                  </a:cubicBezTo>
                  <a:cubicBezTo>
                    <a:pt x="97" y="67"/>
                    <a:pt x="68" y="102"/>
                    <a:pt x="55" y="103"/>
                  </a:cubicBezTo>
                  <a:cubicBezTo>
                    <a:pt x="42" y="105"/>
                    <a:pt x="42" y="105"/>
                    <a:pt x="42" y="105"/>
                  </a:cubicBezTo>
                  <a:cubicBezTo>
                    <a:pt x="42" y="105"/>
                    <a:pt x="61" y="94"/>
                    <a:pt x="55" y="86"/>
                  </a:cubicBezTo>
                  <a:cubicBezTo>
                    <a:pt x="50" y="78"/>
                    <a:pt x="43" y="83"/>
                    <a:pt x="43" y="83"/>
                  </a:cubicBezTo>
                  <a:close/>
                </a:path>
              </a:pathLst>
            </a:custGeom>
            <a:solidFill>
              <a:srgbClr val="351F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B01290C2-43C9-444B-920D-89601DDF9388}"/>
                </a:ext>
              </a:extLst>
            </p:cNvPr>
            <p:cNvSpPr/>
            <p:nvPr/>
          </p:nvSpPr>
          <p:spPr>
            <a:xfrm>
              <a:off x="715764" y="3334255"/>
              <a:ext cx="3635940" cy="1464759"/>
            </a:xfrm>
            <a:custGeom>
              <a:avLst/>
              <a:gdLst>
                <a:gd name="connsiteX0" fmla="*/ 3635940 w 3635940"/>
                <a:gd name="connsiteY0" fmla="*/ 0 h 1464759"/>
                <a:gd name="connsiteX1" fmla="*/ 3634609 w 3635940"/>
                <a:gd name="connsiteY1" fmla="*/ 28965 h 1464759"/>
                <a:gd name="connsiteX2" fmla="*/ 3573457 w 3635940"/>
                <a:gd name="connsiteY2" fmla="*/ 1359130 h 1464759"/>
                <a:gd name="connsiteX3" fmla="*/ 3460342 w 3635940"/>
                <a:gd name="connsiteY3" fmla="*/ 1464759 h 1464759"/>
                <a:gd name="connsiteX4" fmla="*/ 127208 w 3635940"/>
                <a:gd name="connsiteY4" fmla="*/ 1464759 h 1464759"/>
                <a:gd name="connsiteX5" fmla="*/ 14092 w 3635940"/>
                <a:gd name="connsiteY5" fmla="*/ 1359130 h 1464759"/>
                <a:gd name="connsiteX6" fmla="*/ 2146 w 3635940"/>
                <a:gd name="connsiteY6" fmla="*/ 969332 h 1464759"/>
                <a:gd name="connsiteX7" fmla="*/ 0 w 3635940"/>
                <a:gd name="connsiteY7" fmla="*/ 899313 h 1464759"/>
                <a:gd name="connsiteX8" fmla="*/ 73365 w 3635940"/>
                <a:gd name="connsiteY8" fmla="*/ 813749 h 1464759"/>
                <a:gd name="connsiteX9" fmla="*/ 793949 w 3635940"/>
                <a:gd name="connsiteY9" fmla="*/ 332871 h 1464759"/>
                <a:gd name="connsiteX10" fmla="*/ 2389386 w 3635940"/>
                <a:gd name="connsiteY10" fmla="*/ 766259 h 1464759"/>
                <a:gd name="connsiteX11" fmla="*/ 3541911 w 3635940"/>
                <a:gd name="connsiteY11" fmla="*/ 47121 h 146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35940" h="1464759">
                  <a:moveTo>
                    <a:pt x="3635940" y="0"/>
                  </a:moveTo>
                  <a:lnTo>
                    <a:pt x="3634609" y="28965"/>
                  </a:lnTo>
                  <a:cubicBezTo>
                    <a:pt x="3573457" y="1359130"/>
                    <a:pt x="3573457" y="1359130"/>
                    <a:pt x="3573457" y="1359130"/>
                  </a:cubicBezTo>
                  <a:cubicBezTo>
                    <a:pt x="3573457" y="1415717"/>
                    <a:pt x="3520670" y="1464759"/>
                    <a:pt x="3460342" y="1464759"/>
                  </a:cubicBezTo>
                  <a:cubicBezTo>
                    <a:pt x="127208" y="1464759"/>
                    <a:pt x="127208" y="1464759"/>
                    <a:pt x="127208" y="1464759"/>
                  </a:cubicBezTo>
                  <a:cubicBezTo>
                    <a:pt x="63109" y="1464759"/>
                    <a:pt x="14092" y="1415717"/>
                    <a:pt x="14092" y="1359130"/>
                  </a:cubicBezTo>
                  <a:cubicBezTo>
                    <a:pt x="9851" y="1220728"/>
                    <a:pt x="5874" y="1090975"/>
                    <a:pt x="2146" y="969332"/>
                  </a:cubicBezTo>
                  <a:lnTo>
                    <a:pt x="0" y="899313"/>
                  </a:lnTo>
                  <a:lnTo>
                    <a:pt x="73365" y="813749"/>
                  </a:lnTo>
                  <a:cubicBezTo>
                    <a:pt x="271624" y="593382"/>
                    <a:pt x="522090" y="375535"/>
                    <a:pt x="793949" y="332871"/>
                  </a:cubicBezTo>
                  <a:cubicBezTo>
                    <a:pt x="1228924" y="264609"/>
                    <a:pt x="1931392" y="813884"/>
                    <a:pt x="2389386" y="766259"/>
                  </a:cubicBezTo>
                  <a:cubicBezTo>
                    <a:pt x="2847380" y="718634"/>
                    <a:pt x="3215680" y="193171"/>
                    <a:pt x="3541911" y="47121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37000"/>
                  </a:schemeClr>
                </a:gs>
                <a:gs pos="100000">
                  <a:schemeClr val="bg1">
                    <a:alpha val="12000"/>
                  </a:scheme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231" name="Group 1230">
              <a:extLst>
                <a:ext uri="{FF2B5EF4-FFF2-40B4-BE49-F238E27FC236}">
                  <a16:creationId xmlns:a16="http://schemas.microsoft.com/office/drawing/2014/main" id="{A0219F29-B917-436E-82F4-0B260F18A534}"/>
                </a:ext>
              </a:extLst>
            </p:cNvPr>
            <p:cNvGrpSpPr/>
            <p:nvPr/>
          </p:nvGrpSpPr>
          <p:grpSpPr>
            <a:xfrm>
              <a:off x="-295275" y="1512888"/>
              <a:ext cx="4678363" cy="3497263"/>
              <a:chOff x="-295275" y="1512888"/>
              <a:chExt cx="4678363" cy="3497263"/>
            </a:xfrm>
          </p:grpSpPr>
          <p:sp>
            <p:nvSpPr>
              <p:cNvPr id="1134" name="Freeform 164">
                <a:extLst>
                  <a:ext uri="{FF2B5EF4-FFF2-40B4-BE49-F238E27FC236}">
                    <a16:creationId xmlns:a16="http://schemas.microsoft.com/office/drawing/2014/main" id="{8EA47597-FD3E-444F-B780-04AC4A7A3A1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375" y="4183063"/>
                <a:ext cx="3575051" cy="509588"/>
              </a:xfrm>
              <a:custGeom>
                <a:avLst/>
                <a:gdLst>
                  <a:gd name="T0" fmla="*/ 2252 w 2252"/>
                  <a:gd name="T1" fmla="*/ 304 h 321"/>
                  <a:gd name="T2" fmla="*/ 2252 w 2252"/>
                  <a:gd name="T3" fmla="*/ 304 h 321"/>
                  <a:gd name="T4" fmla="*/ 2252 w 2252"/>
                  <a:gd name="T5" fmla="*/ 321 h 321"/>
                  <a:gd name="T6" fmla="*/ 2252 w 2252"/>
                  <a:gd name="T7" fmla="*/ 304 h 321"/>
                  <a:gd name="T8" fmla="*/ 0 w 2252"/>
                  <a:gd name="T9" fmla="*/ 0 h 321"/>
                  <a:gd name="T10" fmla="*/ 0 w 2252"/>
                  <a:gd name="T11" fmla="*/ 0 h 321"/>
                  <a:gd name="T12" fmla="*/ 0 w 2252"/>
                  <a:gd name="T13" fmla="*/ 29 h 321"/>
                  <a:gd name="T14" fmla="*/ 0 w 2252"/>
                  <a:gd name="T15" fmla="*/ 29 h 321"/>
                  <a:gd name="T16" fmla="*/ 0 w 2252"/>
                  <a:gd name="T17" fmla="*/ 0 h 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52" h="321">
                    <a:moveTo>
                      <a:pt x="2252" y="304"/>
                    </a:moveTo>
                    <a:lnTo>
                      <a:pt x="2252" y="304"/>
                    </a:lnTo>
                    <a:lnTo>
                      <a:pt x="2252" y="321"/>
                    </a:lnTo>
                    <a:lnTo>
                      <a:pt x="2252" y="304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FEE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5" name="Freeform 165">
                <a:extLst>
                  <a:ext uri="{FF2B5EF4-FFF2-40B4-BE49-F238E27FC236}">
                    <a16:creationId xmlns:a16="http://schemas.microsoft.com/office/drawing/2014/main" id="{C49DA6A9-2016-438E-A0EE-D047E05EA9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375" y="4183063"/>
                <a:ext cx="3575051" cy="509588"/>
              </a:xfrm>
              <a:custGeom>
                <a:avLst/>
                <a:gdLst>
                  <a:gd name="T0" fmla="*/ 2252 w 2252"/>
                  <a:gd name="T1" fmla="*/ 304 h 321"/>
                  <a:gd name="T2" fmla="*/ 2252 w 2252"/>
                  <a:gd name="T3" fmla="*/ 304 h 321"/>
                  <a:gd name="T4" fmla="*/ 2252 w 2252"/>
                  <a:gd name="T5" fmla="*/ 321 h 321"/>
                  <a:gd name="T6" fmla="*/ 2252 w 2252"/>
                  <a:gd name="T7" fmla="*/ 304 h 321"/>
                  <a:gd name="T8" fmla="*/ 0 w 2252"/>
                  <a:gd name="T9" fmla="*/ 0 h 321"/>
                  <a:gd name="T10" fmla="*/ 0 w 2252"/>
                  <a:gd name="T11" fmla="*/ 0 h 321"/>
                  <a:gd name="T12" fmla="*/ 0 w 2252"/>
                  <a:gd name="T13" fmla="*/ 29 h 321"/>
                  <a:gd name="T14" fmla="*/ 0 w 2252"/>
                  <a:gd name="T15" fmla="*/ 29 h 321"/>
                  <a:gd name="T16" fmla="*/ 0 w 2252"/>
                  <a:gd name="T17" fmla="*/ 0 h 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52" h="321">
                    <a:moveTo>
                      <a:pt x="2252" y="304"/>
                    </a:moveTo>
                    <a:lnTo>
                      <a:pt x="2252" y="304"/>
                    </a:lnTo>
                    <a:lnTo>
                      <a:pt x="2252" y="321"/>
                    </a:lnTo>
                    <a:lnTo>
                      <a:pt x="2252" y="304"/>
                    </a:lnTo>
                    <a:moveTo>
                      <a:pt x="0" y="0"/>
                    </a:moveTo>
                    <a:lnTo>
                      <a:pt x="0" y="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9" name="Freeform 169">
                <a:extLst>
                  <a:ext uri="{FF2B5EF4-FFF2-40B4-BE49-F238E27FC236}">
                    <a16:creationId xmlns:a16="http://schemas.microsoft.com/office/drawing/2014/main" id="{977EA83F-F89F-4778-B34A-AE5FAFB4000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8512" y="2505076"/>
                <a:ext cx="3455988" cy="2157413"/>
              </a:xfrm>
              <a:custGeom>
                <a:avLst/>
                <a:gdLst>
                  <a:gd name="T0" fmla="*/ 891 w 917"/>
                  <a:gd name="T1" fmla="*/ 566 h 572"/>
                  <a:gd name="T2" fmla="*/ 852 w 917"/>
                  <a:gd name="T3" fmla="*/ 572 h 572"/>
                  <a:gd name="T4" fmla="*/ 765 w 917"/>
                  <a:gd name="T5" fmla="*/ 572 h 572"/>
                  <a:gd name="T6" fmla="*/ 699 w 917"/>
                  <a:gd name="T7" fmla="*/ 572 h 572"/>
                  <a:gd name="T8" fmla="*/ 655 w 917"/>
                  <a:gd name="T9" fmla="*/ 571 h 572"/>
                  <a:gd name="T10" fmla="*/ 612 w 917"/>
                  <a:gd name="T11" fmla="*/ 571 h 572"/>
                  <a:gd name="T12" fmla="*/ 590 w 917"/>
                  <a:gd name="T13" fmla="*/ 571 h 572"/>
                  <a:gd name="T14" fmla="*/ 547 w 917"/>
                  <a:gd name="T15" fmla="*/ 571 h 572"/>
                  <a:gd name="T16" fmla="*/ 503 w 917"/>
                  <a:gd name="T17" fmla="*/ 572 h 572"/>
                  <a:gd name="T18" fmla="*/ 416 w 917"/>
                  <a:gd name="T19" fmla="*/ 572 h 572"/>
                  <a:gd name="T20" fmla="*/ 350 w 917"/>
                  <a:gd name="T21" fmla="*/ 572 h 572"/>
                  <a:gd name="T22" fmla="*/ 306 w 917"/>
                  <a:gd name="T23" fmla="*/ 571 h 572"/>
                  <a:gd name="T24" fmla="*/ 263 w 917"/>
                  <a:gd name="T25" fmla="*/ 571 h 572"/>
                  <a:gd name="T26" fmla="*/ 241 w 917"/>
                  <a:gd name="T27" fmla="*/ 571 h 572"/>
                  <a:gd name="T28" fmla="*/ 198 w 917"/>
                  <a:gd name="T29" fmla="*/ 571 h 572"/>
                  <a:gd name="T30" fmla="*/ 154 w 917"/>
                  <a:gd name="T31" fmla="*/ 572 h 572"/>
                  <a:gd name="T32" fmla="*/ 67 w 917"/>
                  <a:gd name="T33" fmla="*/ 572 h 572"/>
                  <a:gd name="T34" fmla="*/ 17 w 917"/>
                  <a:gd name="T35" fmla="*/ 572 h 572"/>
                  <a:gd name="T36" fmla="*/ 891 w 917"/>
                  <a:gd name="T37" fmla="*/ 545 h 572"/>
                  <a:gd name="T38" fmla="*/ 17 w 917"/>
                  <a:gd name="T39" fmla="*/ 529 h 572"/>
                  <a:gd name="T40" fmla="*/ 893 w 917"/>
                  <a:gd name="T41" fmla="*/ 501 h 572"/>
                  <a:gd name="T42" fmla="*/ 15 w 917"/>
                  <a:gd name="T43" fmla="*/ 485 h 572"/>
                  <a:gd name="T44" fmla="*/ 895 w 917"/>
                  <a:gd name="T45" fmla="*/ 457 h 572"/>
                  <a:gd name="T46" fmla="*/ 14 w 917"/>
                  <a:gd name="T47" fmla="*/ 442 h 572"/>
                  <a:gd name="T48" fmla="*/ 897 w 917"/>
                  <a:gd name="T49" fmla="*/ 414 h 572"/>
                  <a:gd name="T50" fmla="*/ 13 w 917"/>
                  <a:gd name="T51" fmla="*/ 398 h 572"/>
                  <a:gd name="T52" fmla="*/ 899 w 917"/>
                  <a:gd name="T53" fmla="*/ 370 h 572"/>
                  <a:gd name="T54" fmla="*/ 11 w 917"/>
                  <a:gd name="T55" fmla="*/ 354 h 572"/>
                  <a:gd name="T56" fmla="*/ 901 w 917"/>
                  <a:gd name="T57" fmla="*/ 327 h 572"/>
                  <a:gd name="T58" fmla="*/ 10 w 917"/>
                  <a:gd name="T59" fmla="*/ 311 h 572"/>
                  <a:gd name="T60" fmla="*/ 903 w 917"/>
                  <a:gd name="T61" fmla="*/ 283 h 572"/>
                  <a:gd name="T62" fmla="*/ 9 w 917"/>
                  <a:gd name="T63" fmla="*/ 267 h 572"/>
                  <a:gd name="T64" fmla="*/ 905 w 917"/>
                  <a:gd name="T65" fmla="*/ 240 h 572"/>
                  <a:gd name="T66" fmla="*/ 7 w 917"/>
                  <a:gd name="T67" fmla="*/ 223 h 572"/>
                  <a:gd name="T68" fmla="*/ 907 w 917"/>
                  <a:gd name="T69" fmla="*/ 196 h 572"/>
                  <a:gd name="T70" fmla="*/ 6 w 917"/>
                  <a:gd name="T71" fmla="*/ 180 h 572"/>
                  <a:gd name="T72" fmla="*/ 909 w 917"/>
                  <a:gd name="T73" fmla="*/ 152 h 572"/>
                  <a:gd name="T74" fmla="*/ 5 w 917"/>
                  <a:gd name="T75" fmla="*/ 136 h 572"/>
                  <a:gd name="T76" fmla="*/ 911 w 917"/>
                  <a:gd name="T77" fmla="*/ 109 h 572"/>
                  <a:gd name="T78" fmla="*/ 3 w 917"/>
                  <a:gd name="T79" fmla="*/ 93 h 572"/>
                  <a:gd name="T80" fmla="*/ 913 w 917"/>
                  <a:gd name="T81" fmla="*/ 65 h 572"/>
                  <a:gd name="T82" fmla="*/ 2 w 917"/>
                  <a:gd name="T83" fmla="*/ 49 h 572"/>
                  <a:gd name="T84" fmla="*/ 915 w 917"/>
                  <a:gd name="T85" fmla="*/ 22 h 572"/>
                  <a:gd name="T86" fmla="*/ 916 w 917"/>
                  <a:gd name="T87" fmla="*/ 21 h 572"/>
                  <a:gd name="T88" fmla="*/ 1 w 917"/>
                  <a:gd name="T89" fmla="*/ 2 h 572"/>
                  <a:gd name="T90" fmla="*/ 892 w 917"/>
                  <a:gd name="T91" fmla="*/ 0 h 572"/>
                  <a:gd name="T92" fmla="*/ 849 w 917"/>
                  <a:gd name="T93" fmla="*/ 1 h 572"/>
                  <a:gd name="T94" fmla="*/ 805 w 917"/>
                  <a:gd name="T95" fmla="*/ 2 h 572"/>
                  <a:gd name="T96" fmla="*/ 717 w 917"/>
                  <a:gd name="T97" fmla="*/ 2 h 572"/>
                  <a:gd name="T98" fmla="*/ 652 w 917"/>
                  <a:gd name="T99" fmla="*/ 2 h 572"/>
                  <a:gd name="T100" fmla="*/ 607 w 917"/>
                  <a:gd name="T101" fmla="*/ 1 h 572"/>
                  <a:gd name="T102" fmla="*/ 565 w 917"/>
                  <a:gd name="T103" fmla="*/ 0 h 572"/>
                  <a:gd name="T104" fmla="*/ 543 w 917"/>
                  <a:gd name="T105" fmla="*/ 0 h 572"/>
                  <a:gd name="T106" fmla="*/ 500 w 917"/>
                  <a:gd name="T107" fmla="*/ 1 h 572"/>
                  <a:gd name="T108" fmla="*/ 456 w 917"/>
                  <a:gd name="T109" fmla="*/ 2 h 572"/>
                  <a:gd name="T110" fmla="*/ 368 w 917"/>
                  <a:gd name="T111" fmla="*/ 2 h 572"/>
                  <a:gd name="T112" fmla="*/ 303 w 917"/>
                  <a:gd name="T113" fmla="*/ 2 h 572"/>
                  <a:gd name="T114" fmla="*/ 258 w 917"/>
                  <a:gd name="T115" fmla="*/ 1 h 572"/>
                  <a:gd name="T116" fmla="*/ 216 w 917"/>
                  <a:gd name="T117" fmla="*/ 0 h 572"/>
                  <a:gd name="T118" fmla="*/ 194 w 917"/>
                  <a:gd name="T119" fmla="*/ 0 h 572"/>
                  <a:gd name="T120" fmla="*/ 151 w 917"/>
                  <a:gd name="T121" fmla="*/ 1 h 572"/>
                  <a:gd name="T122" fmla="*/ 106 w 917"/>
                  <a:gd name="T123" fmla="*/ 2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17" h="572">
                    <a:moveTo>
                      <a:pt x="891" y="572"/>
                    </a:moveTo>
                    <a:cubicBezTo>
                      <a:pt x="874" y="572"/>
                      <a:pt x="874" y="572"/>
                      <a:pt x="874" y="572"/>
                    </a:cubicBezTo>
                    <a:cubicBezTo>
                      <a:pt x="873" y="572"/>
                      <a:pt x="873" y="572"/>
                      <a:pt x="873" y="571"/>
                    </a:cubicBezTo>
                    <a:cubicBezTo>
                      <a:pt x="873" y="571"/>
                      <a:pt x="873" y="571"/>
                      <a:pt x="874" y="571"/>
                    </a:cubicBezTo>
                    <a:cubicBezTo>
                      <a:pt x="889" y="571"/>
                      <a:pt x="889" y="571"/>
                      <a:pt x="889" y="571"/>
                    </a:cubicBezTo>
                    <a:cubicBezTo>
                      <a:pt x="889" y="566"/>
                      <a:pt x="889" y="566"/>
                      <a:pt x="889" y="566"/>
                    </a:cubicBezTo>
                    <a:cubicBezTo>
                      <a:pt x="889" y="565"/>
                      <a:pt x="890" y="565"/>
                      <a:pt x="890" y="565"/>
                    </a:cubicBezTo>
                    <a:cubicBezTo>
                      <a:pt x="890" y="565"/>
                      <a:pt x="891" y="565"/>
                      <a:pt x="891" y="566"/>
                    </a:cubicBezTo>
                    <a:cubicBezTo>
                      <a:pt x="891" y="572"/>
                      <a:pt x="891" y="572"/>
                      <a:pt x="891" y="572"/>
                    </a:cubicBezTo>
                    <a:moveTo>
                      <a:pt x="852" y="572"/>
                    </a:moveTo>
                    <a:cubicBezTo>
                      <a:pt x="830" y="572"/>
                      <a:pt x="830" y="572"/>
                      <a:pt x="830" y="572"/>
                    </a:cubicBezTo>
                    <a:cubicBezTo>
                      <a:pt x="830" y="572"/>
                      <a:pt x="829" y="572"/>
                      <a:pt x="829" y="571"/>
                    </a:cubicBezTo>
                    <a:cubicBezTo>
                      <a:pt x="829" y="571"/>
                      <a:pt x="830" y="571"/>
                      <a:pt x="830" y="571"/>
                    </a:cubicBezTo>
                    <a:cubicBezTo>
                      <a:pt x="852" y="571"/>
                      <a:pt x="852" y="571"/>
                      <a:pt x="852" y="571"/>
                    </a:cubicBezTo>
                    <a:cubicBezTo>
                      <a:pt x="852" y="571"/>
                      <a:pt x="853" y="571"/>
                      <a:pt x="853" y="571"/>
                    </a:cubicBezTo>
                    <a:cubicBezTo>
                      <a:pt x="853" y="572"/>
                      <a:pt x="852" y="572"/>
                      <a:pt x="852" y="572"/>
                    </a:cubicBezTo>
                    <a:moveTo>
                      <a:pt x="808" y="572"/>
                    </a:moveTo>
                    <a:cubicBezTo>
                      <a:pt x="787" y="572"/>
                      <a:pt x="787" y="572"/>
                      <a:pt x="787" y="572"/>
                    </a:cubicBezTo>
                    <a:cubicBezTo>
                      <a:pt x="786" y="572"/>
                      <a:pt x="786" y="572"/>
                      <a:pt x="786" y="571"/>
                    </a:cubicBezTo>
                    <a:cubicBezTo>
                      <a:pt x="786" y="571"/>
                      <a:pt x="786" y="571"/>
                      <a:pt x="787" y="571"/>
                    </a:cubicBezTo>
                    <a:cubicBezTo>
                      <a:pt x="808" y="571"/>
                      <a:pt x="808" y="571"/>
                      <a:pt x="808" y="571"/>
                    </a:cubicBezTo>
                    <a:cubicBezTo>
                      <a:pt x="809" y="571"/>
                      <a:pt x="809" y="571"/>
                      <a:pt x="809" y="571"/>
                    </a:cubicBezTo>
                    <a:cubicBezTo>
                      <a:pt x="809" y="572"/>
                      <a:pt x="809" y="572"/>
                      <a:pt x="808" y="572"/>
                    </a:cubicBezTo>
                    <a:moveTo>
                      <a:pt x="765" y="572"/>
                    </a:moveTo>
                    <a:cubicBezTo>
                      <a:pt x="743" y="572"/>
                      <a:pt x="743" y="572"/>
                      <a:pt x="743" y="572"/>
                    </a:cubicBezTo>
                    <a:cubicBezTo>
                      <a:pt x="742" y="572"/>
                      <a:pt x="742" y="572"/>
                      <a:pt x="742" y="571"/>
                    </a:cubicBezTo>
                    <a:cubicBezTo>
                      <a:pt x="742" y="571"/>
                      <a:pt x="742" y="571"/>
                      <a:pt x="743" y="571"/>
                    </a:cubicBezTo>
                    <a:cubicBezTo>
                      <a:pt x="765" y="571"/>
                      <a:pt x="765" y="571"/>
                      <a:pt x="765" y="571"/>
                    </a:cubicBezTo>
                    <a:cubicBezTo>
                      <a:pt x="765" y="571"/>
                      <a:pt x="766" y="571"/>
                      <a:pt x="766" y="571"/>
                    </a:cubicBezTo>
                    <a:cubicBezTo>
                      <a:pt x="766" y="572"/>
                      <a:pt x="765" y="572"/>
                      <a:pt x="765" y="572"/>
                    </a:cubicBezTo>
                    <a:moveTo>
                      <a:pt x="721" y="572"/>
                    </a:moveTo>
                    <a:cubicBezTo>
                      <a:pt x="699" y="572"/>
                      <a:pt x="699" y="572"/>
                      <a:pt x="699" y="572"/>
                    </a:cubicBezTo>
                    <a:cubicBezTo>
                      <a:pt x="699" y="572"/>
                      <a:pt x="698" y="572"/>
                      <a:pt x="698" y="571"/>
                    </a:cubicBezTo>
                    <a:cubicBezTo>
                      <a:pt x="698" y="571"/>
                      <a:pt x="699" y="571"/>
                      <a:pt x="699" y="571"/>
                    </a:cubicBezTo>
                    <a:cubicBezTo>
                      <a:pt x="721" y="571"/>
                      <a:pt x="721" y="571"/>
                      <a:pt x="721" y="571"/>
                    </a:cubicBezTo>
                    <a:cubicBezTo>
                      <a:pt x="722" y="571"/>
                      <a:pt x="722" y="571"/>
                      <a:pt x="722" y="571"/>
                    </a:cubicBezTo>
                    <a:cubicBezTo>
                      <a:pt x="722" y="572"/>
                      <a:pt x="722" y="572"/>
                      <a:pt x="721" y="572"/>
                    </a:cubicBezTo>
                    <a:moveTo>
                      <a:pt x="677" y="572"/>
                    </a:moveTo>
                    <a:cubicBezTo>
                      <a:pt x="656" y="572"/>
                      <a:pt x="656" y="572"/>
                      <a:pt x="656" y="572"/>
                    </a:cubicBezTo>
                    <a:cubicBezTo>
                      <a:pt x="655" y="572"/>
                      <a:pt x="655" y="572"/>
                      <a:pt x="655" y="571"/>
                    </a:cubicBezTo>
                    <a:cubicBezTo>
                      <a:pt x="655" y="571"/>
                      <a:pt x="655" y="571"/>
                      <a:pt x="656" y="571"/>
                    </a:cubicBezTo>
                    <a:cubicBezTo>
                      <a:pt x="677" y="571"/>
                      <a:pt x="677" y="571"/>
                      <a:pt x="677" y="571"/>
                    </a:cubicBezTo>
                    <a:cubicBezTo>
                      <a:pt x="678" y="571"/>
                      <a:pt x="678" y="571"/>
                      <a:pt x="678" y="571"/>
                    </a:cubicBezTo>
                    <a:cubicBezTo>
                      <a:pt x="678" y="572"/>
                      <a:pt x="678" y="572"/>
                      <a:pt x="677" y="572"/>
                    </a:cubicBezTo>
                    <a:moveTo>
                      <a:pt x="634" y="572"/>
                    </a:moveTo>
                    <a:cubicBezTo>
                      <a:pt x="612" y="572"/>
                      <a:pt x="612" y="572"/>
                      <a:pt x="612" y="572"/>
                    </a:cubicBezTo>
                    <a:cubicBezTo>
                      <a:pt x="611" y="572"/>
                      <a:pt x="611" y="572"/>
                      <a:pt x="611" y="571"/>
                    </a:cubicBezTo>
                    <a:cubicBezTo>
                      <a:pt x="611" y="571"/>
                      <a:pt x="611" y="571"/>
                      <a:pt x="612" y="571"/>
                    </a:cubicBezTo>
                    <a:cubicBezTo>
                      <a:pt x="634" y="571"/>
                      <a:pt x="634" y="571"/>
                      <a:pt x="634" y="571"/>
                    </a:cubicBezTo>
                    <a:cubicBezTo>
                      <a:pt x="634" y="571"/>
                      <a:pt x="635" y="571"/>
                      <a:pt x="635" y="571"/>
                    </a:cubicBezTo>
                    <a:cubicBezTo>
                      <a:pt x="635" y="572"/>
                      <a:pt x="634" y="572"/>
                      <a:pt x="634" y="572"/>
                    </a:cubicBezTo>
                    <a:moveTo>
                      <a:pt x="590" y="572"/>
                    </a:moveTo>
                    <a:cubicBezTo>
                      <a:pt x="568" y="572"/>
                      <a:pt x="568" y="572"/>
                      <a:pt x="568" y="572"/>
                    </a:cubicBezTo>
                    <a:cubicBezTo>
                      <a:pt x="568" y="572"/>
                      <a:pt x="567" y="572"/>
                      <a:pt x="567" y="571"/>
                    </a:cubicBezTo>
                    <a:cubicBezTo>
                      <a:pt x="567" y="571"/>
                      <a:pt x="568" y="571"/>
                      <a:pt x="568" y="571"/>
                    </a:cubicBezTo>
                    <a:cubicBezTo>
                      <a:pt x="590" y="571"/>
                      <a:pt x="590" y="571"/>
                      <a:pt x="590" y="571"/>
                    </a:cubicBezTo>
                    <a:cubicBezTo>
                      <a:pt x="591" y="571"/>
                      <a:pt x="591" y="571"/>
                      <a:pt x="591" y="571"/>
                    </a:cubicBezTo>
                    <a:cubicBezTo>
                      <a:pt x="591" y="572"/>
                      <a:pt x="591" y="572"/>
                      <a:pt x="590" y="572"/>
                    </a:cubicBezTo>
                    <a:moveTo>
                      <a:pt x="547" y="572"/>
                    </a:moveTo>
                    <a:cubicBezTo>
                      <a:pt x="525" y="572"/>
                      <a:pt x="525" y="572"/>
                      <a:pt x="525" y="572"/>
                    </a:cubicBezTo>
                    <a:cubicBezTo>
                      <a:pt x="524" y="572"/>
                      <a:pt x="524" y="572"/>
                      <a:pt x="524" y="571"/>
                    </a:cubicBezTo>
                    <a:cubicBezTo>
                      <a:pt x="524" y="571"/>
                      <a:pt x="524" y="571"/>
                      <a:pt x="525" y="571"/>
                    </a:cubicBezTo>
                    <a:cubicBezTo>
                      <a:pt x="547" y="571"/>
                      <a:pt x="547" y="571"/>
                      <a:pt x="547" y="571"/>
                    </a:cubicBezTo>
                    <a:cubicBezTo>
                      <a:pt x="547" y="571"/>
                      <a:pt x="547" y="571"/>
                      <a:pt x="547" y="571"/>
                    </a:cubicBezTo>
                    <a:cubicBezTo>
                      <a:pt x="547" y="572"/>
                      <a:pt x="547" y="572"/>
                      <a:pt x="547" y="572"/>
                    </a:cubicBezTo>
                    <a:moveTo>
                      <a:pt x="503" y="572"/>
                    </a:moveTo>
                    <a:cubicBezTo>
                      <a:pt x="481" y="572"/>
                      <a:pt x="481" y="572"/>
                      <a:pt x="481" y="572"/>
                    </a:cubicBezTo>
                    <a:cubicBezTo>
                      <a:pt x="481" y="572"/>
                      <a:pt x="480" y="572"/>
                      <a:pt x="480" y="571"/>
                    </a:cubicBezTo>
                    <a:cubicBezTo>
                      <a:pt x="480" y="571"/>
                      <a:pt x="481" y="571"/>
                      <a:pt x="481" y="571"/>
                    </a:cubicBezTo>
                    <a:cubicBezTo>
                      <a:pt x="503" y="571"/>
                      <a:pt x="503" y="571"/>
                      <a:pt x="503" y="571"/>
                    </a:cubicBezTo>
                    <a:cubicBezTo>
                      <a:pt x="503" y="571"/>
                      <a:pt x="504" y="571"/>
                      <a:pt x="504" y="571"/>
                    </a:cubicBezTo>
                    <a:cubicBezTo>
                      <a:pt x="504" y="572"/>
                      <a:pt x="503" y="572"/>
                      <a:pt x="503" y="572"/>
                    </a:cubicBezTo>
                    <a:moveTo>
                      <a:pt x="459" y="572"/>
                    </a:moveTo>
                    <a:cubicBezTo>
                      <a:pt x="437" y="572"/>
                      <a:pt x="437" y="572"/>
                      <a:pt x="437" y="572"/>
                    </a:cubicBezTo>
                    <a:cubicBezTo>
                      <a:pt x="437" y="572"/>
                      <a:pt x="437" y="572"/>
                      <a:pt x="437" y="571"/>
                    </a:cubicBezTo>
                    <a:cubicBezTo>
                      <a:pt x="437" y="571"/>
                      <a:pt x="437" y="571"/>
                      <a:pt x="437" y="571"/>
                    </a:cubicBezTo>
                    <a:cubicBezTo>
                      <a:pt x="459" y="571"/>
                      <a:pt x="459" y="571"/>
                      <a:pt x="459" y="571"/>
                    </a:cubicBezTo>
                    <a:cubicBezTo>
                      <a:pt x="460" y="571"/>
                      <a:pt x="460" y="571"/>
                      <a:pt x="460" y="571"/>
                    </a:cubicBezTo>
                    <a:cubicBezTo>
                      <a:pt x="460" y="572"/>
                      <a:pt x="460" y="572"/>
                      <a:pt x="459" y="572"/>
                    </a:cubicBezTo>
                    <a:moveTo>
                      <a:pt x="416" y="572"/>
                    </a:moveTo>
                    <a:cubicBezTo>
                      <a:pt x="394" y="572"/>
                      <a:pt x="394" y="572"/>
                      <a:pt x="394" y="572"/>
                    </a:cubicBezTo>
                    <a:cubicBezTo>
                      <a:pt x="393" y="572"/>
                      <a:pt x="393" y="572"/>
                      <a:pt x="393" y="571"/>
                    </a:cubicBezTo>
                    <a:cubicBezTo>
                      <a:pt x="393" y="571"/>
                      <a:pt x="393" y="571"/>
                      <a:pt x="394" y="571"/>
                    </a:cubicBezTo>
                    <a:cubicBezTo>
                      <a:pt x="416" y="571"/>
                      <a:pt x="416" y="571"/>
                      <a:pt x="416" y="571"/>
                    </a:cubicBezTo>
                    <a:cubicBezTo>
                      <a:pt x="416" y="571"/>
                      <a:pt x="417" y="571"/>
                      <a:pt x="417" y="571"/>
                    </a:cubicBezTo>
                    <a:cubicBezTo>
                      <a:pt x="417" y="572"/>
                      <a:pt x="416" y="572"/>
                      <a:pt x="416" y="572"/>
                    </a:cubicBezTo>
                    <a:moveTo>
                      <a:pt x="372" y="572"/>
                    </a:moveTo>
                    <a:cubicBezTo>
                      <a:pt x="350" y="572"/>
                      <a:pt x="350" y="572"/>
                      <a:pt x="350" y="572"/>
                    </a:cubicBezTo>
                    <a:cubicBezTo>
                      <a:pt x="350" y="572"/>
                      <a:pt x="349" y="572"/>
                      <a:pt x="349" y="571"/>
                    </a:cubicBezTo>
                    <a:cubicBezTo>
                      <a:pt x="349" y="571"/>
                      <a:pt x="350" y="571"/>
                      <a:pt x="350" y="571"/>
                    </a:cubicBezTo>
                    <a:cubicBezTo>
                      <a:pt x="372" y="571"/>
                      <a:pt x="372" y="571"/>
                      <a:pt x="372" y="571"/>
                    </a:cubicBezTo>
                    <a:cubicBezTo>
                      <a:pt x="372" y="571"/>
                      <a:pt x="373" y="571"/>
                      <a:pt x="373" y="571"/>
                    </a:cubicBezTo>
                    <a:cubicBezTo>
                      <a:pt x="373" y="572"/>
                      <a:pt x="372" y="572"/>
                      <a:pt x="372" y="572"/>
                    </a:cubicBezTo>
                    <a:moveTo>
                      <a:pt x="328" y="572"/>
                    </a:moveTo>
                    <a:cubicBezTo>
                      <a:pt x="307" y="572"/>
                      <a:pt x="307" y="572"/>
                      <a:pt x="307" y="572"/>
                    </a:cubicBezTo>
                    <a:cubicBezTo>
                      <a:pt x="306" y="572"/>
                      <a:pt x="306" y="572"/>
                      <a:pt x="306" y="571"/>
                    </a:cubicBezTo>
                    <a:cubicBezTo>
                      <a:pt x="306" y="571"/>
                      <a:pt x="306" y="571"/>
                      <a:pt x="307" y="571"/>
                    </a:cubicBezTo>
                    <a:cubicBezTo>
                      <a:pt x="328" y="571"/>
                      <a:pt x="328" y="571"/>
                      <a:pt x="328" y="571"/>
                    </a:cubicBezTo>
                    <a:cubicBezTo>
                      <a:pt x="329" y="571"/>
                      <a:pt x="329" y="571"/>
                      <a:pt x="329" y="571"/>
                    </a:cubicBezTo>
                    <a:cubicBezTo>
                      <a:pt x="329" y="572"/>
                      <a:pt x="329" y="572"/>
                      <a:pt x="328" y="572"/>
                    </a:cubicBezTo>
                    <a:moveTo>
                      <a:pt x="285" y="572"/>
                    </a:moveTo>
                    <a:cubicBezTo>
                      <a:pt x="263" y="572"/>
                      <a:pt x="263" y="572"/>
                      <a:pt x="263" y="572"/>
                    </a:cubicBezTo>
                    <a:cubicBezTo>
                      <a:pt x="262" y="572"/>
                      <a:pt x="262" y="572"/>
                      <a:pt x="262" y="571"/>
                    </a:cubicBezTo>
                    <a:cubicBezTo>
                      <a:pt x="262" y="571"/>
                      <a:pt x="262" y="571"/>
                      <a:pt x="263" y="571"/>
                    </a:cubicBezTo>
                    <a:cubicBezTo>
                      <a:pt x="285" y="571"/>
                      <a:pt x="285" y="571"/>
                      <a:pt x="285" y="571"/>
                    </a:cubicBezTo>
                    <a:cubicBezTo>
                      <a:pt x="285" y="571"/>
                      <a:pt x="286" y="571"/>
                      <a:pt x="286" y="571"/>
                    </a:cubicBezTo>
                    <a:cubicBezTo>
                      <a:pt x="286" y="572"/>
                      <a:pt x="285" y="572"/>
                      <a:pt x="285" y="572"/>
                    </a:cubicBezTo>
                    <a:moveTo>
                      <a:pt x="241" y="572"/>
                    </a:moveTo>
                    <a:cubicBezTo>
                      <a:pt x="219" y="572"/>
                      <a:pt x="219" y="572"/>
                      <a:pt x="219" y="572"/>
                    </a:cubicBezTo>
                    <a:cubicBezTo>
                      <a:pt x="219" y="572"/>
                      <a:pt x="218" y="572"/>
                      <a:pt x="218" y="571"/>
                    </a:cubicBezTo>
                    <a:cubicBezTo>
                      <a:pt x="218" y="571"/>
                      <a:pt x="219" y="571"/>
                      <a:pt x="219" y="571"/>
                    </a:cubicBezTo>
                    <a:cubicBezTo>
                      <a:pt x="241" y="571"/>
                      <a:pt x="241" y="571"/>
                      <a:pt x="241" y="571"/>
                    </a:cubicBezTo>
                    <a:cubicBezTo>
                      <a:pt x="242" y="571"/>
                      <a:pt x="242" y="571"/>
                      <a:pt x="242" y="571"/>
                    </a:cubicBezTo>
                    <a:cubicBezTo>
                      <a:pt x="242" y="572"/>
                      <a:pt x="242" y="572"/>
                      <a:pt x="241" y="572"/>
                    </a:cubicBezTo>
                    <a:moveTo>
                      <a:pt x="197" y="572"/>
                    </a:moveTo>
                    <a:cubicBezTo>
                      <a:pt x="176" y="572"/>
                      <a:pt x="176" y="572"/>
                      <a:pt x="176" y="572"/>
                    </a:cubicBezTo>
                    <a:cubicBezTo>
                      <a:pt x="175" y="572"/>
                      <a:pt x="175" y="572"/>
                      <a:pt x="175" y="571"/>
                    </a:cubicBezTo>
                    <a:cubicBezTo>
                      <a:pt x="175" y="571"/>
                      <a:pt x="175" y="571"/>
                      <a:pt x="176" y="571"/>
                    </a:cubicBezTo>
                    <a:cubicBezTo>
                      <a:pt x="197" y="571"/>
                      <a:pt x="197" y="571"/>
                      <a:pt x="197" y="571"/>
                    </a:cubicBezTo>
                    <a:cubicBezTo>
                      <a:pt x="198" y="571"/>
                      <a:pt x="198" y="571"/>
                      <a:pt x="198" y="571"/>
                    </a:cubicBezTo>
                    <a:cubicBezTo>
                      <a:pt x="198" y="572"/>
                      <a:pt x="198" y="572"/>
                      <a:pt x="197" y="572"/>
                    </a:cubicBezTo>
                    <a:moveTo>
                      <a:pt x="154" y="572"/>
                    </a:moveTo>
                    <a:cubicBezTo>
                      <a:pt x="132" y="572"/>
                      <a:pt x="132" y="572"/>
                      <a:pt x="132" y="572"/>
                    </a:cubicBezTo>
                    <a:cubicBezTo>
                      <a:pt x="131" y="572"/>
                      <a:pt x="131" y="572"/>
                      <a:pt x="131" y="571"/>
                    </a:cubicBezTo>
                    <a:cubicBezTo>
                      <a:pt x="131" y="571"/>
                      <a:pt x="131" y="571"/>
                      <a:pt x="132" y="571"/>
                    </a:cubicBezTo>
                    <a:cubicBezTo>
                      <a:pt x="154" y="571"/>
                      <a:pt x="154" y="571"/>
                      <a:pt x="154" y="571"/>
                    </a:cubicBezTo>
                    <a:cubicBezTo>
                      <a:pt x="154" y="571"/>
                      <a:pt x="155" y="571"/>
                      <a:pt x="155" y="571"/>
                    </a:cubicBezTo>
                    <a:cubicBezTo>
                      <a:pt x="155" y="572"/>
                      <a:pt x="154" y="572"/>
                      <a:pt x="154" y="572"/>
                    </a:cubicBezTo>
                    <a:moveTo>
                      <a:pt x="110" y="572"/>
                    </a:moveTo>
                    <a:cubicBezTo>
                      <a:pt x="88" y="572"/>
                      <a:pt x="88" y="572"/>
                      <a:pt x="88" y="572"/>
                    </a:cubicBezTo>
                    <a:cubicBezTo>
                      <a:pt x="88" y="572"/>
                      <a:pt x="87" y="572"/>
                      <a:pt x="87" y="571"/>
                    </a:cubicBezTo>
                    <a:cubicBezTo>
                      <a:pt x="87" y="571"/>
                      <a:pt x="88" y="571"/>
                      <a:pt x="88" y="571"/>
                    </a:cubicBezTo>
                    <a:cubicBezTo>
                      <a:pt x="110" y="571"/>
                      <a:pt x="110" y="571"/>
                      <a:pt x="110" y="571"/>
                    </a:cubicBezTo>
                    <a:cubicBezTo>
                      <a:pt x="111" y="571"/>
                      <a:pt x="111" y="571"/>
                      <a:pt x="111" y="571"/>
                    </a:cubicBezTo>
                    <a:cubicBezTo>
                      <a:pt x="111" y="572"/>
                      <a:pt x="111" y="572"/>
                      <a:pt x="110" y="572"/>
                    </a:cubicBezTo>
                    <a:moveTo>
                      <a:pt x="67" y="572"/>
                    </a:moveTo>
                    <a:cubicBezTo>
                      <a:pt x="45" y="572"/>
                      <a:pt x="45" y="572"/>
                      <a:pt x="45" y="572"/>
                    </a:cubicBezTo>
                    <a:cubicBezTo>
                      <a:pt x="44" y="572"/>
                      <a:pt x="44" y="572"/>
                      <a:pt x="44" y="571"/>
                    </a:cubicBezTo>
                    <a:cubicBezTo>
                      <a:pt x="44" y="571"/>
                      <a:pt x="44" y="571"/>
                      <a:pt x="45" y="571"/>
                    </a:cubicBezTo>
                    <a:cubicBezTo>
                      <a:pt x="67" y="571"/>
                      <a:pt x="67" y="571"/>
                      <a:pt x="67" y="571"/>
                    </a:cubicBezTo>
                    <a:cubicBezTo>
                      <a:pt x="67" y="571"/>
                      <a:pt x="67" y="571"/>
                      <a:pt x="67" y="571"/>
                    </a:cubicBezTo>
                    <a:cubicBezTo>
                      <a:pt x="67" y="572"/>
                      <a:pt x="67" y="572"/>
                      <a:pt x="67" y="572"/>
                    </a:cubicBezTo>
                    <a:moveTo>
                      <a:pt x="23" y="572"/>
                    </a:moveTo>
                    <a:cubicBezTo>
                      <a:pt x="17" y="572"/>
                      <a:pt x="17" y="572"/>
                      <a:pt x="17" y="572"/>
                    </a:cubicBezTo>
                    <a:cubicBezTo>
                      <a:pt x="17" y="550"/>
                      <a:pt x="17" y="550"/>
                      <a:pt x="17" y="550"/>
                    </a:cubicBezTo>
                    <a:cubicBezTo>
                      <a:pt x="17" y="549"/>
                      <a:pt x="17" y="549"/>
                      <a:pt x="17" y="549"/>
                    </a:cubicBezTo>
                    <a:cubicBezTo>
                      <a:pt x="18" y="549"/>
                      <a:pt x="18" y="549"/>
                      <a:pt x="18" y="550"/>
                    </a:cubicBezTo>
                    <a:cubicBezTo>
                      <a:pt x="19" y="571"/>
                      <a:pt x="19" y="571"/>
                      <a:pt x="19" y="571"/>
                    </a:cubicBezTo>
                    <a:cubicBezTo>
                      <a:pt x="23" y="571"/>
                      <a:pt x="23" y="571"/>
                      <a:pt x="23" y="571"/>
                    </a:cubicBezTo>
                    <a:cubicBezTo>
                      <a:pt x="23" y="571"/>
                      <a:pt x="24" y="571"/>
                      <a:pt x="24" y="571"/>
                    </a:cubicBezTo>
                    <a:cubicBezTo>
                      <a:pt x="24" y="572"/>
                      <a:pt x="23" y="572"/>
                      <a:pt x="23" y="572"/>
                    </a:cubicBezTo>
                    <a:moveTo>
                      <a:pt x="891" y="545"/>
                    </a:moveTo>
                    <a:cubicBezTo>
                      <a:pt x="891" y="545"/>
                      <a:pt x="891" y="545"/>
                      <a:pt x="891" y="545"/>
                    </a:cubicBezTo>
                    <a:cubicBezTo>
                      <a:pt x="890" y="545"/>
                      <a:pt x="890" y="544"/>
                      <a:pt x="890" y="544"/>
                    </a:cubicBezTo>
                    <a:cubicBezTo>
                      <a:pt x="891" y="522"/>
                      <a:pt x="891" y="522"/>
                      <a:pt x="891" y="522"/>
                    </a:cubicBezTo>
                    <a:cubicBezTo>
                      <a:pt x="891" y="521"/>
                      <a:pt x="892" y="521"/>
                      <a:pt x="892" y="521"/>
                    </a:cubicBezTo>
                    <a:cubicBezTo>
                      <a:pt x="893" y="521"/>
                      <a:pt x="893" y="521"/>
                      <a:pt x="893" y="522"/>
                    </a:cubicBezTo>
                    <a:cubicBezTo>
                      <a:pt x="892" y="544"/>
                      <a:pt x="892" y="544"/>
                      <a:pt x="892" y="544"/>
                    </a:cubicBezTo>
                    <a:cubicBezTo>
                      <a:pt x="892" y="544"/>
                      <a:pt x="891" y="545"/>
                      <a:pt x="891" y="545"/>
                    </a:cubicBezTo>
                    <a:moveTo>
                      <a:pt x="17" y="529"/>
                    </a:moveTo>
                    <a:cubicBezTo>
                      <a:pt x="16" y="529"/>
                      <a:pt x="16" y="528"/>
                      <a:pt x="16" y="528"/>
                    </a:cubicBezTo>
                    <a:cubicBezTo>
                      <a:pt x="15" y="506"/>
                      <a:pt x="15" y="506"/>
                      <a:pt x="15" y="506"/>
                    </a:cubicBezTo>
                    <a:cubicBezTo>
                      <a:pt x="15" y="506"/>
                      <a:pt x="16" y="505"/>
                      <a:pt x="16" y="505"/>
                    </a:cubicBezTo>
                    <a:cubicBezTo>
                      <a:pt x="17" y="505"/>
                      <a:pt x="17" y="506"/>
                      <a:pt x="17" y="506"/>
                    </a:cubicBezTo>
                    <a:cubicBezTo>
                      <a:pt x="18" y="528"/>
                      <a:pt x="18" y="528"/>
                      <a:pt x="18" y="528"/>
                    </a:cubicBezTo>
                    <a:cubicBezTo>
                      <a:pt x="18" y="528"/>
                      <a:pt x="17" y="529"/>
                      <a:pt x="17" y="529"/>
                    </a:cubicBezTo>
                    <a:cubicBezTo>
                      <a:pt x="17" y="529"/>
                      <a:pt x="17" y="529"/>
                      <a:pt x="17" y="529"/>
                    </a:cubicBezTo>
                    <a:moveTo>
                      <a:pt x="893" y="501"/>
                    </a:moveTo>
                    <a:cubicBezTo>
                      <a:pt x="893" y="501"/>
                      <a:pt x="893" y="501"/>
                      <a:pt x="893" y="501"/>
                    </a:cubicBezTo>
                    <a:cubicBezTo>
                      <a:pt x="892" y="501"/>
                      <a:pt x="892" y="501"/>
                      <a:pt x="892" y="500"/>
                    </a:cubicBezTo>
                    <a:cubicBezTo>
                      <a:pt x="893" y="478"/>
                      <a:pt x="893" y="478"/>
                      <a:pt x="893" y="478"/>
                    </a:cubicBezTo>
                    <a:cubicBezTo>
                      <a:pt x="893" y="478"/>
                      <a:pt x="894" y="477"/>
                      <a:pt x="894" y="477"/>
                    </a:cubicBezTo>
                    <a:cubicBezTo>
                      <a:pt x="895" y="477"/>
                      <a:pt x="895" y="478"/>
                      <a:pt x="895" y="478"/>
                    </a:cubicBezTo>
                    <a:cubicBezTo>
                      <a:pt x="894" y="500"/>
                      <a:pt x="894" y="500"/>
                      <a:pt x="894" y="500"/>
                    </a:cubicBezTo>
                    <a:cubicBezTo>
                      <a:pt x="894" y="501"/>
                      <a:pt x="893" y="501"/>
                      <a:pt x="893" y="501"/>
                    </a:cubicBezTo>
                    <a:moveTo>
                      <a:pt x="15" y="485"/>
                    </a:moveTo>
                    <a:cubicBezTo>
                      <a:pt x="15" y="485"/>
                      <a:pt x="15" y="485"/>
                      <a:pt x="15" y="484"/>
                    </a:cubicBezTo>
                    <a:cubicBezTo>
                      <a:pt x="14" y="462"/>
                      <a:pt x="14" y="462"/>
                      <a:pt x="14" y="462"/>
                    </a:cubicBezTo>
                    <a:cubicBezTo>
                      <a:pt x="14" y="462"/>
                      <a:pt x="14" y="462"/>
                      <a:pt x="15" y="462"/>
                    </a:cubicBezTo>
                    <a:cubicBezTo>
                      <a:pt x="15" y="462"/>
                      <a:pt x="16" y="462"/>
                      <a:pt x="16" y="462"/>
                    </a:cubicBezTo>
                    <a:cubicBezTo>
                      <a:pt x="16" y="484"/>
                      <a:pt x="16" y="484"/>
                      <a:pt x="16" y="484"/>
                    </a:cubicBezTo>
                    <a:cubicBezTo>
                      <a:pt x="16" y="485"/>
                      <a:pt x="16" y="485"/>
                      <a:pt x="15" y="485"/>
                    </a:cubicBezTo>
                    <a:cubicBezTo>
                      <a:pt x="15" y="485"/>
                      <a:pt x="15" y="485"/>
                      <a:pt x="15" y="485"/>
                    </a:cubicBezTo>
                    <a:moveTo>
                      <a:pt x="895" y="457"/>
                    </a:moveTo>
                    <a:cubicBezTo>
                      <a:pt x="895" y="457"/>
                      <a:pt x="895" y="457"/>
                      <a:pt x="895" y="457"/>
                    </a:cubicBezTo>
                    <a:cubicBezTo>
                      <a:pt x="894" y="457"/>
                      <a:pt x="894" y="457"/>
                      <a:pt x="894" y="457"/>
                    </a:cubicBezTo>
                    <a:cubicBezTo>
                      <a:pt x="895" y="435"/>
                      <a:pt x="895" y="435"/>
                      <a:pt x="895" y="435"/>
                    </a:cubicBezTo>
                    <a:cubicBezTo>
                      <a:pt x="895" y="434"/>
                      <a:pt x="896" y="434"/>
                      <a:pt x="896" y="434"/>
                    </a:cubicBezTo>
                    <a:cubicBezTo>
                      <a:pt x="897" y="434"/>
                      <a:pt x="897" y="434"/>
                      <a:pt x="897" y="435"/>
                    </a:cubicBezTo>
                    <a:cubicBezTo>
                      <a:pt x="896" y="457"/>
                      <a:pt x="896" y="457"/>
                      <a:pt x="896" y="457"/>
                    </a:cubicBezTo>
                    <a:cubicBezTo>
                      <a:pt x="896" y="457"/>
                      <a:pt x="896" y="457"/>
                      <a:pt x="895" y="457"/>
                    </a:cubicBezTo>
                    <a:moveTo>
                      <a:pt x="14" y="442"/>
                    </a:moveTo>
                    <a:cubicBezTo>
                      <a:pt x="14" y="442"/>
                      <a:pt x="13" y="441"/>
                      <a:pt x="13" y="441"/>
                    </a:cubicBezTo>
                    <a:cubicBezTo>
                      <a:pt x="13" y="419"/>
                      <a:pt x="13" y="419"/>
                      <a:pt x="13" y="419"/>
                    </a:cubicBezTo>
                    <a:cubicBezTo>
                      <a:pt x="12" y="418"/>
                      <a:pt x="13" y="418"/>
                      <a:pt x="13" y="418"/>
                    </a:cubicBezTo>
                    <a:cubicBezTo>
                      <a:pt x="14" y="418"/>
                      <a:pt x="14" y="418"/>
                      <a:pt x="14" y="419"/>
                    </a:cubicBezTo>
                    <a:cubicBezTo>
                      <a:pt x="15" y="441"/>
                      <a:pt x="15" y="441"/>
                      <a:pt x="15" y="441"/>
                    </a:cubicBezTo>
                    <a:cubicBezTo>
                      <a:pt x="15" y="441"/>
                      <a:pt x="15" y="442"/>
                      <a:pt x="14" y="442"/>
                    </a:cubicBezTo>
                    <a:cubicBezTo>
                      <a:pt x="14" y="442"/>
                      <a:pt x="14" y="442"/>
                      <a:pt x="14" y="442"/>
                    </a:cubicBezTo>
                    <a:moveTo>
                      <a:pt x="897" y="414"/>
                    </a:moveTo>
                    <a:cubicBezTo>
                      <a:pt x="897" y="414"/>
                      <a:pt x="897" y="414"/>
                      <a:pt x="897" y="414"/>
                    </a:cubicBezTo>
                    <a:cubicBezTo>
                      <a:pt x="897" y="414"/>
                      <a:pt x="896" y="413"/>
                      <a:pt x="896" y="413"/>
                    </a:cubicBezTo>
                    <a:cubicBezTo>
                      <a:pt x="897" y="391"/>
                      <a:pt x="897" y="391"/>
                      <a:pt x="897" y="391"/>
                    </a:cubicBezTo>
                    <a:cubicBezTo>
                      <a:pt x="897" y="391"/>
                      <a:pt x="898" y="390"/>
                      <a:pt x="898" y="390"/>
                    </a:cubicBezTo>
                    <a:cubicBezTo>
                      <a:pt x="899" y="390"/>
                      <a:pt x="899" y="391"/>
                      <a:pt x="899" y="391"/>
                    </a:cubicBezTo>
                    <a:cubicBezTo>
                      <a:pt x="898" y="413"/>
                      <a:pt x="898" y="413"/>
                      <a:pt x="898" y="413"/>
                    </a:cubicBezTo>
                    <a:cubicBezTo>
                      <a:pt x="898" y="414"/>
                      <a:pt x="898" y="414"/>
                      <a:pt x="897" y="414"/>
                    </a:cubicBezTo>
                    <a:moveTo>
                      <a:pt x="13" y="398"/>
                    </a:moveTo>
                    <a:cubicBezTo>
                      <a:pt x="12" y="398"/>
                      <a:pt x="12" y="398"/>
                      <a:pt x="12" y="397"/>
                    </a:cubicBezTo>
                    <a:cubicBezTo>
                      <a:pt x="11" y="375"/>
                      <a:pt x="11" y="375"/>
                      <a:pt x="11" y="375"/>
                    </a:cubicBezTo>
                    <a:cubicBezTo>
                      <a:pt x="11" y="375"/>
                      <a:pt x="12" y="374"/>
                      <a:pt x="12" y="374"/>
                    </a:cubicBezTo>
                    <a:cubicBezTo>
                      <a:pt x="13" y="374"/>
                      <a:pt x="13" y="375"/>
                      <a:pt x="13" y="375"/>
                    </a:cubicBezTo>
                    <a:cubicBezTo>
                      <a:pt x="14" y="397"/>
                      <a:pt x="14" y="397"/>
                      <a:pt x="14" y="397"/>
                    </a:cubicBezTo>
                    <a:cubicBezTo>
                      <a:pt x="14" y="397"/>
                      <a:pt x="13" y="398"/>
                      <a:pt x="13" y="398"/>
                    </a:cubicBezTo>
                    <a:cubicBezTo>
                      <a:pt x="13" y="398"/>
                      <a:pt x="13" y="398"/>
                      <a:pt x="13" y="398"/>
                    </a:cubicBezTo>
                    <a:moveTo>
                      <a:pt x="899" y="370"/>
                    </a:moveTo>
                    <a:cubicBezTo>
                      <a:pt x="899" y="370"/>
                      <a:pt x="899" y="370"/>
                      <a:pt x="899" y="370"/>
                    </a:cubicBezTo>
                    <a:cubicBezTo>
                      <a:pt x="899" y="370"/>
                      <a:pt x="898" y="370"/>
                      <a:pt x="898" y="369"/>
                    </a:cubicBezTo>
                    <a:cubicBezTo>
                      <a:pt x="899" y="348"/>
                      <a:pt x="899" y="348"/>
                      <a:pt x="899" y="348"/>
                    </a:cubicBezTo>
                    <a:cubicBezTo>
                      <a:pt x="899" y="347"/>
                      <a:pt x="900" y="347"/>
                      <a:pt x="900" y="347"/>
                    </a:cubicBezTo>
                    <a:cubicBezTo>
                      <a:pt x="901" y="347"/>
                      <a:pt x="901" y="347"/>
                      <a:pt x="901" y="348"/>
                    </a:cubicBezTo>
                    <a:cubicBezTo>
                      <a:pt x="900" y="369"/>
                      <a:pt x="900" y="369"/>
                      <a:pt x="900" y="369"/>
                    </a:cubicBezTo>
                    <a:cubicBezTo>
                      <a:pt x="900" y="370"/>
                      <a:pt x="900" y="370"/>
                      <a:pt x="899" y="370"/>
                    </a:cubicBezTo>
                    <a:moveTo>
                      <a:pt x="11" y="354"/>
                    </a:moveTo>
                    <a:cubicBezTo>
                      <a:pt x="11" y="354"/>
                      <a:pt x="10" y="354"/>
                      <a:pt x="10" y="353"/>
                    </a:cubicBezTo>
                    <a:cubicBezTo>
                      <a:pt x="10" y="332"/>
                      <a:pt x="10" y="332"/>
                      <a:pt x="10" y="332"/>
                    </a:cubicBezTo>
                    <a:cubicBezTo>
                      <a:pt x="10" y="331"/>
                      <a:pt x="10" y="331"/>
                      <a:pt x="11" y="331"/>
                    </a:cubicBezTo>
                    <a:cubicBezTo>
                      <a:pt x="11" y="331"/>
                      <a:pt x="12" y="331"/>
                      <a:pt x="12" y="332"/>
                    </a:cubicBezTo>
                    <a:cubicBezTo>
                      <a:pt x="12" y="353"/>
                      <a:pt x="12" y="353"/>
                      <a:pt x="12" y="353"/>
                    </a:cubicBezTo>
                    <a:cubicBezTo>
                      <a:pt x="12" y="354"/>
                      <a:pt x="12" y="354"/>
                      <a:pt x="11" y="354"/>
                    </a:cubicBezTo>
                    <a:cubicBezTo>
                      <a:pt x="11" y="354"/>
                      <a:pt x="11" y="354"/>
                      <a:pt x="11" y="354"/>
                    </a:cubicBezTo>
                    <a:moveTo>
                      <a:pt x="901" y="327"/>
                    </a:moveTo>
                    <a:cubicBezTo>
                      <a:pt x="901" y="327"/>
                      <a:pt x="901" y="327"/>
                      <a:pt x="901" y="327"/>
                    </a:cubicBezTo>
                    <a:cubicBezTo>
                      <a:pt x="901" y="327"/>
                      <a:pt x="900" y="326"/>
                      <a:pt x="900" y="326"/>
                    </a:cubicBezTo>
                    <a:cubicBezTo>
                      <a:pt x="901" y="304"/>
                      <a:pt x="901" y="304"/>
                      <a:pt x="901" y="304"/>
                    </a:cubicBezTo>
                    <a:cubicBezTo>
                      <a:pt x="901" y="303"/>
                      <a:pt x="902" y="303"/>
                      <a:pt x="902" y="303"/>
                    </a:cubicBezTo>
                    <a:cubicBezTo>
                      <a:pt x="903" y="303"/>
                      <a:pt x="903" y="304"/>
                      <a:pt x="903" y="304"/>
                    </a:cubicBezTo>
                    <a:cubicBezTo>
                      <a:pt x="902" y="326"/>
                      <a:pt x="902" y="326"/>
                      <a:pt x="902" y="326"/>
                    </a:cubicBezTo>
                    <a:cubicBezTo>
                      <a:pt x="902" y="326"/>
                      <a:pt x="902" y="327"/>
                      <a:pt x="901" y="327"/>
                    </a:cubicBezTo>
                    <a:moveTo>
                      <a:pt x="10" y="311"/>
                    </a:moveTo>
                    <a:cubicBezTo>
                      <a:pt x="10" y="311"/>
                      <a:pt x="9" y="310"/>
                      <a:pt x="9" y="310"/>
                    </a:cubicBezTo>
                    <a:cubicBezTo>
                      <a:pt x="8" y="288"/>
                      <a:pt x="8" y="288"/>
                      <a:pt x="8" y="288"/>
                    </a:cubicBezTo>
                    <a:cubicBezTo>
                      <a:pt x="8" y="287"/>
                      <a:pt x="9" y="287"/>
                      <a:pt x="9" y="287"/>
                    </a:cubicBezTo>
                    <a:cubicBezTo>
                      <a:pt x="10" y="287"/>
                      <a:pt x="10" y="287"/>
                      <a:pt x="10" y="288"/>
                    </a:cubicBezTo>
                    <a:cubicBezTo>
                      <a:pt x="11" y="310"/>
                      <a:pt x="11" y="310"/>
                      <a:pt x="11" y="310"/>
                    </a:cubicBezTo>
                    <a:cubicBezTo>
                      <a:pt x="11" y="310"/>
                      <a:pt x="11" y="311"/>
                      <a:pt x="10" y="311"/>
                    </a:cubicBezTo>
                    <a:cubicBezTo>
                      <a:pt x="10" y="311"/>
                      <a:pt x="10" y="311"/>
                      <a:pt x="10" y="311"/>
                    </a:cubicBezTo>
                    <a:moveTo>
                      <a:pt x="903" y="283"/>
                    </a:moveTo>
                    <a:cubicBezTo>
                      <a:pt x="903" y="283"/>
                      <a:pt x="903" y="283"/>
                      <a:pt x="903" y="283"/>
                    </a:cubicBezTo>
                    <a:cubicBezTo>
                      <a:pt x="903" y="283"/>
                      <a:pt x="902" y="283"/>
                      <a:pt x="902" y="282"/>
                    </a:cubicBezTo>
                    <a:cubicBezTo>
                      <a:pt x="903" y="260"/>
                      <a:pt x="903" y="260"/>
                      <a:pt x="903" y="260"/>
                    </a:cubicBezTo>
                    <a:cubicBezTo>
                      <a:pt x="903" y="260"/>
                      <a:pt x="904" y="259"/>
                      <a:pt x="904" y="259"/>
                    </a:cubicBezTo>
                    <a:cubicBezTo>
                      <a:pt x="905" y="260"/>
                      <a:pt x="905" y="260"/>
                      <a:pt x="905" y="260"/>
                    </a:cubicBezTo>
                    <a:cubicBezTo>
                      <a:pt x="904" y="282"/>
                      <a:pt x="904" y="282"/>
                      <a:pt x="904" y="282"/>
                    </a:cubicBezTo>
                    <a:cubicBezTo>
                      <a:pt x="904" y="283"/>
                      <a:pt x="904" y="283"/>
                      <a:pt x="903" y="283"/>
                    </a:cubicBezTo>
                    <a:moveTo>
                      <a:pt x="9" y="267"/>
                    </a:moveTo>
                    <a:cubicBezTo>
                      <a:pt x="8" y="267"/>
                      <a:pt x="8" y="267"/>
                      <a:pt x="8" y="266"/>
                    </a:cubicBezTo>
                    <a:cubicBezTo>
                      <a:pt x="7" y="244"/>
                      <a:pt x="7" y="244"/>
                      <a:pt x="7" y="244"/>
                    </a:cubicBezTo>
                    <a:cubicBezTo>
                      <a:pt x="7" y="244"/>
                      <a:pt x="7" y="243"/>
                      <a:pt x="8" y="243"/>
                    </a:cubicBezTo>
                    <a:cubicBezTo>
                      <a:pt x="9" y="243"/>
                      <a:pt x="9" y="244"/>
                      <a:pt x="9" y="244"/>
                    </a:cubicBezTo>
                    <a:cubicBezTo>
                      <a:pt x="10" y="266"/>
                      <a:pt x="10" y="266"/>
                      <a:pt x="10" y="266"/>
                    </a:cubicBezTo>
                    <a:cubicBezTo>
                      <a:pt x="10" y="267"/>
                      <a:pt x="9" y="267"/>
                      <a:pt x="9" y="267"/>
                    </a:cubicBezTo>
                    <a:cubicBezTo>
                      <a:pt x="9" y="267"/>
                      <a:pt x="9" y="267"/>
                      <a:pt x="9" y="267"/>
                    </a:cubicBezTo>
                    <a:moveTo>
                      <a:pt x="905" y="240"/>
                    </a:moveTo>
                    <a:cubicBezTo>
                      <a:pt x="905" y="240"/>
                      <a:pt x="905" y="240"/>
                      <a:pt x="905" y="240"/>
                    </a:cubicBezTo>
                    <a:cubicBezTo>
                      <a:pt x="905" y="239"/>
                      <a:pt x="904" y="239"/>
                      <a:pt x="904" y="239"/>
                    </a:cubicBezTo>
                    <a:cubicBezTo>
                      <a:pt x="905" y="217"/>
                      <a:pt x="905" y="217"/>
                      <a:pt x="905" y="217"/>
                    </a:cubicBezTo>
                    <a:cubicBezTo>
                      <a:pt x="905" y="216"/>
                      <a:pt x="906" y="216"/>
                      <a:pt x="906" y="216"/>
                    </a:cubicBezTo>
                    <a:cubicBezTo>
                      <a:pt x="907" y="216"/>
                      <a:pt x="907" y="216"/>
                      <a:pt x="907" y="217"/>
                    </a:cubicBezTo>
                    <a:cubicBezTo>
                      <a:pt x="906" y="239"/>
                      <a:pt x="906" y="239"/>
                      <a:pt x="906" y="239"/>
                    </a:cubicBezTo>
                    <a:cubicBezTo>
                      <a:pt x="906" y="239"/>
                      <a:pt x="906" y="240"/>
                      <a:pt x="905" y="240"/>
                    </a:cubicBezTo>
                    <a:moveTo>
                      <a:pt x="7" y="223"/>
                    </a:moveTo>
                    <a:cubicBezTo>
                      <a:pt x="7" y="223"/>
                      <a:pt x="6" y="223"/>
                      <a:pt x="6" y="223"/>
                    </a:cubicBezTo>
                    <a:cubicBezTo>
                      <a:pt x="6" y="201"/>
                      <a:pt x="6" y="201"/>
                      <a:pt x="6" y="201"/>
                    </a:cubicBezTo>
                    <a:cubicBezTo>
                      <a:pt x="6" y="200"/>
                      <a:pt x="6" y="200"/>
                      <a:pt x="7" y="200"/>
                    </a:cubicBezTo>
                    <a:cubicBezTo>
                      <a:pt x="7" y="200"/>
                      <a:pt x="8" y="200"/>
                      <a:pt x="8" y="201"/>
                    </a:cubicBezTo>
                    <a:cubicBezTo>
                      <a:pt x="8" y="223"/>
                      <a:pt x="8" y="223"/>
                      <a:pt x="8" y="223"/>
                    </a:cubicBezTo>
                    <a:cubicBezTo>
                      <a:pt x="8" y="223"/>
                      <a:pt x="8" y="223"/>
                      <a:pt x="7" y="223"/>
                    </a:cubicBezTo>
                    <a:cubicBezTo>
                      <a:pt x="7" y="223"/>
                      <a:pt x="7" y="223"/>
                      <a:pt x="7" y="223"/>
                    </a:cubicBezTo>
                    <a:moveTo>
                      <a:pt x="907" y="196"/>
                    </a:moveTo>
                    <a:cubicBezTo>
                      <a:pt x="907" y="196"/>
                      <a:pt x="907" y="196"/>
                      <a:pt x="907" y="196"/>
                    </a:cubicBezTo>
                    <a:cubicBezTo>
                      <a:pt x="907" y="196"/>
                      <a:pt x="906" y="195"/>
                      <a:pt x="906" y="195"/>
                    </a:cubicBezTo>
                    <a:cubicBezTo>
                      <a:pt x="907" y="173"/>
                      <a:pt x="907" y="173"/>
                      <a:pt x="907" y="173"/>
                    </a:cubicBezTo>
                    <a:cubicBezTo>
                      <a:pt x="907" y="173"/>
                      <a:pt x="908" y="172"/>
                      <a:pt x="908" y="172"/>
                    </a:cubicBezTo>
                    <a:cubicBezTo>
                      <a:pt x="909" y="172"/>
                      <a:pt x="909" y="173"/>
                      <a:pt x="909" y="173"/>
                    </a:cubicBezTo>
                    <a:cubicBezTo>
                      <a:pt x="908" y="195"/>
                      <a:pt x="908" y="195"/>
                      <a:pt x="908" y="195"/>
                    </a:cubicBezTo>
                    <a:cubicBezTo>
                      <a:pt x="908" y="196"/>
                      <a:pt x="908" y="196"/>
                      <a:pt x="907" y="196"/>
                    </a:cubicBezTo>
                    <a:moveTo>
                      <a:pt x="6" y="180"/>
                    </a:moveTo>
                    <a:cubicBezTo>
                      <a:pt x="5" y="180"/>
                      <a:pt x="5" y="179"/>
                      <a:pt x="5" y="179"/>
                    </a:cubicBezTo>
                    <a:cubicBezTo>
                      <a:pt x="4" y="157"/>
                      <a:pt x="4" y="157"/>
                      <a:pt x="4" y="157"/>
                    </a:cubicBezTo>
                    <a:cubicBezTo>
                      <a:pt x="4" y="157"/>
                      <a:pt x="5" y="156"/>
                      <a:pt x="5" y="156"/>
                    </a:cubicBezTo>
                    <a:cubicBezTo>
                      <a:pt x="6" y="156"/>
                      <a:pt x="6" y="157"/>
                      <a:pt x="6" y="157"/>
                    </a:cubicBezTo>
                    <a:cubicBezTo>
                      <a:pt x="7" y="179"/>
                      <a:pt x="7" y="179"/>
                      <a:pt x="7" y="179"/>
                    </a:cubicBezTo>
                    <a:cubicBezTo>
                      <a:pt x="7" y="179"/>
                      <a:pt x="7" y="180"/>
                      <a:pt x="6" y="180"/>
                    </a:cubicBezTo>
                    <a:cubicBezTo>
                      <a:pt x="6" y="180"/>
                      <a:pt x="6" y="180"/>
                      <a:pt x="6" y="180"/>
                    </a:cubicBezTo>
                    <a:moveTo>
                      <a:pt x="909" y="152"/>
                    </a:moveTo>
                    <a:cubicBezTo>
                      <a:pt x="909" y="152"/>
                      <a:pt x="909" y="152"/>
                      <a:pt x="909" y="152"/>
                    </a:cubicBezTo>
                    <a:cubicBezTo>
                      <a:pt x="909" y="152"/>
                      <a:pt x="908" y="152"/>
                      <a:pt x="908" y="151"/>
                    </a:cubicBezTo>
                    <a:cubicBezTo>
                      <a:pt x="909" y="130"/>
                      <a:pt x="909" y="130"/>
                      <a:pt x="909" y="130"/>
                    </a:cubicBezTo>
                    <a:cubicBezTo>
                      <a:pt x="909" y="129"/>
                      <a:pt x="910" y="129"/>
                      <a:pt x="910" y="129"/>
                    </a:cubicBezTo>
                    <a:cubicBezTo>
                      <a:pt x="911" y="129"/>
                      <a:pt x="911" y="129"/>
                      <a:pt x="911" y="130"/>
                    </a:cubicBezTo>
                    <a:cubicBezTo>
                      <a:pt x="910" y="151"/>
                      <a:pt x="910" y="151"/>
                      <a:pt x="910" y="151"/>
                    </a:cubicBezTo>
                    <a:cubicBezTo>
                      <a:pt x="910" y="152"/>
                      <a:pt x="910" y="152"/>
                      <a:pt x="909" y="152"/>
                    </a:cubicBezTo>
                    <a:moveTo>
                      <a:pt x="5" y="136"/>
                    </a:moveTo>
                    <a:cubicBezTo>
                      <a:pt x="4" y="136"/>
                      <a:pt x="4" y="136"/>
                      <a:pt x="4" y="135"/>
                    </a:cubicBezTo>
                    <a:cubicBezTo>
                      <a:pt x="3" y="114"/>
                      <a:pt x="3" y="114"/>
                      <a:pt x="3" y="114"/>
                    </a:cubicBezTo>
                    <a:cubicBezTo>
                      <a:pt x="3" y="113"/>
                      <a:pt x="3" y="113"/>
                      <a:pt x="4" y="113"/>
                    </a:cubicBezTo>
                    <a:cubicBezTo>
                      <a:pt x="4" y="113"/>
                      <a:pt x="5" y="113"/>
                      <a:pt x="5" y="113"/>
                    </a:cubicBezTo>
                    <a:cubicBezTo>
                      <a:pt x="6" y="135"/>
                      <a:pt x="6" y="135"/>
                      <a:pt x="6" y="135"/>
                    </a:cubicBezTo>
                    <a:cubicBezTo>
                      <a:pt x="6" y="136"/>
                      <a:pt x="5" y="136"/>
                      <a:pt x="5" y="136"/>
                    </a:cubicBezTo>
                    <a:cubicBezTo>
                      <a:pt x="5" y="136"/>
                      <a:pt x="5" y="136"/>
                      <a:pt x="5" y="136"/>
                    </a:cubicBezTo>
                    <a:moveTo>
                      <a:pt x="911" y="109"/>
                    </a:moveTo>
                    <a:cubicBezTo>
                      <a:pt x="911" y="109"/>
                      <a:pt x="911" y="109"/>
                      <a:pt x="911" y="109"/>
                    </a:cubicBezTo>
                    <a:cubicBezTo>
                      <a:pt x="911" y="109"/>
                      <a:pt x="910" y="108"/>
                      <a:pt x="910" y="108"/>
                    </a:cubicBezTo>
                    <a:cubicBezTo>
                      <a:pt x="911" y="86"/>
                      <a:pt x="911" y="86"/>
                      <a:pt x="911" y="86"/>
                    </a:cubicBezTo>
                    <a:cubicBezTo>
                      <a:pt x="911" y="86"/>
                      <a:pt x="912" y="85"/>
                      <a:pt x="912" y="85"/>
                    </a:cubicBezTo>
                    <a:cubicBezTo>
                      <a:pt x="913" y="85"/>
                      <a:pt x="913" y="86"/>
                      <a:pt x="913" y="86"/>
                    </a:cubicBezTo>
                    <a:cubicBezTo>
                      <a:pt x="912" y="108"/>
                      <a:pt x="912" y="108"/>
                      <a:pt x="912" y="108"/>
                    </a:cubicBezTo>
                    <a:cubicBezTo>
                      <a:pt x="912" y="108"/>
                      <a:pt x="912" y="109"/>
                      <a:pt x="911" y="109"/>
                    </a:cubicBezTo>
                    <a:moveTo>
                      <a:pt x="3" y="93"/>
                    </a:moveTo>
                    <a:cubicBezTo>
                      <a:pt x="3" y="93"/>
                      <a:pt x="2" y="92"/>
                      <a:pt x="2" y="92"/>
                    </a:cubicBezTo>
                    <a:cubicBezTo>
                      <a:pt x="2" y="70"/>
                      <a:pt x="2" y="70"/>
                      <a:pt x="2" y="70"/>
                    </a:cubicBezTo>
                    <a:cubicBezTo>
                      <a:pt x="2" y="69"/>
                      <a:pt x="2" y="69"/>
                      <a:pt x="3" y="69"/>
                    </a:cubicBezTo>
                    <a:cubicBezTo>
                      <a:pt x="3" y="69"/>
                      <a:pt x="3" y="69"/>
                      <a:pt x="4" y="70"/>
                    </a:cubicBezTo>
                    <a:cubicBezTo>
                      <a:pt x="4" y="92"/>
                      <a:pt x="4" y="92"/>
                      <a:pt x="4" y="92"/>
                    </a:cubicBezTo>
                    <a:cubicBezTo>
                      <a:pt x="4" y="92"/>
                      <a:pt x="4" y="93"/>
                      <a:pt x="3" y="93"/>
                    </a:cubicBezTo>
                    <a:cubicBezTo>
                      <a:pt x="3" y="93"/>
                      <a:pt x="3" y="93"/>
                      <a:pt x="3" y="93"/>
                    </a:cubicBezTo>
                    <a:moveTo>
                      <a:pt x="913" y="65"/>
                    </a:moveTo>
                    <a:cubicBezTo>
                      <a:pt x="913" y="65"/>
                      <a:pt x="913" y="65"/>
                      <a:pt x="913" y="65"/>
                    </a:cubicBezTo>
                    <a:cubicBezTo>
                      <a:pt x="913" y="65"/>
                      <a:pt x="912" y="65"/>
                      <a:pt x="912" y="64"/>
                    </a:cubicBezTo>
                    <a:cubicBezTo>
                      <a:pt x="913" y="42"/>
                      <a:pt x="913" y="42"/>
                      <a:pt x="913" y="42"/>
                    </a:cubicBezTo>
                    <a:cubicBezTo>
                      <a:pt x="913" y="42"/>
                      <a:pt x="914" y="42"/>
                      <a:pt x="914" y="42"/>
                    </a:cubicBezTo>
                    <a:cubicBezTo>
                      <a:pt x="915" y="42"/>
                      <a:pt x="915" y="42"/>
                      <a:pt x="915" y="42"/>
                    </a:cubicBezTo>
                    <a:cubicBezTo>
                      <a:pt x="914" y="64"/>
                      <a:pt x="914" y="64"/>
                      <a:pt x="914" y="64"/>
                    </a:cubicBezTo>
                    <a:cubicBezTo>
                      <a:pt x="914" y="65"/>
                      <a:pt x="914" y="65"/>
                      <a:pt x="913" y="65"/>
                    </a:cubicBezTo>
                    <a:moveTo>
                      <a:pt x="2" y="49"/>
                    </a:moveTo>
                    <a:cubicBezTo>
                      <a:pt x="1" y="49"/>
                      <a:pt x="1" y="49"/>
                      <a:pt x="1" y="48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26"/>
                      <a:pt x="1" y="25"/>
                      <a:pt x="1" y="25"/>
                    </a:cubicBezTo>
                    <a:cubicBezTo>
                      <a:pt x="2" y="25"/>
                      <a:pt x="2" y="26"/>
                      <a:pt x="2" y="26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9"/>
                    </a:cubicBezTo>
                    <a:moveTo>
                      <a:pt x="915" y="22"/>
                    </a:moveTo>
                    <a:cubicBezTo>
                      <a:pt x="915" y="22"/>
                      <a:pt x="915" y="22"/>
                      <a:pt x="915" y="22"/>
                    </a:cubicBezTo>
                    <a:cubicBezTo>
                      <a:pt x="915" y="22"/>
                      <a:pt x="914" y="21"/>
                      <a:pt x="914" y="21"/>
                    </a:cubicBezTo>
                    <a:cubicBezTo>
                      <a:pt x="915" y="2"/>
                      <a:pt x="915" y="2"/>
                      <a:pt x="915" y="2"/>
                    </a:cubicBezTo>
                    <a:cubicBezTo>
                      <a:pt x="914" y="2"/>
                      <a:pt x="914" y="2"/>
                      <a:pt x="914" y="2"/>
                    </a:cubicBezTo>
                    <a:cubicBezTo>
                      <a:pt x="913" y="2"/>
                      <a:pt x="913" y="2"/>
                      <a:pt x="913" y="1"/>
                    </a:cubicBezTo>
                    <a:cubicBezTo>
                      <a:pt x="913" y="1"/>
                      <a:pt x="913" y="0"/>
                      <a:pt x="914" y="0"/>
                    </a:cubicBezTo>
                    <a:cubicBezTo>
                      <a:pt x="917" y="0"/>
                      <a:pt x="917" y="0"/>
                      <a:pt x="917" y="0"/>
                    </a:cubicBezTo>
                    <a:cubicBezTo>
                      <a:pt x="916" y="21"/>
                      <a:pt x="916" y="21"/>
                      <a:pt x="916" y="21"/>
                    </a:cubicBezTo>
                    <a:cubicBezTo>
                      <a:pt x="916" y="21"/>
                      <a:pt x="916" y="22"/>
                      <a:pt x="915" y="22"/>
                    </a:cubicBezTo>
                    <a:moveTo>
                      <a:pt x="1" y="5"/>
                    </a:moveTo>
                    <a:cubicBezTo>
                      <a:pt x="0" y="5"/>
                      <a:pt x="0" y="5"/>
                      <a:pt x="0" y="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0" y="0"/>
                      <a:pt x="20" y="1"/>
                      <a:pt x="20" y="1"/>
                    </a:cubicBezTo>
                    <a:cubicBezTo>
                      <a:pt x="20" y="2"/>
                      <a:pt x="20" y="2"/>
                      <a:pt x="19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moveTo>
                      <a:pt x="892" y="2"/>
                    </a:moveTo>
                    <a:cubicBezTo>
                      <a:pt x="870" y="2"/>
                      <a:pt x="870" y="2"/>
                      <a:pt x="870" y="2"/>
                    </a:cubicBezTo>
                    <a:cubicBezTo>
                      <a:pt x="870" y="2"/>
                      <a:pt x="869" y="2"/>
                      <a:pt x="869" y="1"/>
                    </a:cubicBezTo>
                    <a:cubicBezTo>
                      <a:pt x="869" y="1"/>
                      <a:pt x="870" y="0"/>
                      <a:pt x="870" y="0"/>
                    </a:cubicBezTo>
                    <a:cubicBezTo>
                      <a:pt x="892" y="0"/>
                      <a:pt x="892" y="0"/>
                      <a:pt x="892" y="0"/>
                    </a:cubicBezTo>
                    <a:cubicBezTo>
                      <a:pt x="892" y="0"/>
                      <a:pt x="893" y="1"/>
                      <a:pt x="893" y="1"/>
                    </a:cubicBezTo>
                    <a:cubicBezTo>
                      <a:pt x="893" y="2"/>
                      <a:pt x="892" y="2"/>
                      <a:pt x="892" y="2"/>
                    </a:cubicBezTo>
                    <a:moveTo>
                      <a:pt x="848" y="2"/>
                    </a:moveTo>
                    <a:cubicBezTo>
                      <a:pt x="826" y="2"/>
                      <a:pt x="826" y="2"/>
                      <a:pt x="826" y="2"/>
                    </a:cubicBezTo>
                    <a:cubicBezTo>
                      <a:pt x="826" y="2"/>
                      <a:pt x="826" y="2"/>
                      <a:pt x="826" y="1"/>
                    </a:cubicBezTo>
                    <a:cubicBezTo>
                      <a:pt x="826" y="1"/>
                      <a:pt x="826" y="0"/>
                      <a:pt x="826" y="0"/>
                    </a:cubicBezTo>
                    <a:cubicBezTo>
                      <a:pt x="848" y="0"/>
                      <a:pt x="848" y="0"/>
                      <a:pt x="848" y="0"/>
                    </a:cubicBezTo>
                    <a:cubicBezTo>
                      <a:pt x="849" y="0"/>
                      <a:pt x="849" y="1"/>
                      <a:pt x="849" y="1"/>
                    </a:cubicBezTo>
                    <a:cubicBezTo>
                      <a:pt x="849" y="2"/>
                      <a:pt x="849" y="2"/>
                      <a:pt x="848" y="2"/>
                    </a:cubicBezTo>
                    <a:moveTo>
                      <a:pt x="805" y="2"/>
                    </a:moveTo>
                    <a:cubicBezTo>
                      <a:pt x="783" y="2"/>
                      <a:pt x="783" y="2"/>
                      <a:pt x="783" y="2"/>
                    </a:cubicBezTo>
                    <a:cubicBezTo>
                      <a:pt x="782" y="2"/>
                      <a:pt x="782" y="2"/>
                      <a:pt x="782" y="1"/>
                    </a:cubicBezTo>
                    <a:cubicBezTo>
                      <a:pt x="782" y="1"/>
                      <a:pt x="782" y="0"/>
                      <a:pt x="783" y="0"/>
                    </a:cubicBezTo>
                    <a:cubicBezTo>
                      <a:pt x="805" y="0"/>
                      <a:pt x="805" y="0"/>
                      <a:pt x="805" y="0"/>
                    </a:cubicBezTo>
                    <a:cubicBezTo>
                      <a:pt x="805" y="0"/>
                      <a:pt x="806" y="1"/>
                      <a:pt x="806" y="1"/>
                    </a:cubicBezTo>
                    <a:cubicBezTo>
                      <a:pt x="806" y="2"/>
                      <a:pt x="805" y="2"/>
                      <a:pt x="805" y="2"/>
                    </a:cubicBezTo>
                    <a:moveTo>
                      <a:pt x="761" y="2"/>
                    </a:moveTo>
                    <a:cubicBezTo>
                      <a:pt x="739" y="2"/>
                      <a:pt x="739" y="2"/>
                      <a:pt x="739" y="2"/>
                    </a:cubicBezTo>
                    <a:cubicBezTo>
                      <a:pt x="739" y="2"/>
                      <a:pt x="738" y="2"/>
                      <a:pt x="738" y="1"/>
                    </a:cubicBezTo>
                    <a:cubicBezTo>
                      <a:pt x="738" y="1"/>
                      <a:pt x="739" y="0"/>
                      <a:pt x="739" y="0"/>
                    </a:cubicBezTo>
                    <a:cubicBezTo>
                      <a:pt x="761" y="0"/>
                      <a:pt x="761" y="0"/>
                      <a:pt x="761" y="0"/>
                    </a:cubicBezTo>
                    <a:cubicBezTo>
                      <a:pt x="761" y="0"/>
                      <a:pt x="762" y="1"/>
                      <a:pt x="762" y="1"/>
                    </a:cubicBezTo>
                    <a:cubicBezTo>
                      <a:pt x="762" y="2"/>
                      <a:pt x="761" y="2"/>
                      <a:pt x="761" y="2"/>
                    </a:cubicBezTo>
                    <a:moveTo>
                      <a:pt x="717" y="2"/>
                    </a:moveTo>
                    <a:cubicBezTo>
                      <a:pt x="696" y="2"/>
                      <a:pt x="696" y="2"/>
                      <a:pt x="696" y="2"/>
                    </a:cubicBezTo>
                    <a:cubicBezTo>
                      <a:pt x="695" y="2"/>
                      <a:pt x="695" y="2"/>
                      <a:pt x="695" y="1"/>
                    </a:cubicBezTo>
                    <a:cubicBezTo>
                      <a:pt x="695" y="1"/>
                      <a:pt x="695" y="0"/>
                      <a:pt x="696" y="0"/>
                    </a:cubicBezTo>
                    <a:cubicBezTo>
                      <a:pt x="717" y="0"/>
                      <a:pt x="717" y="0"/>
                      <a:pt x="717" y="0"/>
                    </a:cubicBezTo>
                    <a:cubicBezTo>
                      <a:pt x="718" y="0"/>
                      <a:pt x="718" y="1"/>
                      <a:pt x="718" y="1"/>
                    </a:cubicBezTo>
                    <a:cubicBezTo>
                      <a:pt x="718" y="2"/>
                      <a:pt x="718" y="2"/>
                      <a:pt x="717" y="2"/>
                    </a:cubicBezTo>
                    <a:moveTo>
                      <a:pt x="674" y="2"/>
                    </a:moveTo>
                    <a:cubicBezTo>
                      <a:pt x="652" y="2"/>
                      <a:pt x="652" y="2"/>
                      <a:pt x="652" y="2"/>
                    </a:cubicBezTo>
                    <a:cubicBezTo>
                      <a:pt x="651" y="2"/>
                      <a:pt x="651" y="2"/>
                      <a:pt x="651" y="1"/>
                    </a:cubicBezTo>
                    <a:cubicBezTo>
                      <a:pt x="651" y="1"/>
                      <a:pt x="651" y="0"/>
                      <a:pt x="652" y="0"/>
                    </a:cubicBezTo>
                    <a:cubicBezTo>
                      <a:pt x="674" y="0"/>
                      <a:pt x="674" y="0"/>
                      <a:pt x="674" y="0"/>
                    </a:cubicBezTo>
                    <a:cubicBezTo>
                      <a:pt x="674" y="0"/>
                      <a:pt x="675" y="1"/>
                      <a:pt x="675" y="1"/>
                    </a:cubicBezTo>
                    <a:cubicBezTo>
                      <a:pt x="675" y="2"/>
                      <a:pt x="674" y="2"/>
                      <a:pt x="674" y="2"/>
                    </a:cubicBezTo>
                    <a:moveTo>
                      <a:pt x="630" y="2"/>
                    </a:moveTo>
                    <a:cubicBezTo>
                      <a:pt x="608" y="2"/>
                      <a:pt x="608" y="2"/>
                      <a:pt x="608" y="2"/>
                    </a:cubicBezTo>
                    <a:cubicBezTo>
                      <a:pt x="608" y="2"/>
                      <a:pt x="607" y="2"/>
                      <a:pt x="607" y="1"/>
                    </a:cubicBezTo>
                    <a:cubicBezTo>
                      <a:pt x="607" y="1"/>
                      <a:pt x="608" y="0"/>
                      <a:pt x="608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631" y="0"/>
                      <a:pt x="631" y="1"/>
                      <a:pt x="631" y="1"/>
                    </a:cubicBezTo>
                    <a:cubicBezTo>
                      <a:pt x="631" y="2"/>
                      <a:pt x="631" y="2"/>
                      <a:pt x="630" y="2"/>
                    </a:cubicBezTo>
                    <a:moveTo>
                      <a:pt x="586" y="2"/>
                    </a:moveTo>
                    <a:cubicBezTo>
                      <a:pt x="565" y="2"/>
                      <a:pt x="565" y="2"/>
                      <a:pt x="565" y="2"/>
                    </a:cubicBezTo>
                    <a:cubicBezTo>
                      <a:pt x="564" y="2"/>
                      <a:pt x="564" y="2"/>
                      <a:pt x="564" y="1"/>
                    </a:cubicBezTo>
                    <a:cubicBezTo>
                      <a:pt x="564" y="1"/>
                      <a:pt x="564" y="0"/>
                      <a:pt x="565" y="0"/>
                    </a:cubicBezTo>
                    <a:cubicBezTo>
                      <a:pt x="586" y="0"/>
                      <a:pt x="586" y="0"/>
                      <a:pt x="586" y="0"/>
                    </a:cubicBezTo>
                    <a:cubicBezTo>
                      <a:pt x="587" y="0"/>
                      <a:pt x="587" y="1"/>
                      <a:pt x="587" y="1"/>
                    </a:cubicBezTo>
                    <a:cubicBezTo>
                      <a:pt x="587" y="2"/>
                      <a:pt x="587" y="2"/>
                      <a:pt x="586" y="2"/>
                    </a:cubicBezTo>
                    <a:moveTo>
                      <a:pt x="543" y="2"/>
                    </a:moveTo>
                    <a:cubicBezTo>
                      <a:pt x="521" y="2"/>
                      <a:pt x="521" y="2"/>
                      <a:pt x="521" y="2"/>
                    </a:cubicBezTo>
                    <a:cubicBezTo>
                      <a:pt x="520" y="2"/>
                      <a:pt x="520" y="2"/>
                      <a:pt x="520" y="1"/>
                    </a:cubicBezTo>
                    <a:cubicBezTo>
                      <a:pt x="520" y="1"/>
                      <a:pt x="520" y="0"/>
                      <a:pt x="521" y="0"/>
                    </a:cubicBezTo>
                    <a:cubicBezTo>
                      <a:pt x="543" y="0"/>
                      <a:pt x="543" y="0"/>
                      <a:pt x="543" y="0"/>
                    </a:cubicBezTo>
                    <a:cubicBezTo>
                      <a:pt x="543" y="0"/>
                      <a:pt x="544" y="1"/>
                      <a:pt x="544" y="1"/>
                    </a:cubicBezTo>
                    <a:cubicBezTo>
                      <a:pt x="544" y="2"/>
                      <a:pt x="543" y="2"/>
                      <a:pt x="543" y="2"/>
                    </a:cubicBezTo>
                    <a:moveTo>
                      <a:pt x="499" y="2"/>
                    </a:moveTo>
                    <a:cubicBezTo>
                      <a:pt x="477" y="2"/>
                      <a:pt x="477" y="2"/>
                      <a:pt x="477" y="2"/>
                    </a:cubicBezTo>
                    <a:cubicBezTo>
                      <a:pt x="477" y="2"/>
                      <a:pt x="476" y="2"/>
                      <a:pt x="476" y="1"/>
                    </a:cubicBezTo>
                    <a:cubicBezTo>
                      <a:pt x="476" y="1"/>
                      <a:pt x="477" y="0"/>
                      <a:pt x="477" y="0"/>
                    </a:cubicBezTo>
                    <a:cubicBezTo>
                      <a:pt x="499" y="0"/>
                      <a:pt x="499" y="0"/>
                      <a:pt x="499" y="0"/>
                    </a:cubicBezTo>
                    <a:cubicBezTo>
                      <a:pt x="500" y="0"/>
                      <a:pt x="500" y="1"/>
                      <a:pt x="500" y="1"/>
                    </a:cubicBezTo>
                    <a:cubicBezTo>
                      <a:pt x="500" y="2"/>
                      <a:pt x="500" y="2"/>
                      <a:pt x="499" y="2"/>
                    </a:cubicBezTo>
                    <a:moveTo>
                      <a:pt x="456" y="2"/>
                    </a:moveTo>
                    <a:cubicBezTo>
                      <a:pt x="434" y="2"/>
                      <a:pt x="434" y="2"/>
                      <a:pt x="434" y="2"/>
                    </a:cubicBezTo>
                    <a:cubicBezTo>
                      <a:pt x="433" y="2"/>
                      <a:pt x="433" y="2"/>
                      <a:pt x="433" y="1"/>
                    </a:cubicBezTo>
                    <a:cubicBezTo>
                      <a:pt x="433" y="1"/>
                      <a:pt x="433" y="0"/>
                      <a:pt x="434" y="0"/>
                    </a:cubicBezTo>
                    <a:cubicBezTo>
                      <a:pt x="456" y="0"/>
                      <a:pt x="456" y="0"/>
                      <a:pt x="456" y="0"/>
                    </a:cubicBezTo>
                    <a:cubicBezTo>
                      <a:pt x="456" y="0"/>
                      <a:pt x="456" y="1"/>
                      <a:pt x="456" y="1"/>
                    </a:cubicBezTo>
                    <a:cubicBezTo>
                      <a:pt x="456" y="2"/>
                      <a:pt x="456" y="2"/>
                      <a:pt x="456" y="2"/>
                    </a:cubicBezTo>
                    <a:moveTo>
                      <a:pt x="412" y="2"/>
                    </a:moveTo>
                    <a:cubicBezTo>
                      <a:pt x="390" y="2"/>
                      <a:pt x="390" y="2"/>
                      <a:pt x="390" y="2"/>
                    </a:cubicBezTo>
                    <a:cubicBezTo>
                      <a:pt x="390" y="2"/>
                      <a:pt x="389" y="2"/>
                      <a:pt x="389" y="1"/>
                    </a:cubicBezTo>
                    <a:cubicBezTo>
                      <a:pt x="389" y="1"/>
                      <a:pt x="390" y="0"/>
                      <a:pt x="390" y="0"/>
                    </a:cubicBezTo>
                    <a:cubicBezTo>
                      <a:pt x="412" y="0"/>
                      <a:pt x="412" y="0"/>
                      <a:pt x="412" y="0"/>
                    </a:cubicBezTo>
                    <a:cubicBezTo>
                      <a:pt x="412" y="0"/>
                      <a:pt x="413" y="1"/>
                      <a:pt x="413" y="1"/>
                    </a:cubicBezTo>
                    <a:cubicBezTo>
                      <a:pt x="413" y="2"/>
                      <a:pt x="412" y="2"/>
                      <a:pt x="412" y="2"/>
                    </a:cubicBezTo>
                    <a:moveTo>
                      <a:pt x="368" y="2"/>
                    </a:moveTo>
                    <a:cubicBezTo>
                      <a:pt x="346" y="2"/>
                      <a:pt x="346" y="2"/>
                      <a:pt x="346" y="2"/>
                    </a:cubicBezTo>
                    <a:cubicBezTo>
                      <a:pt x="346" y="2"/>
                      <a:pt x="346" y="2"/>
                      <a:pt x="346" y="1"/>
                    </a:cubicBezTo>
                    <a:cubicBezTo>
                      <a:pt x="346" y="1"/>
                      <a:pt x="346" y="0"/>
                      <a:pt x="346" y="0"/>
                    </a:cubicBezTo>
                    <a:cubicBezTo>
                      <a:pt x="368" y="0"/>
                      <a:pt x="368" y="0"/>
                      <a:pt x="368" y="0"/>
                    </a:cubicBezTo>
                    <a:cubicBezTo>
                      <a:pt x="369" y="0"/>
                      <a:pt x="369" y="1"/>
                      <a:pt x="369" y="1"/>
                    </a:cubicBezTo>
                    <a:cubicBezTo>
                      <a:pt x="369" y="2"/>
                      <a:pt x="369" y="2"/>
                      <a:pt x="368" y="2"/>
                    </a:cubicBezTo>
                    <a:moveTo>
                      <a:pt x="325" y="2"/>
                    </a:moveTo>
                    <a:cubicBezTo>
                      <a:pt x="303" y="2"/>
                      <a:pt x="303" y="2"/>
                      <a:pt x="303" y="2"/>
                    </a:cubicBezTo>
                    <a:cubicBezTo>
                      <a:pt x="302" y="2"/>
                      <a:pt x="302" y="2"/>
                      <a:pt x="302" y="1"/>
                    </a:cubicBezTo>
                    <a:cubicBezTo>
                      <a:pt x="302" y="1"/>
                      <a:pt x="302" y="0"/>
                      <a:pt x="303" y="0"/>
                    </a:cubicBezTo>
                    <a:cubicBezTo>
                      <a:pt x="325" y="0"/>
                      <a:pt x="325" y="0"/>
                      <a:pt x="325" y="0"/>
                    </a:cubicBezTo>
                    <a:cubicBezTo>
                      <a:pt x="325" y="0"/>
                      <a:pt x="326" y="1"/>
                      <a:pt x="326" y="1"/>
                    </a:cubicBezTo>
                    <a:cubicBezTo>
                      <a:pt x="326" y="2"/>
                      <a:pt x="325" y="2"/>
                      <a:pt x="325" y="2"/>
                    </a:cubicBezTo>
                    <a:moveTo>
                      <a:pt x="281" y="2"/>
                    </a:moveTo>
                    <a:cubicBezTo>
                      <a:pt x="259" y="2"/>
                      <a:pt x="259" y="2"/>
                      <a:pt x="259" y="2"/>
                    </a:cubicBezTo>
                    <a:cubicBezTo>
                      <a:pt x="259" y="2"/>
                      <a:pt x="258" y="2"/>
                      <a:pt x="258" y="1"/>
                    </a:cubicBezTo>
                    <a:cubicBezTo>
                      <a:pt x="258" y="1"/>
                      <a:pt x="259" y="0"/>
                      <a:pt x="259" y="0"/>
                    </a:cubicBezTo>
                    <a:cubicBezTo>
                      <a:pt x="281" y="0"/>
                      <a:pt x="281" y="0"/>
                      <a:pt x="281" y="0"/>
                    </a:cubicBezTo>
                    <a:cubicBezTo>
                      <a:pt x="281" y="0"/>
                      <a:pt x="282" y="1"/>
                      <a:pt x="282" y="1"/>
                    </a:cubicBezTo>
                    <a:cubicBezTo>
                      <a:pt x="282" y="2"/>
                      <a:pt x="281" y="2"/>
                      <a:pt x="281" y="2"/>
                    </a:cubicBezTo>
                    <a:moveTo>
                      <a:pt x="237" y="2"/>
                    </a:moveTo>
                    <a:cubicBezTo>
                      <a:pt x="216" y="2"/>
                      <a:pt x="216" y="2"/>
                      <a:pt x="216" y="2"/>
                    </a:cubicBezTo>
                    <a:cubicBezTo>
                      <a:pt x="215" y="2"/>
                      <a:pt x="215" y="2"/>
                      <a:pt x="215" y="1"/>
                    </a:cubicBezTo>
                    <a:cubicBezTo>
                      <a:pt x="215" y="1"/>
                      <a:pt x="215" y="0"/>
                      <a:pt x="216" y="0"/>
                    </a:cubicBezTo>
                    <a:cubicBezTo>
                      <a:pt x="237" y="0"/>
                      <a:pt x="237" y="0"/>
                      <a:pt x="237" y="0"/>
                    </a:cubicBezTo>
                    <a:cubicBezTo>
                      <a:pt x="238" y="0"/>
                      <a:pt x="238" y="1"/>
                      <a:pt x="238" y="1"/>
                    </a:cubicBezTo>
                    <a:cubicBezTo>
                      <a:pt x="238" y="2"/>
                      <a:pt x="238" y="2"/>
                      <a:pt x="237" y="2"/>
                    </a:cubicBezTo>
                    <a:moveTo>
                      <a:pt x="194" y="2"/>
                    </a:moveTo>
                    <a:cubicBezTo>
                      <a:pt x="172" y="2"/>
                      <a:pt x="172" y="2"/>
                      <a:pt x="172" y="2"/>
                    </a:cubicBezTo>
                    <a:cubicBezTo>
                      <a:pt x="171" y="2"/>
                      <a:pt x="171" y="2"/>
                      <a:pt x="171" y="1"/>
                    </a:cubicBezTo>
                    <a:cubicBezTo>
                      <a:pt x="171" y="1"/>
                      <a:pt x="171" y="0"/>
                      <a:pt x="172" y="0"/>
                    </a:cubicBezTo>
                    <a:cubicBezTo>
                      <a:pt x="194" y="0"/>
                      <a:pt x="194" y="0"/>
                      <a:pt x="194" y="0"/>
                    </a:cubicBezTo>
                    <a:cubicBezTo>
                      <a:pt x="194" y="0"/>
                      <a:pt x="195" y="1"/>
                      <a:pt x="195" y="1"/>
                    </a:cubicBezTo>
                    <a:cubicBezTo>
                      <a:pt x="195" y="2"/>
                      <a:pt x="194" y="2"/>
                      <a:pt x="194" y="2"/>
                    </a:cubicBezTo>
                    <a:moveTo>
                      <a:pt x="150" y="2"/>
                    </a:moveTo>
                    <a:cubicBezTo>
                      <a:pt x="128" y="2"/>
                      <a:pt x="128" y="2"/>
                      <a:pt x="128" y="2"/>
                    </a:cubicBezTo>
                    <a:cubicBezTo>
                      <a:pt x="128" y="2"/>
                      <a:pt x="127" y="2"/>
                      <a:pt x="127" y="1"/>
                    </a:cubicBezTo>
                    <a:cubicBezTo>
                      <a:pt x="127" y="1"/>
                      <a:pt x="128" y="0"/>
                      <a:pt x="128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1" y="0"/>
                      <a:pt x="151" y="1"/>
                      <a:pt x="151" y="1"/>
                    </a:cubicBezTo>
                    <a:cubicBezTo>
                      <a:pt x="151" y="2"/>
                      <a:pt x="151" y="2"/>
                      <a:pt x="150" y="2"/>
                    </a:cubicBezTo>
                    <a:moveTo>
                      <a:pt x="106" y="2"/>
                    </a:moveTo>
                    <a:cubicBezTo>
                      <a:pt x="85" y="2"/>
                      <a:pt x="85" y="2"/>
                      <a:pt x="85" y="2"/>
                    </a:cubicBezTo>
                    <a:cubicBezTo>
                      <a:pt x="84" y="2"/>
                      <a:pt x="84" y="2"/>
                      <a:pt x="84" y="1"/>
                    </a:cubicBezTo>
                    <a:cubicBezTo>
                      <a:pt x="84" y="1"/>
                      <a:pt x="84" y="0"/>
                      <a:pt x="85" y="0"/>
                    </a:cubicBezTo>
                    <a:cubicBezTo>
                      <a:pt x="106" y="0"/>
                      <a:pt x="106" y="0"/>
                      <a:pt x="106" y="0"/>
                    </a:cubicBezTo>
                    <a:cubicBezTo>
                      <a:pt x="107" y="0"/>
                      <a:pt x="107" y="1"/>
                      <a:pt x="107" y="1"/>
                    </a:cubicBezTo>
                    <a:cubicBezTo>
                      <a:pt x="107" y="2"/>
                      <a:pt x="107" y="2"/>
                      <a:pt x="106" y="2"/>
                    </a:cubicBezTo>
                    <a:moveTo>
                      <a:pt x="63" y="2"/>
                    </a:moveTo>
                    <a:cubicBezTo>
                      <a:pt x="41" y="2"/>
                      <a:pt x="41" y="2"/>
                      <a:pt x="41" y="2"/>
                    </a:cubicBezTo>
                    <a:cubicBezTo>
                      <a:pt x="40" y="2"/>
                      <a:pt x="40" y="2"/>
                      <a:pt x="40" y="1"/>
                    </a:cubicBezTo>
                    <a:cubicBezTo>
                      <a:pt x="40" y="1"/>
                      <a:pt x="40" y="0"/>
                      <a:pt x="41" y="0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63" y="0"/>
                      <a:pt x="64" y="1"/>
                      <a:pt x="64" y="1"/>
                    </a:cubicBezTo>
                    <a:cubicBezTo>
                      <a:pt x="64" y="2"/>
                      <a:pt x="63" y="2"/>
                      <a:pt x="63" y="2"/>
                    </a:cubicBezTo>
                  </a:path>
                </a:pathLst>
              </a:custGeom>
              <a:solidFill>
                <a:srgbClr val="B3D4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0" name="Freeform 170">
                <a:extLst>
                  <a:ext uri="{FF2B5EF4-FFF2-40B4-BE49-F238E27FC236}">
                    <a16:creationId xmlns:a16="http://schemas.microsoft.com/office/drawing/2014/main" id="{F6A33674-2EE3-4BAA-B87A-B6DA300879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4100" y="2765426"/>
                <a:ext cx="1038225" cy="2025650"/>
              </a:xfrm>
              <a:custGeom>
                <a:avLst/>
                <a:gdLst>
                  <a:gd name="T0" fmla="*/ 24 w 275"/>
                  <a:gd name="T1" fmla="*/ 23 h 537"/>
                  <a:gd name="T2" fmla="*/ 31 w 275"/>
                  <a:gd name="T3" fmla="*/ 199 h 537"/>
                  <a:gd name="T4" fmla="*/ 0 w 275"/>
                  <a:gd name="T5" fmla="*/ 537 h 537"/>
                  <a:gd name="T6" fmla="*/ 275 w 275"/>
                  <a:gd name="T7" fmla="*/ 537 h 537"/>
                  <a:gd name="T8" fmla="*/ 260 w 275"/>
                  <a:gd name="T9" fmla="*/ 227 h 537"/>
                  <a:gd name="T10" fmla="*/ 255 w 275"/>
                  <a:gd name="T11" fmla="*/ 23 h 537"/>
                  <a:gd name="T12" fmla="*/ 212 w 275"/>
                  <a:gd name="T13" fmla="*/ 1 h 537"/>
                  <a:gd name="T14" fmla="*/ 103 w 275"/>
                  <a:gd name="T15" fmla="*/ 0 h 537"/>
                  <a:gd name="T16" fmla="*/ 24 w 275"/>
                  <a:gd name="T17" fmla="*/ 23 h 5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5" h="537">
                    <a:moveTo>
                      <a:pt x="24" y="23"/>
                    </a:moveTo>
                    <a:cubicBezTo>
                      <a:pt x="24" y="23"/>
                      <a:pt x="37" y="154"/>
                      <a:pt x="31" y="199"/>
                    </a:cubicBezTo>
                    <a:cubicBezTo>
                      <a:pt x="0" y="537"/>
                      <a:pt x="0" y="537"/>
                      <a:pt x="0" y="537"/>
                    </a:cubicBezTo>
                    <a:cubicBezTo>
                      <a:pt x="275" y="537"/>
                      <a:pt x="275" y="537"/>
                      <a:pt x="275" y="537"/>
                    </a:cubicBezTo>
                    <a:cubicBezTo>
                      <a:pt x="275" y="537"/>
                      <a:pt x="260" y="249"/>
                      <a:pt x="260" y="227"/>
                    </a:cubicBezTo>
                    <a:cubicBezTo>
                      <a:pt x="260" y="205"/>
                      <a:pt x="255" y="23"/>
                      <a:pt x="255" y="23"/>
                    </a:cubicBezTo>
                    <a:cubicBezTo>
                      <a:pt x="212" y="1"/>
                      <a:pt x="212" y="1"/>
                      <a:pt x="212" y="1"/>
                    </a:cubicBezTo>
                    <a:cubicBezTo>
                      <a:pt x="103" y="0"/>
                      <a:pt x="103" y="0"/>
                      <a:pt x="103" y="0"/>
                    </a:cubicBezTo>
                    <a:lnTo>
                      <a:pt x="24" y="23"/>
                    </a:lnTo>
                    <a:close/>
                  </a:path>
                </a:pathLst>
              </a:custGeom>
              <a:solidFill>
                <a:srgbClr val="A4C7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1" name="Freeform 171">
                <a:extLst>
                  <a:ext uri="{FF2B5EF4-FFF2-40B4-BE49-F238E27FC236}">
                    <a16:creationId xmlns:a16="http://schemas.microsoft.com/office/drawing/2014/main" id="{68ADEADB-B6A2-4C84-9BCD-B573BC588A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0788" y="2773363"/>
                <a:ext cx="433388" cy="992188"/>
              </a:xfrm>
              <a:custGeom>
                <a:avLst/>
                <a:gdLst>
                  <a:gd name="T0" fmla="*/ 55 w 115"/>
                  <a:gd name="T1" fmla="*/ 0 h 263"/>
                  <a:gd name="T2" fmla="*/ 0 w 115"/>
                  <a:gd name="T3" fmla="*/ 15 h 263"/>
                  <a:gd name="T4" fmla="*/ 35 w 115"/>
                  <a:gd name="T5" fmla="*/ 137 h 263"/>
                  <a:gd name="T6" fmla="*/ 44 w 115"/>
                  <a:gd name="T7" fmla="*/ 170 h 263"/>
                  <a:gd name="T8" fmla="*/ 115 w 115"/>
                  <a:gd name="T9" fmla="*/ 263 h 263"/>
                  <a:gd name="T10" fmla="*/ 55 w 115"/>
                  <a:gd name="T11" fmla="*/ 0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5" h="263">
                    <a:moveTo>
                      <a:pt x="55" y="0"/>
                    </a:move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22" y="124"/>
                      <a:pt x="35" y="137"/>
                    </a:cubicBezTo>
                    <a:cubicBezTo>
                      <a:pt x="48" y="150"/>
                      <a:pt x="33" y="160"/>
                      <a:pt x="44" y="170"/>
                    </a:cubicBezTo>
                    <a:cubicBezTo>
                      <a:pt x="55" y="181"/>
                      <a:pt x="115" y="263"/>
                      <a:pt x="115" y="263"/>
                    </a:cubicBez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86A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2" name="Freeform 172">
                <a:extLst>
                  <a:ext uri="{FF2B5EF4-FFF2-40B4-BE49-F238E27FC236}">
                    <a16:creationId xmlns:a16="http://schemas.microsoft.com/office/drawing/2014/main" id="{893ED996-F74B-4C52-982E-AF09A0C609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4175" y="2787651"/>
                <a:ext cx="358775" cy="977900"/>
              </a:xfrm>
              <a:custGeom>
                <a:avLst/>
                <a:gdLst>
                  <a:gd name="T0" fmla="*/ 56 w 95"/>
                  <a:gd name="T1" fmla="*/ 0 h 259"/>
                  <a:gd name="T2" fmla="*/ 0 w 95"/>
                  <a:gd name="T3" fmla="*/ 259 h 259"/>
                  <a:gd name="T4" fmla="*/ 64 w 95"/>
                  <a:gd name="T5" fmla="*/ 150 h 259"/>
                  <a:gd name="T6" fmla="*/ 64 w 95"/>
                  <a:gd name="T7" fmla="*/ 114 h 259"/>
                  <a:gd name="T8" fmla="*/ 95 w 95"/>
                  <a:gd name="T9" fmla="*/ 17 h 259"/>
                  <a:gd name="T10" fmla="*/ 56 w 95"/>
                  <a:gd name="T11" fmla="*/ 0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5" h="259">
                    <a:moveTo>
                      <a:pt x="56" y="0"/>
                    </a:moveTo>
                    <a:cubicBezTo>
                      <a:pt x="0" y="259"/>
                      <a:pt x="0" y="259"/>
                      <a:pt x="0" y="259"/>
                    </a:cubicBezTo>
                    <a:cubicBezTo>
                      <a:pt x="0" y="259"/>
                      <a:pt x="59" y="155"/>
                      <a:pt x="64" y="150"/>
                    </a:cubicBezTo>
                    <a:cubicBezTo>
                      <a:pt x="69" y="145"/>
                      <a:pt x="64" y="124"/>
                      <a:pt x="64" y="114"/>
                    </a:cubicBezTo>
                    <a:cubicBezTo>
                      <a:pt x="64" y="104"/>
                      <a:pt x="95" y="17"/>
                      <a:pt x="95" y="17"/>
                    </a:cubicBezTo>
                    <a:cubicBezTo>
                      <a:pt x="95" y="17"/>
                      <a:pt x="67" y="0"/>
                      <a:pt x="56" y="0"/>
                    </a:cubicBezTo>
                    <a:close/>
                  </a:path>
                </a:pathLst>
              </a:custGeom>
              <a:solidFill>
                <a:srgbClr val="86A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3" name="Freeform 173">
                <a:extLst>
                  <a:ext uri="{FF2B5EF4-FFF2-40B4-BE49-F238E27FC236}">
                    <a16:creationId xmlns:a16="http://schemas.microsoft.com/office/drawing/2014/main" id="{6B3F67C3-D849-4EA0-89EE-671E6D4528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3963" y="2765426"/>
                <a:ext cx="430213" cy="1000125"/>
              </a:xfrm>
              <a:custGeom>
                <a:avLst/>
                <a:gdLst>
                  <a:gd name="T0" fmla="*/ 58 w 114"/>
                  <a:gd name="T1" fmla="*/ 0 h 265"/>
                  <a:gd name="T2" fmla="*/ 0 w 114"/>
                  <a:gd name="T3" fmla="*/ 6 h 265"/>
                  <a:gd name="T4" fmla="*/ 34 w 114"/>
                  <a:gd name="T5" fmla="*/ 126 h 265"/>
                  <a:gd name="T6" fmla="*/ 43 w 114"/>
                  <a:gd name="T7" fmla="*/ 159 h 265"/>
                  <a:gd name="T8" fmla="*/ 114 w 114"/>
                  <a:gd name="T9" fmla="*/ 265 h 265"/>
                  <a:gd name="T10" fmla="*/ 58 w 114"/>
                  <a:gd name="T11" fmla="*/ 0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4" h="265">
                    <a:moveTo>
                      <a:pt x="58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21" y="113"/>
                      <a:pt x="34" y="126"/>
                    </a:cubicBezTo>
                    <a:cubicBezTo>
                      <a:pt x="47" y="139"/>
                      <a:pt x="32" y="149"/>
                      <a:pt x="43" y="159"/>
                    </a:cubicBezTo>
                    <a:cubicBezTo>
                      <a:pt x="54" y="170"/>
                      <a:pt x="114" y="265"/>
                      <a:pt x="114" y="265"/>
                    </a:cubicBez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BDD9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4" name="Freeform 174">
                <a:extLst>
                  <a:ext uri="{FF2B5EF4-FFF2-40B4-BE49-F238E27FC236}">
                    <a16:creationId xmlns:a16="http://schemas.microsoft.com/office/drawing/2014/main" id="{829568C8-1416-4481-BFFD-AE047B08D6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4175" y="2768601"/>
                <a:ext cx="361950" cy="996950"/>
              </a:xfrm>
              <a:custGeom>
                <a:avLst/>
                <a:gdLst>
                  <a:gd name="T0" fmla="*/ 53 w 96"/>
                  <a:gd name="T1" fmla="*/ 0 h 264"/>
                  <a:gd name="T2" fmla="*/ 0 w 96"/>
                  <a:gd name="T3" fmla="*/ 264 h 264"/>
                  <a:gd name="T4" fmla="*/ 64 w 96"/>
                  <a:gd name="T5" fmla="*/ 142 h 264"/>
                  <a:gd name="T6" fmla="*/ 64 w 96"/>
                  <a:gd name="T7" fmla="*/ 106 h 264"/>
                  <a:gd name="T8" fmla="*/ 96 w 96"/>
                  <a:gd name="T9" fmla="*/ 13 h 264"/>
                  <a:gd name="T10" fmla="*/ 53 w 96"/>
                  <a:gd name="T11" fmla="*/ 0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6" h="264">
                    <a:moveTo>
                      <a:pt x="53" y="0"/>
                    </a:moveTo>
                    <a:cubicBezTo>
                      <a:pt x="0" y="264"/>
                      <a:pt x="0" y="264"/>
                      <a:pt x="0" y="264"/>
                    </a:cubicBezTo>
                    <a:cubicBezTo>
                      <a:pt x="0" y="264"/>
                      <a:pt x="59" y="147"/>
                      <a:pt x="64" y="142"/>
                    </a:cubicBezTo>
                    <a:cubicBezTo>
                      <a:pt x="69" y="137"/>
                      <a:pt x="64" y="116"/>
                      <a:pt x="64" y="106"/>
                    </a:cubicBezTo>
                    <a:cubicBezTo>
                      <a:pt x="64" y="96"/>
                      <a:pt x="96" y="13"/>
                      <a:pt x="96" y="13"/>
                    </a:cubicBezTo>
                    <a:cubicBezTo>
                      <a:pt x="96" y="13"/>
                      <a:pt x="64" y="0"/>
                      <a:pt x="53" y="0"/>
                    </a:cubicBezTo>
                    <a:close/>
                  </a:path>
                </a:pathLst>
              </a:custGeom>
              <a:solidFill>
                <a:srgbClr val="BDD9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5" name="Freeform 175">
                <a:extLst>
                  <a:ext uri="{FF2B5EF4-FFF2-40B4-BE49-F238E27FC236}">
                    <a16:creationId xmlns:a16="http://schemas.microsoft.com/office/drawing/2014/main" id="{41C1FEE0-A701-4267-A22C-8A7CC1993E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4013" y="3765551"/>
                <a:ext cx="30163" cy="1025525"/>
              </a:xfrm>
              <a:custGeom>
                <a:avLst/>
                <a:gdLst>
                  <a:gd name="T0" fmla="*/ 0 w 19"/>
                  <a:gd name="T1" fmla="*/ 646 h 646"/>
                  <a:gd name="T2" fmla="*/ 19 w 19"/>
                  <a:gd name="T3" fmla="*/ 0 h 646"/>
                  <a:gd name="T4" fmla="*/ 14 w 19"/>
                  <a:gd name="T5" fmla="*/ 646 h 646"/>
                  <a:gd name="T6" fmla="*/ 0 w 19"/>
                  <a:gd name="T7" fmla="*/ 646 h 6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646">
                    <a:moveTo>
                      <a:pt x="0" y="646"/>
                    </a:moveTo>
                    <a:lnTo>
                      <a:pt x="19" y="0"/>
                    </a:lnTo>
                    <a:lnTo>
                      <a:pt x="14" y="646"/>
                    </a:lnTo>
                    <a:lnTo>
                      <a:pt x="0" y="646"/>
                    </a:lnTo>
                    <a:close/>
                  </a:path>
                </a:pathLst>
              </a:custGeom>
              <a:solidFill>
                <a:srgbClr val="7797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6" name="Rectangle 176">
                <a:extLst>
                  <a:ext uri="{FF2B5EF4-FFF2-40B4-BE49-F238E27FC236}">
                    <a16:creationId xmlns:a16="http://schemas.microsoft.com/office/drawing/2014/main" id="{C1922902-68C9-432E-9A20-3B2540C841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2500" y="4926013"/>
                <a:ext cx="781050" cy="84138"/>
              </a:xfrm>
              <a:prstGeom prst="rect">
                <a:avLst/>
              </a:prstGeom>
              <a:solidFill>
                <a:srgbClr val="8088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7" name="Rectangle 177">
                <a:extLst>
                  <a:ext uri="{FF2B5EF4-FFF2-40B4-BE49-F238E27FC236}">
                    <a16:creationId xmlns:a16="http://schemas.microsoft.com/office/drawing/2014/main" id="{AE8005BB-F8DE-409C-870B-B812CA4548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2500" y="4926013"/>
                <a:ext cx="781050" cy="84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" name="Freeform 182">
                <a:extLst>
                  <a:ext uri="{FF2B5EF4-FFF2-40B4-BE49-F238E27FC236}">
                    <a16:creationId xmlns:a16="http://schemas.microsoft.com/office/drawing/2014/main" id="{352AD56A-89C0-4F71-A9F3-68FA65E189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8575" y="2689226"/>
                <a:ext cx="577850" cy="731838"/>
              </a:xfrm>
              <a:custGeom>
                <a:avLst/>
                <a:gdLst>
                  <a:gd name="T0" fmla="*/ 86 w 153"/>
                  <a:gd name="T1" fmla="*/ 57 h 194"/>
                  <a:gd name="T2" fmla="*/ 70 w 153"/>
                  <a:gd name="T3" fmla="*/ 0 h 194"/>
                  <a:gd name="T4" fmla="*/ 0 w 153"/>
                  <a:gd name="T5" fmla="*/ 18 h 194"/>
                  <a:gd name="T6" fmla="*/ 17 w 153"/>
                  <a:gd name="T7" fmla="*/ 53 h 194"/>
                  <a:gd name="T8" fmla="*/ 45 w 153"/>
                  <a:gd name="T9" fmla="*/ 70 h 194"/>
                  <a:gd name="T10" fmla="*/ 108 w 153"/>
                  <a:gd name="T11" fmla="*/ 194 h 194"/>
                  <a:gd name="T12" fmla="*/ 153 w 153"/>
                  <a:gd name="T13" fmla="*/ 139 h 194"/>
                  <a:gd name="T14" fmla="*/ 86 w 153"/>
                  <a:gd name="T15" fmla="*/ 57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3" h="194">
                    <a:moveTo>
                      <a:pt x="86" y="57"/>
                    </a:moveTo>
                    <a:cubicBezTo>
                      <a:pt x="70" y="0"/>
                      <a:pt x="70" y="0"/>
                      <a:pt x="70" y="0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18"/>
                      <a:pt x="10" y="49"/>
                      <a:pt x="17" y="53"/>
                    </a:cubicBezTo>
                    <a:cubicBezTo>
                      <a:pt x="22" y="56"/>
                      <a:pt x="38" y="66"/>
                      <a:pt x="45" y="70"/>
                    </a:cubicBezTo>
                    <a:cubicBezTo>
                      <a:pt x="108" y="194"/>
                      <a:pt x="108" y="194"/>
                      <a:pt x="108" y="194"/>
                    </a:cubicBezTo>
                    <a:cubicBezTo>
                      <a:pt x="153" y="139"/>
                      <a:pt x="153" y="139"/>
                      <a:pt x="153" y="139"/>
                    </a:cubicBezTo>
                    <a:lnTo>
                      <a:pt x="86" y="57"/>
                    </a:lnTo>
                    <a:close/>
                  </a:path>
                </a:pathLst>
              </a:custGeom>
              <a:solidFill>
                <a:srgbClr val="F15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9" name="Freeform 183">
                <a:extLst>
                  <a:ext uri="{FF2B5EF4-FFF2-40B4-BE49-F238E27FC236}">
                    <a16:creationId xmlns:a16="http://schemas.microsoft.com/office/drawing/2014/main" id="{9F582153-1329-4AB7-AB11-0A864AD89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4775" y="1677988"/>
                <a:ext cx="773113" cy="928688"/>
              </a:xfrm>
              <a:custGeom>
                <a:avLst/>
                <a:gdLst>
                  <a:gd name="T0" fmla="*/ 59 w 205"/>
                  <a:gd name="T1" fmla="*/ 6 h 246"/>
                  <a:gd name="T2" fmla="*/ 135 w 205"/>
                  <a:gd name="T3" fmla="*/ 11 h 246"/>
                  <a:gd name="T4" fmla="*/ 190 w 205"/>
                  <a:gd name="T5" fmla="*/ 150 h 246"/>
                  <a:gd name="T6" fmla="*/ 202 w 205"/>
                  <a:gd name="T7" fmla="*/ 166 h 246"/>
                  <a:gd name="T8" fmla="*/ 183 w 205"/>
                  <a:gd name="T9" fmla="*/ 224 h 246"/>
                  <a:gd name="T10" fmla="*/ 103 w 205"/>
                  <a:gd name="T11" fmla="*/ 243 h 246"/>
                  <a:gd name="T12" fmla="*/ 14 w 205"/>
                  <a:gd name="T13" fmla="*/ 196 h 246"/>
                  <a:gd name="T14" fmla="*/ 59 w 205"/>
                  <a:gd name="T15" fmla="*/ 6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5" h="246">
                    <a:moveTo>
                      <a:pt x="59" y="6"/>
                    </a:moveTo>
                    <a:cubicBezTo>
                      <a:pt x="59" y="6"/>
                      <a:pt x="112" y="0"/>
                      <a:pt x="135" y="11"/>
                    </a:cubicBezTo>
                    <a:cubicBezTo>
                      <a:pt x="157" y="22"/>
                      <a:pt x="202" y="65"/>
                      <a:pt x="190" y="150"/>
                    </a:cubicBezTo>
                    <a:cubicBezTo>
                      <a:pt x="190" y="150"/>
                      <a:pt x="200" y="153"/>
                      <a:pt x="202" y="166"/>
                    </a:cubicBezTo>
                    <a:cubicBezTo>
                      <a:pt x="205" y="179"/>
                      <a:pt x="205" y="203"/>
                      <a:pt x="183" y="224"/>
                    </a:cubicBezTo>
                    <a:cubicBezTo>
                      <a:pt x="160" y="246"/>
                      <a:pt x="122" y="243"/>
                      <a:pt x="103" y="243"/>
                    </a:cubicBezTo>
                    <a:cubicBezTo>
                      <a:pt x="83" y="243"/>
                      <a:pt x="28" y="227"/>
                      <a:pt x="14" y="196"/>
                    </a:cubicBezTo>
                    <a:cubicBezTo>
                      <a:pt x="0" y="166"/>
                      <a:pt x="59" y="6"/>
                      <a:pt x="59" y="6"/>
                    </a:cubicBezTo>
                  </a:path>
                </a:pathLst>
              </a:custGeom>
              <a:solidFill>
                <a:srgbClr val="2711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0" name="Freeform 184">
                <a:extLst>
                  <a:ext uri="{FF2B5EF4-FFF2-40B4-BE49-F238E27FC236}">
                    <a16:creationId xmlns:a16="http://schemas.microsoft.com/office/drawing/2014/main" id="{7BAB67C6-30A0-49E8-BF1C-F0B2A9BA17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3988" y="1738313"/>
                <a:ext cx="595313" cy="857250"/>
              </a:xfrm>
              <a:custGeom>
                <a:avLst/>
                <a:gdLst>
                  <a:gd name="T0" fmla="*/ 71 w 158"/>
                  <a:gd name="T1" fmla="*/ 3 h 227"/>
                  <a:gd name="T2" fmla="*/ 36 w 158"/>
                  <a:gd name="T3" fmla="*/ 19 h 227"/>
                  <a:gd name="T4" fmla="*/ 0 w 158"/>
                  <a:gd name="T5" fmla="*/ 153 h 227"/>
                  <a:gd name="T6" fmla="*/ 14 w 158"/>
                  <a:gd name="T7" fmla="*/ 194 h 227"/>
                  <a:gd name="T8" fmla="*/ 18 w 158"/>
                  <a:gd name="T9" fmla="*/ 200 h 227"/>
                  <a:gd name="T10" fmla="*/ 82 w 158"/>
                  <a:gd name="T11" fmla="*/ 227 h 227"/>
                  <a:gd name="T12" fmla="*/ 148 w 158"/>
                  <a:gd name="T13" fmla="*/ 116 h 227"/>
                  <a:gd name="T14" fmla="*/ 136 w 158"/>
                  <a:gd name="T15" fmla="*/ 27 h 227"/>
                  <a:gd name="T16" fmla="*/ 71 w 158"/>
                  <a:gd name="T17" fmla="*/ 3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8" h="227">
                    <a:moveTo>
                      <a:pt x="71" y="3"/>
                    </a:moveTo>
                    <a:cubicBezTo>
                      <a:pt x="57" y="1"/>
                      <a:pt x="45" y="8"/>
                      <a:pt x="36" y="19"/>
                    </a:cubicBezTo>
                    <a:cubicBezTo>
                      <a:pt x="24" y="54"/>
                      <a:pt x="4" y="115"/>
                      <a:pt x="0" y="153"/>
                    </a:cubicBezTo>
                    <a:cubicBezTo>
                      <a:pt x="2" y="168"/>
                      <a:pt x="7" y="183"/>
                      <a:pt x="14" y="194"/>
                    </a:cubicBezTo>
                    <a:cubicBezTo>
                      <a:pt x="15" y="196"/>
                      <a:pt x="17" y="198"/>
                      <a:pt x="18" y="200"/>
                    </a:cubicBezTo>
                    <a:cubicBezTo>
                      <a:pt x="37" y="215"/>
                      <a:pt x="64" y="224"/>
                      <a:pt x="82" y="227"/>
                    </a:cubicBezTo>
                    <a:cubicBezTo>
                      <a:pt x="135" y="219"/>
                      <a:pt x="149" y="170"/>
                      <a:pt x="148" y="116"/>
                    </a:cubicBezTo>
                    <a:cubicBezTo>
                      <a:pt x="148" y="102"/>
                      <a:pt x="158" y="57"/>
                      <a:pt x="136" y="27"/>
                    </a:cubicBezTo>
                    <a:cubicBezTo>
                      <a:pt x="121" y="8"/>
                      <a:pt x="94" y="0"/>
                      <a:pt x="71" y="3"/>
                    </a:cubicBezTo>
                  </a:path>
                </a:pathLst>
              </a:custGeom>
              <a:solidFill>
                <a:srgbClr val="180F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1" name="Freeform 185">
                <a:extLst>
                  <a:ext uri="{FF2B5EF4-FFF2-40B4-BE49-F238E27FC236}">
                    <a16:creationId xmlns:a16="http://schemas.microsoft.com/office/drawing/2014/main" id="{2BF6E728-0B73-49E3-9A2B-4D31FE8590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3038" y="2346326"/>
                <a:ext cx="411163" cy="1419225"/>
              </a:xfrm>
              <a:custGeom>
                <a:avLst/>
                <a:gdLst>
                  <a:gd name="T0" fmla="*/ 13 w 109"/>
                  <a:gd name="T1" fmla="*/ 28 h 376"/>
                  <a:gd name="T2" fmla="*/ 13 w 109"/>
                  <a:gd name="T3" fmla="*/ 81 h 376"/>
                  <a:gd name="T4" fmla="*/ 0 w 109"/>
                  <a:gd name="T5" fmla="*/ 111 h 376"/>
                  <a:gd name="T6" fmla="*/ 56 w 109"/>
                  <a:gd name="T7" fmla="*/ 376 h 376"/>
                  <a:gd name="T8" fmla="*/ 109 w 109"/>
                  <a:gd name="T9" fmla="*/ 112 h 376"/>
                  <a:gd name="T10" fmla="*/ 92 w 109"/>
                  <a:gd name="T11" fmla="*/ 81 h 376"/>
                  <a:gd name="T12" fmla="*/ 88 w 109"/>
                  <a:gd name="T13" fmla="*/ 0 h 376"/>
                  <a:gd name="T14" fmla="*/ 13 w 109"/>
                  <a:gd name="T15" fmla="*/ 2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9" h="376">
                    <a:moveTo>
                      <a:pt x="13" y="28"/>
                    </a:moveTo>
                    <a:cubicBezTo>
                      <a:pt x="13" y="28"/>
                      <a:pt x="16" y="65"/>
                      <a:pt x="13" y="81"/>
                    </a:cubicBezTo>
                    <a:cubicBezTo>
                      <a:pt x="11" y="98"/>
                      <a:pt x="0" y="111"/>
                      <a:pt x="0" y="111"/>
                    </a:cubicBezTo>
                    <a:cubicBezTo>
                      <a:pt x="56" y="376"/>
                      <a:pt x="56" y="376"/>
                      <a:pt x="56" y="376"/>
                    </a:cubicBezTo>
                    <a:cubicBezTo>
                      <a:pt x="109" y="112"/>
                      <a:pt x="109" y="112"/>
                      <a:pt x="109" y="112"/>
                    </a:cubicBezTo>
                    <a:cubicBezTo>
                      <a:pt x="109" y="112"/>
                      <a:pt x="96" y="104"/>
                      <a:pt x="92" y="81"/>
                    </a:cubicBezTo>
                    <a:cubicBezTo>
                      <a:pt x="88" y="58"/>
                      <a:pt x="88" y="0"/>
                      <a:pt x="88" y="0"/>
                    </a:cubicBezTo>
                    <a:cubicBezTo>
                      <a:pt x="13" y="28"/>
                      <a:pt x="13" y="28"/>
                      <a:pt x="13" y="28"/>
                    </a:cubicBezTo>
                  </a:path>
                </a:pathLst>
              </a:custGeom>
              <a:solidFill>
                <a:srgbClr val="F3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2" name="Freeform 186">
                <a:extLst>
                  <a:ext uri="{FF2B5EF4-FFF2-40B4-BE49-F238E27FC236}">
                    <a16:creationId xmlns:a16="http://schemas.microsoft.com/office/drawing/2014/main" id="{EBD524C0-64A7-4C4F-A52B-3786F4F0CD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9075" y="2971801"/>
                <a:ext cx="319088" cy="793750"/>
              </a:xfrm>
              <a:custGeom>
                <a:avLst/>
                <a:gdLst>
                  <a:gd name="T0" fmla="*/ 44 w 85"/>
                  <a:gd name="T1" fmla="*/ 210 h 210"/>
                  <a:gd name="T2" fmla="*/ 85 w 85"/>
                  <a:gd name="T3" fmla="*/ 5 h 210"/>
                  <a:gd name="T4" fmla="*/ 0 w 85"/>
                  <a:gd name="T5" fmla="*/ 0 h 210"/>
                  <a:gd name="T6" fmla="*/ 44 w 85"/>
                  <a:gd name="T7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5" h="210">
                    <a:moveTo>
                      <a:pt x="44" y="210"/>
                    </a:moveTo>
                    <a:cubicBezTo>
                      <a:pt x="85" y="5"/>
                      <a:pt x="85" y="5"/>
                      <a:pt x="85" y="5"/>
                    </a:cubicBezTo>
                    <a:cubicBezTo>
                      <a:pt x="54" y="8"/>
                      <a:pt x="23" y="4"/>
                      <a:pt x="0" y="0"/>
                    </a:cubicBezTo>
                    <a:lnTo>
                      <a:pt x="44" y="210"/>
                    </a:lnTo>
                    <a:close/>
                  </a:path>
                </a:pathLst>
              </a:custGeom>
              <a:solidFill>
                <a:srgbClr val="2A31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" name="Freeform 187">
                <a:extLst>
                  <a:ext uri="{FF2B5EF4-FFF2-40B4-BE49-F238E27FC236}">
                    <a16:creationId xmlns:a16="http://schemas.microsoft.com/office/drawing/2014/main" id="{7582885F-AC05-4E70-BA9A-127D10E6E3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9075" y="2971801"/>
                <a:ext cx="319088" cy="793750"/>
              </a:xfrm>
              <a:custGeom>
                <a:avLst/>
                <a:gdLst>
                  <a:gd name="T0" fmla="*/ 85 w 85"/>
                  <a:gd name="T1" fmla="*/ 5 h 210"/>
                  <a:gd name="T2" fmla="*/ 84 w 85"/>
                  <a:gd name="T3" fmla="*/ 5 h 210"/>
                  <a:gd name="T4" fmla="*/ 42 w 85"/>
                  <a:gd name="T5" fmla="*/ 148 h 210"/>
                  <a:gd name="T6" fmla="*/ 0 w 85"/>
                  <a:gd name="T7" fmla="*/ 0 h 210"/>
                  <a:gd name="T8" fmla="*/ 0 w 85"/>
                  <a:gd name="T9" fmla="*/ 0 h 210"/>
                  <a:gd name="T10" fmla="*/ 44 w 85"/>
                  <a:gd name="T11" fmla="*/ 210 h 210"/>
                  <a:gd name="T12" fmla="*/ 85 w 85"/>
                  <a:gd name="T13" fmla="*/ 5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" h="210">
                    <a:moveTo>
                      <a:pt x="85" y="5"/>
                    </a:moveTo>
                    <a:cubicBezTo>
                      <a:pt x="84" y="5"/>
                      <a:pt x="84" y="5"/>
                      <a:pt x="84" y="5"/>
                    </a:cubicBezTo>
                    <a:cubicBezTo>
                      <a:pt x="74" y="47"/>
                      <a:pt x="51" y="140"/>
                      <a:pt x="42" y="148"/>
                    </a:cubicBezTo>
                    <a:cubicBezTo>
                      <a:pt x="35" y="156"/>
                      <a:pt x="11" y="53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4" y="210"/>
                      <a:pt x="44" y="210"/>
                      <a:pt x="44" y="210"/>
                    </a:cubicBezTo>
                    <a:lnTo>
                      <a:pt x="85" y="5"/>
                    </a:lnTo>
                    <a:close/>
                  </a:path>
                </a:pathLst>
              </a:custGeom>
              <a:solidFill>
                <a:srgbClr val="2326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4" name="Freeform 188">
                <a:extLst>
                  <a:ext uri="{FF2B5EF4-FFF2-40B4-BE49-F238E27FC236}">
                    <a16:creationId xmlns:a16="http://schemas.microsoft.com/office/drawing/2014/main" id="{4227EF54-9AE6-4104-ADAA-C9810FA97D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700" y="2425701"/>
                <a:ext cx="249238" cy="207963"/>
              </a:xfrm>
              <a:custGeom>
                <a:avLst/>
                <a:gdLst>
                  <a:gd name="T0" fmla="*/ 6 w 66"/>
                  <a:gd name="T1" fmla="*/ 0 h 55"/>
                  <a:gd name="T2" fmla="*/ 0 w 66"/>
                  <a:gd name="T3" fmla="*/ 2 h 55"/>
                  <a:gd name="T4" fmla="*/ 51 w 66"/>
                  <a:gd name="T5" fmla="*/ 55 h 55"/>
                  <a:gd name="T6" fmla="*/ 65 w 66"/>
                  <a:gd name="T7" fmla="*/ 53 h 55"/>
                  <a:gd name="T8" fmla="*/ 66 w 66"/>
                  <a:gd name="T9" fmla="*/ 53 h 55"/>
                  <a:gd name="T10" fmla="*/ 65 w 66"/>
                  <a:gd name="T11" fmla="*/ 32 h 55"/>
                  <a:gd name="T12" fmla="*/ 51 w 66"/>
                  <a:gd name="T13" fmla="*/ 33 h 55"/>
                  <a:gd name="T14" fmla="*/ 6 w 66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" h="55">
                    <a:moveTo>
                      <a:pt x="6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29"/>
                      <a:pt x="23" y="55"/>
                      <a:pt x="51" y="55"/>
                    </a:cubicBezTo>
                    <a:cubicBezTo>
                      <a:pt x="55" y="55"/>
                      <a:pt x="60" y="55"/>
                      <a:pt x="65" y="53"/>
                    </a:cubicBezTo>
                    <a:cubicBezTo>
                      <a:pt x="65" y="53"/>
                      <a:pt x="66" y="53"/>
                      <a:pt x="66" y="53"/>
                    </a:cubicBezTo>
                    <a:cubicBezTo>
                      <a:pt x="65" y="47"/>
                      <a:pt x="65" y="39"/>
                      <a:pt x="65" y="32"/>
                    </a:cubicBezTo>
                    <a:cubicBezTo>
                      <a:pt x="60" y="33"/>
                      <a:pt x="55" y="33"/>
                      <a:pt x="51" y="33"/>
                    </a:cubicBezTo>
                    <a:cubicBezTo>
                      <a:pt x="28" y="33"/>
                      <a:pt x="14" y="19"/>
                      <a:pt x="6" y="0"/>
                    </a:cubicBezTo>
                  </a:path>
                </a:pathLst>
              </a:custGeom>
              <a:solidFill>
                <a:srgbClr val="F157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5" name="Freeform 189">
                <a:extLst>
                  <a:ext uri="{FF2B5EF4-FFF2-40B4-BE49-F238E27FC236}">
                    <a16:creationId xmlns:a16="http://schemas.microsoft.com/office/drawing/2014/main" id="{14211567-D2D9-40C0-9815-FA258F10FD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2413" y="1757363"/>
                <a:ext cx="463550" cy="833438"/>
              </a:xfrm>
              <a:custGeom>
                <a:avLst/>
                <a:gdLst>
                  <a:gd name="T0" fmla="*/ 56 w 123"/>
                  <a:gd name="T1" fmla="*/ 5 h 221"/>
                  <a:gd name="T2" fmla="*/ 106 w 123"/>
                  <a:gd name="T3" fmla="*/ 26 h 221"/>
                  <a:gd name="T4" fmla="*/ 115 w 123"/>
                  <a:gd name="T5" fmla="*/ 106 h 221"/>
                  <a:gd name="T6" fmla="*/ 69 w 123"/>
                  <a:gd name="T7" fmla="*/ 209 h 221"/>
                  <a:gd name="T8" fmla="*/ 0 w 123"/>
                  <a:gd name="T9" fmla="*/ 131 h 221"/>
                  <a:gd name="T10" fmla="*/ 56 w 123"/>
                  <a:gd name="T11" fmla="*/ 5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221">
                    <a:moveTo>
                      <a:pt x="56" y="5"/>
                    </a:moveTo>
                    <a:cubicBezTo>
                      <a:pt x="56" y="5"/>
                      <a:pt x="88" y="0"/>
                      <a:pt x="106" y="26"/>
                    </a:cubicBezTo>
                    <a:cubicBezTo>
                      <a:pt x="123" y="52"/>
                      <a:pt x="115" y="96"/>
                      <a:pt x="115" y="106"/>
                    </a:cubicBezTo>
                    <a:cubicBezTo>
                      <a:pt x="115" y="117"/>
                      <a:pt x="120" y="196"/>
                      <a:pt x="69" y="209"/>
                    </a:cubicBezTo>
                    <a:cubicBezTo>
                      <a:pt x="17" y="221"/>
                      <a:pt x="0" y="165"/>
                      <a:pt x="0" y="131"/>
                    </a:cubicBezTo>
                    <a:cubicBezTo>
                      <a:pt x="0" y="96"/>
                      <a:pt x="12" y="9"/>
                      <a:pt x="56" y="5"/>
                    </a:cubicBezTo>
                  </a:path>
                </a:pathLst>
              </a:custGeom>
              <a:solidFill>
                <a:srgbClr val="F3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6" name="Freeform 190">
                <a:extLst>
                  <a:ext uri="{FF2B5EF4-FFF2-40B4-BE49-F238E27FC236}">
                    <a16:creationId xmlns:a16="http://schemas.microsoft.com/office/drawing/2014/main" id="{CA6214EB-1FDC-4220-BDD1-8820012B70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7025" y="1889126"/>
                <a:ext cx="0" cy="4763"/>
              </a:xfrm>
              <a:custGeom>
                <a:avLst/>
                <a:gdLst>
                  <a:gd name="T0" fmla="*/ 0 h 1"/>
                  <a:gd name="T1" fmla="*/ 1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</a:path>
                </a:pathLst>
              </a:custGeom>
              <a:solidFill>
                <a:srgbClr val="1A08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7" name="Freeform 191">
                <a:extLst>
                  <a:ext uri="{FF2B5EF4-FFF2-40B4-BE49-F238E27FC236}">
                    <a16:creationId xmlns:a16="http://schemas.microsoft.com/office/drawing/2014/main" id="{96B7114E-145C-440A-831B-6BADF9208E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9563" y="1858963"/>
                <a:ext cx="384175" cy="193675"/>
              </a:xfrm>
              <a:custGeom>
                <a:avLst/>
                <a:gdLst>
                  <a:gd name="T0" fmla="*/ 35 w 102"/>
                  <a:gd name="T1" fmla="*/ 0 h 51"/>
                  <a:gd name="T2" fmla="*/ 5 w 102"/>
                  <a:gd name="T3" fmla="*/ 8 h 51"/>
                  <a:gd name="T4" fmla="*/ 5 w 102"/>
                  <a:gd name="T5" fmla="*/ 9 h 51"/>
                  <a:gd name="T6" fmla="*/ 0 w 102"/>
                  <a:gd name="T7" fmla="*/ 21 h 51"/>
                  <a:gd name="T8" fmla="*/ 54 w 102"/>
                  <a:gd name="T9" fmla="*/ 9 h 51"/>
                  <a:gd name="T10" fmla="*/ 102 w 102"/>
                  <a:gd name="T11" fmla="*/ 51 h 51"/>
                  <a:gd name="T12" fmla="*/ 99 w 102"/>
                  <a:gd name="T13" fmla="*/ 19 h 51"/>
                  <a:gd name="T14" fmla="*/ 35 w 102"/>
                  <a:gd name="T15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2" h="51">
                    <a:moveTo>
                      <a:pt x="35" y="0"/>
                    </a:moveTo>
                    <a:cubicBezTo>
                      <a:pt x="25" y="0"/>
                      <a:pt x="15" y="2"/>
                      <a:pt x="5" y="8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3" y="13"/>
                      <a:pt x="1" y="17"/>
                      <a:pt x="0" y="21"/>
                    </a:cubicBezTo>
                    <a:cubicBezTo>
                      <a:pt x="18" y="16"/>
                      <a:pt x="36" y="11"/>
                      <a:pt x="54" y="9"/>
                    </a:cubicBezTo>
                    <a:cubicBezTo>
                      <a:pt x="61" y="34"/>
                      <a:pt x="77" y="51"/>
                      <a:pt x="102" y="51"/>
                    </a:cubicBezTo>
                    <a:cubicBezTo>
                      <a:pt x="102" y="41"/>
                      <a:pt x="102" y="30"/>
                      <a:pt x="99" y="19"/>
                    </a:cubicBezTo>
                    <a:cubicBezTo>
                      <a:pt x="79" y="11"/>
                      <a:pt x="57" y="0"/>
                      <a:pt x="35" y="0"/>
                    </a:cubicBezTo>
                  </a:path>
                </a:pathLst>
              </a:custGeom>
              <a:solidFill>
                <a:srgbClr val="F157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8" name="Freeform 192">
                <a:extLst>
                  <a:ext uri="{FF2B5EF4-FFF2-40B4-BE49-F238E27FC236}">
                    <a16:creationId xmlns:a16="http://schemas.microsoft.com/office/drawing/2014/main" id="{8EC1F80D-D4DB-43B9-B226-72531F2EC1A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84287" y="2513013"/>
                <a:ext cx="354013" cy="406400"/>
              </a:xfrm>
              <a:custGeom>
                <a:avLst/>
                <a:gdLst>
                  <a:gd name="T0" fmla="*/ 79 w 94"/>
                  <a:gd name="T1" fmla="*/ 50 h 108"/>
                  <a:gd name="T2" fmla="*/ 17 w 94"/>
                  <a:gd name="T3" fmla="*/ 4 h 108"/>
                  <a:gd name="T4" fmla="*/ 42 w 94"/>
                  <a:gd name="T5" fmla="*/ 41 h 108"/>
                  <a:gd name="T6" fmla="*/ 47 w 94"/>
                  <a:gd name="T7" fmla="*/ 51 h 108"/>
                  <a:gd name="T8" fmla="*/ 43 w 94"/>
                  <a:gd name="T9" fmla="*/ 52 h 108"/>
                  <a:gd name="T10" fmla="*/ 4 w 94"/>
                  <a:gd name="T11" fmla="*/ 65 h 108"/>
                  <a:gd name="T12" fmla="*/ 12 w 94"/>
                  <a:gd name="T13" fmla="*/ 99 h 108"/>
                  <a:gd name="T14" fmla="*/ 40 w 94"/>
                  <a:gd name="T15" fmla="*/ 97 h 108"/>
                  <a:gd name="T16" fmla="*/ 53 w 94"/>
                  <a:gd name="T17" fmla="*/ 92 h 108"/>
                  <a:gd name="T18" fmla="*/ 55 w 94"/>
                  <a:gd name="T19" fmla="*/ 91 h 108"/>
                  <a:gd name="T20" fmla="*/ 55 w 94"/>
                  <a:gd name="T21" fmla="*/ 98 h 108"/>
                  <a:gd name="T22" fmla="*/ 92 w 94"/>
                  <a:gd name="T23" fmla="*/ 86 h 108"/>
                  <a:gd name="T24" fmla="*/ 79 w 94"/>
                  <a:gd name="T25" fmla="*/ 50 h 108"/>
                  <a:gd name="T26" fmla="*/ 72 w 94"/>
                  <a:gd name="T27" fmla="*/ 81 h 108"/>
                  <a:gd name="T28" fmla="*/ 59 w 94"/>
                  <a:gd name="T29" fmla="*/ 87 h 108"/>
                  <a:gd name="T30" fmla="*/ 53 w 94"/>
                  <a:gd name="T31" fmla="*/ 61 h 108"/>
                  <a:gd name="T32" fmla="*/ 53 w 94"/>
                  <a:gd name="T33" fmla="*/ 61 h 108"/>
                  <a:gd name="T34" fmla="*/ 72 w 94"/>
                  <a:gd name="T35" fmla="*/ 58 h 108"/>
                  <a:gd name="T36" fmla="*/ 73 w 94"/>
                  <a:gd name="T37" fmla="*/ 60 h 108"/>
                  <a:gd name="T38" fmla="*/ 72 w 94"/>
                  <a:gd name="T39" fmla="*/ 81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94" h="108">
                    <a:moveTo>
                      <a:pt x="79" y="50"/>
                    </a:moveTo>
                    <a:cubicBezTo>
                      <a:pt x="79" y="50"/>
                      <a:pt x="27" y="0"/>
                      <a:pt x="17" y="4"/>
                    </a:cubicBezTo>
                    <a:cubicBezTo>
                      <a:pt x="0" y="8"/>
                      <a:pt x="38" y="36"/>
                      <a:pt x="42" y="41"/>
                    </a:cubicBezTo>
                    <a:cubicBezTo>
                      <a:pt x="44" y="44"/>
                      <a:pt x="46" y="47"/>
                      <a:pt x="47" y="51"/>
                    </a:cubicBezTo>
                    <a:cubicBezTo>
                      <a:pt x="46" y="51"/>
                      <a:pt x="45" y="51"/>
                      <a:pt x="43" y="52"/>
                    </a:cubicBezTo>
                    <a:cubicBezTo>
                      <a:pt x="34" y="54"/>
                      <a:pt x="8" y="59"/>
                      <a:pt x="4" y="65"/>
                    </a:cubicBezTo>
                    <a:cubicBezTo>
                      <a:pt x="4" y="65"/>
                      <a:pt x="3" y="99"/>
                      <a:pt x="12" y="99"/>
                    </a:cubicBezTo>
                    <a:cubicBezTo>
                      <a:pt x="21" y="99"/>
                      <a:pt x="30" y="96"/>
                      <a:pt x="40" y="97"/>
                    </a:cubicBezTo>
                    <a:cubicBezTo>
                      <a:pt x="45" y="97"/>
                      <a:pt x="50" y="95"/>
                      <a:pt x="53" y="92"/>
                    </a:cubicBezTo>
                    <a:cubicBezTo>
                      <a:pt x="54" y="92"/>
                      <a:pt x="55" y="92"/>
                      <a:pt x="55" y="91"/>
                    </a:cubicBezTo>
                    <a:cubicBezTo>
                      <a:pt x="54" y="93"/>
                      <a:pt x="53" y="96"/>
                      <a:pt x="55" y="98"/>
                    </a:cubicBezTo>
                    <a:cubicBezTo>
                      <a:pt x="59" y="108"/>
                      <a:pt x="91" y="92"/>
                      <a:pt x="92" y="86"/>
                    </a:cubicBezTo>
                    <a:cubicBezTo>
                      <a:pt x="94" y="80"/>
                      <a:pt x="87" y="59"/>
                      <a:pt x="79" y="50"/>
                    </a:cubicBezTo>
                    <a:close/>
                    <a:moveTo>
                      <a:pt x="72" y="81"/>
                    </a:moveTo>
                    <a:cubicBezTo>
                      <a:pt x="69" y="82"/>
                      <a:pt x="64" y="84"/>
                      <a:pt x="59" y="87"/>
                    </a:cubicBezTo>
                    <a:cubicBezTo>
                      <a:pt x="58" y="84"/>
                      <a:pt x="52" y="67"/>
                      <a:pt x="53" y="61"/>
                    </a:cubicBezTo>
                    <a:cubicBezTo>
                      <a:pt x="53" y="61"/>
                      <a:pt x="53" y="61"/>
                      <a:pt x="53" y="61"/>
                    </a:cubicBezTo>
                    <a:cubicBezTo>
                      <a:pt x="58" y="56"/>
                      <a:pt x="67" y="56"/>
                      <a:pt x="72" y="58"/>
                    </a:cubicBezTo>
                    <a:cubicBezTo>
                      <a:pt x="73" y="59"/>
                      <a:pt x="73" y="59"/>
                      <a:pt x="73" y="60"/>
                    </a:cubicBezTo>
                    <a:cubicBezTo>
                      <a:pt x="75" y="66"/>
                      <a:pt x="78" y="80"/>
                      <a:pt x="72" y="81"/>
                    </a:cubicBezTo>
                    <a:close/>
                  </a:path>
                </a:pathLst>
              </a:custGeom>
              <a:solidFill>
                <a:srgbClr val="F3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9" name="Freeform 193">
                <a:extLst>
                  <a:ext uri="{FF2B5EF4-FFF2-40B4-BE49-F238E27FC236}">
                    <a16:creationId xmlns:a16="http://schemas.microsoft.com/office/drawing/2014/main" id="{2A969474-A11E-4E30-8C62-41493DB135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0037" y="2851151"/>
                <a:ext cx="893763" cy="1155700"/>
              </a:xfrm>
              <a:custGeom>
                <a:avLst/>
                <a:gdLst>
                  <a:gd name="T0" fmla="*/ 0 w 237"/>
                  <a:gd name="T1" fmla="*/ 88 h 306"/>
                  <a:gd name="T2" fmla="*/ 101 w 237"/>
                  <a:gd name="T3" fmla="*/ 292 h 306"/>
                  <a:gd name="T4" fmla="*/ 233 w 237"/>
                  <a:gd name="T5" fmla="*/ 149 h 306"/>
                  <a:gd name="T6" fmla="*/ 224 w 237"/>
                  <a:gd name="T7" fmla="*/ 0 h 306"/>
                  <a:gd name="T8" fmla="*/ 144 w 237"/>
                  <a:gd name="T9" fmla="*/ 100 h 306"/>
                  <a:gd name="T10" fmla="*/ 109 w 237"/>
                  <a:gd name="T11" fmla="*/ 120 h 306"/>
                  <a:gd name="T12" fmla="*/ 51 w 237"/>
                  <a:gd name="T13" fmla="*/ 32 h 306"/>
                  <a:gd name="T14" fmla="*/ 0 w 237"/>
                  <a:gd name="T15" fmla="*/ 88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37" h="306">
                    <a:moveTo>
                      <a:pt x="0" y="88"/>
                    </a:moveTo>
                    <a:cubicBezTo>
                      <a:pt x="0" y="88"/>
                      <a:pt x="73" y="277"/>
                      <a:pt x="101" y="292"/>
                    </a:cubicBezTo>
                    <a:cubicBezTo>
                      <a:pt x="130" y="306"/>
                      <a:pt x="233" y="149"/>
                      <a:pt x="233" y="149"/>
                    </a:cubicBezTo>
                    <a:cubicBezTo>
                      <a:pt x="233" y="149"/>
                      <a:pt x="237" y="0"/>
                      <a:pt x="224" y="0"/>
                    </a:cubicBezTo>
                    <a:cubicBezTo>
                      <a:pt x="211" y="0"/>
                      <a:pt x="159" y="62"/>
                      <a:pt x="144" y="100"/>
                    </a:cubicBezTo>
                    <a:cubicBezTo>
                      <a:pt x="129" y="138"/>
                      <a:pt x="129" y="157"/>
                      <a:pt x="109" y="120"/>
                    </a:cubicBezTo>
                    <a:cubicBezTo>
                      <a:pt x="88" y="82"/>
                      <a:pt x="51" y="32"/>
                      <a:pt x="51" y="32"/>
                    </a:cubicBezTo>
                    <a:cubicBezTo>
                      <a:pt x="29" y="53"/>
                      <a:pt x="0" y="88"/>
                      <a:pt x="0" y="88"/>
                    </a:cubicBezTo>
                    <a:close/>
                  </a:path>
                </a:pathLst>
              </a:custGeom>
              <a:solidFill>
                <a:srgbClr val="BDD9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0" name="Freeform 194">
                <a:extLst>
                  <a:ext uri="{FF2B5EF4-FFF2-40B4-BE49-F238E27FC236}">
                    <a16:creationId xmlns:a16="http://schemas.microsoft.com/office/drawing/2014/main" id="{B058034C-4911-4ED2-A25D-BFA37F872E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9350" y="1690688"/>
                <a:ext cx="735013" cy="930275"/>
              </a:xfrm>
              <a:custGeom>
                <a:avLst/>
                <a:gdLst>
                  <a:gd name="T0" fmla="*/ 195 w 195"/>
                  <a:gd name="T1" fmla="*/ 8 h 247"/>
                  <a:gd name="T2" fmla="*/ 165 w 195"/>
                  <a:gd name="T3" fmla="*/ 14 h 247"/>
                  <a:gd name="T4" fmla="*/ 116 w 195"/>
                  <a:gd name="T5" fmla="*/ 94 h 247"/>
                  <a:gd name="T6" fmla="*/ 114 w 195"/>
                  <a:gd name="T7" fmla="*/ 169 h 247"/>
                  <a:gd name="T8" fmla="*/ 109 w 195"/>
                  <a:gd name="T9" fmla="*/ 223 h 247"/>
                  <a:gd name="T10" fmla="*/ 31 w 195"/>
                  <a:gd name="T11" fmla="*/ 225 h 247"/>
                  <a:gd name="T12" fmla="*/ 19 w 195"/>
                  <a:gd name="T13" fmla="*/ 104 h 247"/>
                  <a:gd name="T14" fmla="*/ 23 w 195"/>
                  <a:gd name="T15" fmla="*/ 90 h 247"/>
                  <a:gd name="T16" fmla="*/ 35 w 195"/>
                  <a:gd name="T17" fmla="*/ 60 h 247"/>
                  <a:gd name="T18" fmla="*/ 150 w 195"/>
                  <a:gd name="T19" fmla="*/ 2 h 247"/>
                  <a:gd name="T20" fmla="*/ 195 w 195"/>
                  <a:gd name="T21" fmla="*/ 8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5" h="247">
                    <a:moveTo>
                      <a:pt x="195" y="8"/>
                    </a:moveTo>
                    <a:cubicBezTo>
                      <a:pt x="195" y="8"/>
                      <a:pt x="176" y="6"/>
                      <a:pt x="165" y="14"/>
                    </a:cubicBezTo>
                    <a:cubicBezTo>
                      <a:pt x="155" y="23"/>
                      <a:pt x="130" y="27"/>
                      <a:pt x="116" y="94"/>
                    </a:cubicBezTo>
                    <a:cubicBezTo>
                      <a:pt x="102" y="161"/>
                      <a:pt x="114" y="169"/>
                      <a:pt x="114" y="169"/>
                    </a:cubicBezTo>
                    <a:cubicBezTo>
                      <a:pt x="114" y="169"/>
                      <a:pt x="129" y="199"/>
                      <a:pt x="109" y="223"/>
                    </a:cubicBezTo>
                    <a:cubicBezTo>
                      <a:pt x="90" y="247"/>
                      <a:pt x="52" y="238"/>
                      <a:pt x="31" y="225"/>
                    </a:cubicBezTo>
                    <a:cubicBezTo>
                      <a:pt x="0" y="207"/>
                      <a:pt x="6" y="145"/>
                      <a:pt x="19" y="104"/>
                    </a:cubicBezTo>
                    <a:cubicBezTo>
                      <a:pt x="20" y="98"/>
                      <a:pt x="21" y="94"/>
                      <a:pt x="23" y="90"/>
                    </a:cubicBezTo>
                    <a:cubicBezTo>
                      <a:pt x="27" y="80"/>
                      <a:pt x="29" y="70"/>
                      <a:pt x="35" y="60"/>
                    </a:cubicBezTo>
                    <a:cubicBezTo>
                      <a:pt x="54" y="29"/>
                      <a:pt x="89" y="0"/>
                      <a:pt x="150" y="2"/>
                    </a:cubicBezTo>
                    <a:cubicBezTo>
                      <a:pt x="150" y="2"/>
                      <a:pt x="178" y="0"/>
                      <a:pt x="195" y="8"/>
                    </a:cubicBezTo>
                    <a:close/>
                  </a:path>
                </a:pathLst>
              </a:custGeom>
              <a:solidFill>
                <a:srgbClr val="351F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" name="Freeform 195">
                <a:extLst>
                  <a:ext uri="{FF2B5EF4-FFF2-40B4-BE49-F238E27FC236}">
                    <a16:creationId xmlns:a16="http://schemas.microsoft.com/office/drawing/2014/main" id="{2A0942EC-8FC4-40A3-AD17-5A4B1E641B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850" y="1908176"/>
                <a:ext cx="414338" cy="196850"/>
              </a:xfrm>
              <a:custGeom>
                <a:avLst/>
                <a:gdLst>
                  <a:gd name="T0" fmla="*/ 8 w 110"/>
                  <a:gd name="T1" fmla="*/ 27 h 52"/>
                  <a:gd name="T2" fmla="*/ 2 w 110"/>
                  <a:gd name="T3" fmla="*/ 46 h 52"/>
                  <a:gd name="T4" fmla="*/ 0 w 110"/>
                  <a:gd name="T5" fmla="*/ 52 h 52"/>
                  <a:gd name="T6" fmla="*/ 28 w 110"/>
                  <a:gd name="T7" fmla="*/ 36 h 52"/>
                  <a:gd name="T8" fmla="*/ 108 w 110"/>
                  <a:gd name="T9" fmla="*/ 5 h 52"/>
                  <a:gd name="T10" fmla="*/ 110 w 110"/>
                  <a:gd name="T11" fmla="*/ 0 h 52"/>
                  <a:gd name="T12" fmla="*/ 8 w 110"/>
                  <a:gd name="T13" fmla="*/ 27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0" h="52">
                    <a:moveTo>
                      <a:pt x="8" y="27"/>
                    </a:moveTo>
                    <a:cubicBezTo>
                      <a:pt x="4" y="38"/>
                      <a:pt x="4" y="36"/>
                      <a:pt x="2" y="46"/>
                    </a:cubicBezTo>
                    <a:cubicBezTo>
                      <a:pt x="1" y="47"/>
                      <a:pt x="0" y="49"/>
                      <a:pt x="0" y="52"/>
                    </a:cubicBezTo>
                    <a:cubicBezTo>
                      <a:pt x="12" y="45"/>
                      <a:pt x="14" y="43"/>
                      <a:pt x="28" y="36"/>
                    </a:cubicBezTo>
                    <a:cubicBezTo>
                      <a:pt x="53" y="23"/>
                      <a:pt x="80" y="12"/>
                      <a:pt x="108" y="5"/>
                    </a:cubicBezTo>
                    <a:cubicBezTo>
                      <a:pt x="109" y="3"/>
                      <a:pt x="109" y="2"/>
                      <a:pt x="110" y="0"/>
                    </a:cubicBezTo>
                    <a:cubicBezTo>
                      <a:pt x="74" y="4"/>
                      <a:pt x="39" y="10"/>
                      <a:pt x="8" y="27"/>
                    </a:cubicBezTo>
                    <a:close/>
                  </a:path>
                </a:pathLst>
              </a:custGeom>
              <a:solidFill>
                <a:srgbClr val="180F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2" name="Freeform 196">
                <a:extLst>
                  <a:ext uri="{FF2B5EF4-FFF2-40B4-BE49-F238E27FC236}">
                    <a16:creationId xmlns:a16="http://schemas.microsoft.com/office/drawing/2014/main" id="{BB814665-FA2D-4EEF-BFFF-992CF74231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850" y="1776413"/>
                <a:ext cx="773113" cy="306388"/>
              </a:xfrm>
              <a:custGeom>
                <a:avLst/>
                <a:gdLst>
                  <a:gd name="T0" fmla="*/ 15 w 205"/>
                  <a:gd name="T1" fmla="*/ 38 h 81"/>
                  <a:gd name="T2" fmla="*/ 205 w 205"/>
                  <a:gd name="T3" fmla="*/ 5 h 81"/>
                  <a:gd name="T4" fmla="*/ 205 w 205"/>
                  <a:gd name="T5" fmla="*/ 23 h 81"/>
                  <a:gd name="T6" fmla="*/ 23 w 205"/>
                  <a:gd name="T7" fmla="*/ 69 h 81"/>
                  <a:gd name="T8" fmla="*/ 0 w 205"/>
                  <a:gd name="T9" fmla="*/ 81 h 81"/>
                  <a:gd name="T10" fmla="*/ 15 w 205"/>
                  <a:gd name="T11" fmla="*/ 38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05" h="81">
                    <a:moveTo>
                      <a:pt x="15" y="38"/>
                    </a:moveTo>
                    <a:cubicBezTo>
                      <a:pt x="83" y="3"/>
                      <a:pt x="128" y="0"/>
                      <a:pt x="205" y="5"/>
                    </a:cubicBezTo>
                    <a:cubicBezTo>
                      <a:pt x="205" y="23"/>
                      <a:pt x="205" y="23"/>
                      <a:pt x="205" y="23"/>
                    </a:cubicBezTo>
                    <a:cubicBezTo>
                      <a:pt x="141" y="24"/>
                      <a:pt x="76" y="41"/>
                      <a:pt x="23" y="69"/>
                    </a:cubicBezTo>
                    <a:cubicBezTo>
                      <a:pt x="8" y="76"/>
                      <a:pt x="0" y="81"/>
                      <a:pt x="0" y="81"/>
                    </a:cubicBezTo>
                    <a:lnTo>
                      <a:pt x="15" y="38"/>
                    </a:lnTo>
                    <a:close/>
                  </a:path>
                </a:pathLst>
              </a:custGeom>
              <a:solidFill>
                <a:srgbClr val="08B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3" name="Oval 197">
                <a:extLst>
                  <a:ext uri="{FF2B5EF4-FFF2-40B4-BE49-F238E27FC236}">
                    <a16:creationId xmlns:a16="http://schemas.microsoft.com/office/drawing/2014/main" id="{CDE92BE6-697B-4EDA-AADB-0CDD1C45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5938" y="1633538"/>
                <a:ext cx="384175" cy="411163"/>
              </a:xfrm>
              <a:prstGeom prst="ellipse">
                <a:avLst/>
              </a:prstGeom>
              <a:solidFill>
                <a:srgbClr val="8892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4" name="Oval 198">
                <a:extLst>
                  <a:ext uri="{FF2B5EF4-FFF2-40B4-BE49-F238E27FC236}">
                    <a16:creationId xmlns:a16="http://schemas.microsoft.com/office/drawing/2014/main" id="{7FA5A893-6D92-4A28-B66D-A8EF767567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7050" y="1633538"/>
                <a:ext cx="373063" cy="411163"/>
              </a:xfrm>
              <a:prstGeom prst="ellipse">
                <a:avLst/>
              </a:prstGeom>
              <a:solidFill>
                <a:srgbClr val="EAE8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5" name="Oval 199">
                <a:extLst>
                  <a:ext uri="{FF2B5EF4-FFF2-40B4-BE49-F238E27FC236}">
                    <a16:creationId xmlns:a16="http://schemas.microsoft.com/office/drawing/2014/main" id="{BF715BD6-57B5-4085-B4DD-190CD92B2F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5938" y="1633538"/>
                <a:ext cx="384175" cy="411163"/>
              </a:xfrm>
              <a:prstGeom prst="ellipse">
                <a:avLst/>
              </a:prstGeom>
              <a:solidFill>
                <a:srgbClr val="7881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6" name="Oval 200">
                <a:extLst>
                  <a:ext uri="{FF2B5EF4-FFF2-40B4-BE49-F238E27FC236}">
                    <a16:creationId xmlns:a16="http://schemas.microsoft.com/office/drawing/2014/main" id="{C2FD14FA-CD1E-4CAF-9042-AA66DDA361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7050" y="1633538"/>
                <a:ext cx="373063" cy="411163"/>
              </a:xfrm>
              <a:prstGeom prst="ellipse">
                <a:avLst/>
              </a:prstGeom>
              <a:solidFill>
                <a:srgbClr val="85B3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7" name="Freeform 201">
                <a:extLst>
                  <a:ext uri="{FF2B5EF4-FFF2-40B4-BE49-F238E27FC236}">
                    <a16:creationId xmlns:a16="http://schemas.microsoft.com/office/drawing/2014/main" id="{0FCC2315-402C-455B-947C-6A17F45639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7050" y="1633538"/>
                <a:ext cx="298450" cy="411163"/>
              </a:xfrm>
              <a:custGeom>
                <a:avLst/>
                <a:gdLst>
                  <a:gd name="T0" fmla="*/ 31 w 79"/>
                  <a:gd name="T1" fmla="*/ 44 h 109"/>
                  <a:gd name="T2" fmla="*/ 51 w 79"/>
                  <a:gd name="T3" fmla="*/ 0 h 109"/>
                  <a:gd name="T4" fmla="*/ 50 w 79"/>
                  <a:gd name="T5" fmla="*/ 0 h 109"/>
                  <a:gd name="T6" fmla="*/ 0 w 79"/>
                  <a:gd name="T7" fmla="*/ 54 h 109"/>
                  <a:gd name="T8" fmla="*/ 50 w 79"/>
                  <a:gd name="T9" fmla="*/ 109 h 109"/>
                  <a:gd name="T10" fmla="*/ 79 w 79"/>
                  <a:gd name="T11" fmla="*/ 99 h 109"/>
                  <a:gd name="T12" fmla="*/ 31 w 79"/>
                  <a:gd name="T13" fmla="*/ 44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9" h="109">
                    <a:moveTo>
                      <a:pt x="31" y="44"/>
                    </a:moveTo>
                    <a:cubicBezTo>
                      <a:pt x="31" y="26"/>
                      <a:pt x="39" y="10"/>
                      <a:pt x="51" y="0"/>
                    </a:cubicBezTo>
                    <a:cubicBezTo>
                      <a:pt x="51" y="0"/>
                      <a:pt x="50" y="0"/>
                      <a:pt x="50" y="0"/>
                    </a:cubicBezTo>
                    <a:cubicBezTo>
                      <a:pt x="22" y="0"/>
                      <a:pt x="0" y="24"/>
                      <a:pt x="0" y="54"/>
                    </a:cubicBezTo>
                    <a:cubicBezTo>
                      <a:pt x="0" y="85"/>
                      <a:pt x="22" y="109"/>
                      <a:pt x="50" y="109"/>
                    </a:cubicBezTo>
                    <a:cubicBezTo>
                      <a:pt x="61" y="109"/>
                      <a:pt x="71" y="105"/>
                      <a:pt x="79" y="99"/>
                    </a:cubicBezTo>
                    <a:cubicBezTo>
                      <a:pt x="52" y="98"/>
                      <a:pt x="31" y="74"/>
                      <a:pt x="31" y="44"/>
                    </a:cubicBezTo>
                    <a:close/>
                  </a:path>
                </a:pathLst>
              </a:custGeom>
              <a:solidFill>
                <a:srgbClr val="EAE8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8" name="Oval 202">
                <a:extLst>
                  <a:ext uri="{FF2B5EF4-FFF2-40B4-BE49-F238E27FC236}">
                    <a16:creationId xmlns:a16="http://schemas.microsoft.com/office/drawing/2014/main" id="{56CBF9C8-0D71-4198-9811-F2FB64003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8975" y="1798638"/>
                <a:ext cx="57150" cy="60325"/>
              </a:xfrm>
              <a:prstGeom prst="ellipse">
                <a:avLst/>
              </a:prstGeom>
              <a:solidFill>
                <a:srgbClr val="8892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" name="Freeform 203">
                <a:extLst>
                  <a:ext uri="{FF2B5EF4-FFF2-40B4-BE49-F238E27FC236}">
                    <a16:creationId xmlns:a16="http://schemas.microsoft.com/office/drawing/2014/main" id="{B463E3D2-6463-4F14-8024-9053EA197E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4262" y="2036763"/>
                <a:ext cx="515938" cy="736600"/>
              </a:xfrm>
              <a:custGeom>
                <a:avLst/>
                <a:gdLst>
                  <a:gd name="T0" fmla="*/ 4 w 137"/>
                  <a:gd name="T1" fmla="*/ 195 h 195"/>
                  <a:gd name="T2" fmla="*/ 2 w 137"/>
                  <a:gd name="T3" fmla="*/ 195 h 195"/>
                  <a:gd name="T4" fmla="*/ 1 w 137"/>
                  <a:gd name="T5" fmla="*/ 190 h 195"/>
                  <a:gd name="T6" fmla="*/ 131 w 137"/>
                  <a:gd name="T7" fmla="*/ 2 h 195"/>
                  <a:gd name="T8" fmla="*/ 135 w 137"/>
                  <a:gd name="T9" fmla="*/ 1 h 195"/>
                  <a:gd name="T10" fmla="*/ 136 w 137"/>
                  <a:gd name="T11" fmla="*/ 6 h 195"/>
                  <a:gd name="T12" fmla="*/ 7 w 137"/>
                  <a:gd name="T13" fmla="*/ 194 h 195"/>
                  <a:gd name="T14" fmla="*/ 4 w 137"/>
                  <a:gd name="T15" fmla="*/ 195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95">
                    <a:moveTo>
                      <a:pt x="4" y="195"/>
                    </a:moveTo>
                    <a:cubicBezTo>
                      <a:pt x="3" y="195"/>
                      <a:pt x="2" y="195"/>
                      <a:pt x="2" y="195"/>
                    </a:cubicBezTo>
                    <a:cubicBezTo>
                      <a:pt x="0" y="194"/>
                      <a:pt x="0" y="191"/>
                      <a:pt x="1" y="190"/>
                    </a:cubicBezTo>
                    <a:cubicBezTo>
                      <a:pt x="131" y="2"/>
                      <a:pt x="131" y="2"/>
                      <a:pt x="131" y="2"/>
                    </a:cubicBezTo>
                    <a:cubicBezTo>
                      <a:pt x="132" y="1"/>
                      <a:pt x="134" y="0"/>
                      <a:pt x="135" y="1"/>
                    </a:cubicBezTo>
                    <a:cubicBezTo>
                      <a:pt x="137" y="2"/>
                      <a:pt x="137" y="4"/>
                      <a:pt x="136" y="6"/>
                    </a:cubicBezTo>
                    <a:cubicBezTo>
                      <a:pt x="7" y="194"/>
                      <a:pt x="7" y="194"/>
                      <a:pt x="7" y="194"/>
                    </a:cubicBezTo>
                    <a:cubicBezTo>
                      <a:pt x="6" y="195"/>
                      <a:pt x="5" y="195"/>
                      <a:pt x="4" y="195"/>
                    </a:cubicBezTo>
                    <a:close/>
                  </a:path>
                </a:pathLst>
              </a:custGeom>
              <a:solidFill>
                <a:srgbClr val="4459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0" name="Freeform 204">
                <a:extLst>
                  <a:ext uri="{FF2B5EF4-FFF2-40B4-BE49-F238E27FC236}">
                    <a16:creationId xmlns:a16="http://schemas.microsoft.com/office/drawing/2014/main" id="{0C9946F1-BDDA-4456-95A0-6BE4DC4046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650" y="2773363"/>
                <a:ext cx="836613" cy="893763"/>
              </a:xfrm>
              <a:custGeom>
                <a:avLst/>
                <a:gdLst>
                  <a:gd name="T0" fmla="*/ 4 w 222"/>
                  <a:gd name="T1" fmla="*/ 237 h 237"/>
                  <a:gd name="T2" fmla="*/ 1 w 222"/>
                  <a:gd name="T3" fmla="*/ 236 h 237"/>
                  <a:gd name="T4" fmla="*/ 1 w 222"/>
                  <a:gd name="T5" fmla="*/ 231 h 237"/>
                  <a:gd name="T6" fmla="*/ 216 w 222"/>
                  <a:gd name="T7" fmla="*/ 1 h 237"/>
                  <a:gd name="T8" fmla="*/ 221 w 222"/>
                  <a:gd name="T9" fmla="*/ 1 h 237"/>
                  <a:gd name="T10" fmla="*/ 221 w 222"/>
                  <a:gd name="T11" fmla="*/ 6 h 237"/>
                  <a:gd name="T12" fmla="*/ 6 w 222"/>
                  <a:gd name="T13" fmla="*/ 236 h 237"/>
                  <a:gd name="T14" fmla="*/ 4 w 222"/>
                  <a:gd name="T15" fmla="*/ 237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2" h="237">
                    <a:moveTo>
                      <a:pt x="4" y="237"/>
                    </a:moveTo>
                    <a:cubicBezTo>
                      <a:pt x="3" y="237"/>
                      <a:pt x="2" y="236"/>
                      <a:pt x="1" y="236"/>
                    </a:cubicBezTo>
                    <a:cubicBezTo>
                      <a:pt x="0" y="235"/>
                      <a:pt x="0" y="232"/>
                      <a:pt x="1" y="231"/>
                    </a:cubicBezTo>
                    <a:cubicBezTo>
                      <a:pt x="216" y="1"/>
                      <a:pt x="216" y="1"/>
                      <a:pt x="216" y="1"/>
                    </a:cubicBezTo>
                    <a:cubicBezTo>
                      <a:pt x="217" y="0"/>
                      <a:pt x="220" y="0"/>
                      <a:pt x="221" y="1"/>
                    </a:cubicBezTo>
                    <a:cubicBezTo>
                      <a:pt x="222" y="2"/>
                      <a:pt x="222" y="4"/>
                      <a:pt x="221" y="6"/>
                    </a:cubicBezTo>
                    <a:cubicBezTo>
                      <a:pt x="6" y="236"/>
                      <a:pt x="6" y="236"/>
                      <a:pt x="6" y="236"/>
                    </a:cubicBezTo>
                    <a:cubicBezTo>
                      <a:pt x="5" y="236"/>
                      <a:pt x="4" y="237"/>
                      <a:pt x="4" y="237"/>
                    </a:cubicBezTo>
                    <a:close/>
                  </a:path>
                </a:pathLst>
              </a:custGeom>
              <a:solidFill>
                <a:srgbClr val="4459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1" name="Freeform 205">
                <a:extLst>
                  <a:ext uri="{FF2B5EF4-FFF2-40B4-BE49-F238E27FC236}">
                    <a16:creationId xmlns:a16="http://schemas.microsoft.com/office/drawing/2014/main" id="{F863EEAA-E683-4ED9-A324-F70E3E6736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400" y="2305051"/>
                <a:ext cx="677863" cy="493713"/>
              </a:xfrm>
              <a:custGeom>
                <a:avLst/>
                <a:gdLst>
                  <a:gd name="T0" fmla="*/ 177 w 180"/>
                  <a:gd name="T1" fmla="*/ 131 h 131"/>
                  <a:gd name="T2" fmla="*/ 175 w 180"/>
                  <a:gd name="T3" fmla="*/ 130 h 131"/>
                  <a:gd name="T4" fmla="*/ 2 w 180"/>
                  <a:gd name="T5" fmla="*/ 6 h 131"/>
                  <a:gd name="T6" fmla="*/ 1 w 180"/>
                  <a:gd name="T7" fmla="*/ 2 h 131"/>
                  <a:gd name="T8" fmla="*/ 6 w 180"/>
                  <a:gd name="T9" fmla="*/ 1 h 131"/>
                  <a:gd name="T10" fmla="*/ 179 w 180"/>
                  <a:gd name="T11" fmla="*/ 125 h 131"/>
                  <a:gd name="T12" fmla="*/ 179 w 180"/>
                  <a:gd name="T13" fmla="*/ 130 h 131"/>
                  <a:gd name="T14" fmla="*/ 177 w 180"/>
                  <a:gd name="T15" fmla="*/ 131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0" h="131">
                    <a:moveTo>
                      <a:pt x="177" y="131"/>
                    </a:moveTo>
                    <a:cubicBezTo>
                      <a:pt x="176" y="131"/>
                      <a:pt x="175" y="131"/>
                      <a:pt x="175" y="130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0" y="5"/>
                      <a:pt x="0" y="3"/>
                      <a:pt x="1" y="2"/>
                    </a:cubicBezTo>
                    <a:cubicBezTo>
                      <a:pt x="2" y="0"/>
                      <a:pt x="4" y="0"/>
                      <a:pt x="6" y="1"/>
                    </a:cubicBezTo>
                    <a:cubicBezTo>
                      <a:pt x="179" y="125"/>
                      <a:pt x="179" y="125"/>
                      <a:pt x="179" y="125"/>
                    </a:cubicBezTo>
                    <a:cubicBezTo>
                      <a:pt x="180" y="126"/>
                      <a:pt x="180" y="128"/>
                      <a:pt x="179" y="130"/>
                    </a:cubicBezTo>
                    <a:cubicBezTo>
                      <a:pt x="179" y="130"/>
                      <a:pt x="178" y="131"/>
                      <a:pt x="177" y="131"/>
                    </a:cubicBezTo>
                    <a:close/>
                  </a:path>
                </a:pathLst>
              </a:custGeom>
              <a:solidFill>
                <a:srgbClr val="4459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2" name="Freeform 206">
                <a:extLst>
                  <a:ext uri="{FF2B5EF4-FFF2-40B4-BE49-F238E27FC236}">
                    <a16:creationId xmlns:a16="http://schemas.microsoft.com/office/drawing/2014/main" id="{36AD2033-9B3B-4419-B508-495387B4B1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7275" y="2773363"/>
                <a:ext cx="377825" cy="1516063"/>
              </a:xfrm>
              <a:custGeom>
                <a:avLst/>
                <a:gdLst>
                  <a:gd name="T0" fmla="*/ 96 w 100"/>
                  <a:gd name="T1" fmla="*/ 402 h 402"/>
                  <a:gd name="T2" fmla="*/ 92 w 100"/>
                  <a:gd name="T3" fmla="*/ 400 h 402"/>
                  <a:gd name="T4" fmla="*/ 0 w 100"/>
                  <a:gd name="T5" fmla="*/ 4 h 402"/>
                  <a:gd name="T6" fmla="*/ 3 w 100"/>
                  <a:gd name="T7" fmla="*/ 0 h 402"/>
                  <a:gd name="T8" fmla="*/ 7 w 100"/>
                  <a:gd name="T9" fmla="*/ 3 h 402"/>
                  <a:gd name="T10" fmla="*/ 99 w 100"/>
                  <a:gd name="T11" fmla="*/ 398 h 402"/>
                  <a:gd name="T12" fmla="*/ 97 w 100"/>
                  <a:gd name="T13" fmla="*/ 402 h 402"/>
                  <a:gd name="T14" fmla="*/ 96 w 100"/>
                  <a:gd name="T15" fmla="*/ 402 h 4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0" h="402">
                    <a:moveTo>
                      <a:pt x="96" y="402"/>
                    </a:moveTo>
                    <a:cubicBezTo>
                      <a:pt x="94" y="402"/>
                      <a:pt x="93" y="401"/>
                      <a:pt x="92" y="40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1"/>
                      <a:pt x="3" y="0"/>
                    </a:cubicBezTo>
                    <a:cubicBezTo>
                      <a:pt x="5" y="0"/>
                      <a:pt x="6" y="1"/>
                      <a:pt x="7" y="3"/>
                    </a:cubicBezTo>
                    <a:cubicBezTo>
                      <a:pt x="99" y="398"/>
                      <a:pt x="99" y="398"/>
                      <a:pt x="99" y="398"/>
                    </a:cubicBezTo>
                    <a:cubicBezTo>
                      <a:pt x="100" y="400"/>
                      <a:pt x="98" y="402"/>
                      <a:pt x="97" y="402"/>
                    </a:cubicBezTo>
                    <a:cubicBezTo>
                      <a:pt x="96" y="402"/>
                      <a:pt x="96" y="402"/>
                      <a:pt x="96" y="402"/>
                    </a:cubicBezTo>
                  </a:path>
                </a:pathLst>
              </a:custGeom>
              <a:solidFill>
                <a:srgbClr val="4459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3" name="Oval 207">
                <a:extLst>
                  <a:ext uri="{FF2B5EF4-FFF2-40B4-BE49-F238E27FC236}">
                    <a16:creationId xmlns:a16="http://schemas.microsoft.com/office/drawing/2014/main" id="{2D950E63-07F9-4D4D-97CD-5D799B0CFB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512" y="2640013"/>
                <a:ext cx="290513" cy="290513"/>
              </a:xfrm>
              <a:prstGeom prst="ellipse">
                <a:avLst/>
              </a:prstGeom>
              <a:solidFill>
                <a:srgbClr val="4459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4" name="Oval 208">
                <a:extLst>
                  <a:ext uri="{FF2B5EF4-FFF2-40B4-BE49-F238E27FC236}">
                    <a16:creationId xmlns:a16="http://schemas.microsoft.com/office/drawing/2014/main" id="{626254D8-9A17-44E7-B040-C03F0DBFA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9487" y="2686051"/>
                <a:ext cx="184150" cy="184150"/>
              </a:xfrm>
              <a:prstGeom prst="ellipse">
                <a:avLst/>
              </a:prstGeom>
              <a:solidFill>
                <a:srgbClr val="BDD9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5" name="Freeform 209">
                <a:extLst>
                  <a:ext uri="{FF2B5EF4-FFF2-40B4-BE49-F238E27FC236}">
                    <a16:creationId xmlns:a16="http://schemas.microsoft.com/office/drawing/2014/main" id="{110F00E1-87D7-43A2-9E2D-B9B81F83D9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95275" y="1992313"/>
                <a:ext cx="754063" cy="652463"/>
              </a:xfrm>
              <a:custGeom>
                <a:avLst/>
                <a:gdLst>
                  <a:gd name="T0" fmla="*/ 123 w 200"/>
                  <a:gd name="T1" fmla="*/ 173 h 173"/>
                  <a:gd name="T2" fmla="*/ 77 w 200"/>
                  <a:gd name="T3" fmla="*/ 173 h 173"/>
                  <a:gd name="T4" fmla="*/ 0 w 200"/>
                  <a:gd name="T5" fmla="*/ 97 h 173"/>
                  <a:gd name="T6" fmla="*/ 0 w 200"/>
                  <a:gd name="T7" fmla="*/ 76 h 173"/>
                  <a:gd name="T8" fmla="*/ 77 w 200"/>
                  <a:gd name="T9" fmla="*/ 0 h 173"/>
                  <a:gd name="T10" fmla="*/ 123 w 200"/>
                  <a:gd name="T11" fmla="*/ 0 h 173"/>
                  <a:gd name="T12" fmla="*/ 200 w 200"/>
                  <a:gd name="T13" fmla="*/ 76 h 173"/>
                  <a:gd name="T14" fmla="*/ 200 w 200"/>
                  <a:gd name="T15" fmla="*/ 97 h 173"/>
                  <a:gd name="T16" fmla="*/ 123 w 200"/>
                  <a:gd name="T17" fmla="*/ 173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0" h="173">
                    <a:moveTo>
                      <a:pt x="123" y="173"/>
                    </a:moveTo>
                    <a:cubicBezTo>
                      <a:pt x="77" y="173"/>
                      <a:pt x="77" y="173"/>
                      <a:pt x="77" y="173"/>
                    </a:cubicBezTo>
                    <a:cubicBezTo>
                      <a:pt x="35" y="173"/>
                      <a:pt x="0" y="139"/>
                      <a:pt x="0" y="97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34"/>
                      <a:pt x="35" y="0"/>
                      <a:pt x="77" y="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66" y="0"/>
                      <a:pt x="200" y="34"/>
                      <a:pt x="200" y="76"/>
                    </a:cubicBezTo>
                    <a:cubicBezTo>
                      <a:pt x="200" y="97"/>
                      <a:pt x="200" y="97"/>
                      <a:pt x="200" y="97"/>
                    </a:cubicBezTo>
                    <a:cubicBezTo>
                      <a:pt x="200" y="139"/>
                      <a:pt x="166" y="173"/>
                      <a:pt x="123" y="173"/>
                    </a:cubicBezTo>
                    <a:close/>
                  </a:path>
                </a:pathLst>
              </a:custGeom>
              <a:solidFill>
                <a:srgbClr val="BDD9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7" name="Freeform 211">
                <a:extLst>
                  <a:ext uri="{FF2B5EF4-FFF2-40B4-BE49-F238E27FC236}">
                    <a16:creationId xmlns:a16="http://schemas.microsoft.com/office/drawing/2014/main" id="{9D16F6D6-63B3-4F1D-A491-537950D470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95275" y="3278188"/>
                <a:ext cx="754063" cy="652463"/>
              </a:xfrm>
              <a:custGeom>
                <a:avLst/>
                <a:gdLst>
                  <a:gd name="T0" fmla="*/ 123 w 200"/>
                  <a:gd name="T1" fmla="*/ 173 h 173"/>
                  <a:gd name="T2" fmla="*/ 77 w 200"/>
                  <a:gd name="T3" fmla="*/ 173 h 173"/>
                  <a:gd name="T4" fmla="*/ 0 w 200"/>
                  <a:gd name="T5" fmla="*/ 97 h 173"/>
                  <a:gd name="T6" fmla="*/ 0 w 200"/>
                  <a:gd name="T7" fmla="*/ 76 h 173"/>
                  <a:gd name="T8" fmla="*/ 77 w 200"/>
                  <a:gd name="T9" fmla="*/ 0 h 173"/>
                  <a:gd name="T10" fmla="*/ 123 w 200"/>
                  <a:gd name="T11" fmla="*/ 0 h 173"/>
                  <a:gd name="T12" fmla="*/ 200 w 200"/>
                  <a:gd name="T13" fmla="*/ 76 h 173"/>
                  <a:gd name="T14" fmla="*/ 200 w 200"/>
                  <a:gd name="T15" fmla="*/ 97 h 173"/>
                  <a:gd name="T16" fmla="*/ 123 w 200"/>
                  <a:gd name="T17" fmla="*/ 173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0" h="173">
                    <a:moveTo>
                      <a:pt x="123" y="173"/>
                    </a:moveTo>
                    <a:cubicBezTo>
                      <a:pt x="77" y="173"/>
                      <a:pt x="77" y="173"/>
                      <a:pt x="77" y="173"/>
                    </a:cubicBezTo>
                    <a:cubicBezTo>
                      <a:pt x="35" y="173"/>
                      <a:pt x="0" y="139"/>
                      <a:pt x="0" y="97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34"/>
                      <a:pt x="35" y="0"/>
                      <a:pt x="77" y="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66" y="0"/>
                      <a:pt x="200" y="34"/>
                      <a:pt x="200" y="76"/>
                    </a:cubicBezTo>
                    <a:cubicBezTo>
                      <a:pt x="200" y="97"/>
                      <a:pt x="200" y="97"/>
                      <a:pt x="200" y="97"/>
                    </a:cubicBezTo>
                    <a:cubicBezTo>
                      <a:pt x="200" y="139"/>
                      <a:pt x="166" y="173"/>
                      <a:pt x="123" y="173"/>
                    </a:cubicBezTo>
                    <a:close/>
                  </a:path>
                </a:pathLst>
              </a:custGeom>
              <a:solidFill>
                <a:srgbClr val="BDD9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9" name="Freeform 213">
                <a:extLst>
                  <a:ext uri="{FF2B5EF4-FFF2-40B4-BE49-F238E27FC236}">
                    <a16:creationId xmlns:a16="http://schemas.microsoft.com/office/drawing/2014/main" id="{3959236C-D9F9-4C7F-AC98-B97E040045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0300" y="1512888"/>
                <a:ext cx="855663" cy="652463"/>
              </a:xfrm>
              <a:custGeom>
                <a:avLst/>
                <a:gdLst>
                  <a:gd name="T0" fmla="*/ 81 w 227"/>
                  <a:gd name="T1" fmla="*/ 173 h 173"/>
                  <a:gd name="T2" fmla="*/ 145 w 227"/>
                  <a:gd name="T3" fmla="*/ 173 h 173"/>
                  <a:gd name="T4" fmla="*/ 227 w 227"/>
                  <a:gd name="T5" fmla="*/ 91 h 173"/>
                  <a:gd name="T6" fmla="*/ 227 w 227"/>
                  <a:gd name="T7" fmla="*/ 81 h 173"/>
                  <a:gd name="T8" fmla="*/ 145 w 227"/>
                  <a:gd name="T9" fmla="*/ 0 h 173"/>
                  <a:gd name="T10" fmla="*/ 81 w 227"/>
                  <a:gd name="T11" fmla="*/ 0 h 173"/>
                  <a:gd name="T12" fmla="*/ 0 w 227"/>
                  <a:gd name="T13" fmla="*/ 81 h 173"/>
                  <a:gd name="T14" fmla="*/ 0 w 227"/>
                  <a:gd name="T15" fmla="*/ 91 h 173"/>
                  <a:gd name="T16" fmla="*/ 81 w 227"/>
                  <a:gd name="T17" fmla="*/ 173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7" h="173">
                    <a:moveTo>
                      <a:pt x="81" y="173"/>
                    </a:moveTo>
                    <a:cubicBezTo>
                      <a:pt x="145" y="173"/>
                      <a:pt x="145" y="173"/>
                      <a:pt x="145" y="173"/>
                    </a:cubicBezTo>
                    <a:cubicBezTo>
                      <a:pt x="190" y="173"/>
                      <a:pt x="227" y="137"/>
                      <a:pt x="227" y="91"/>
                    </a:cubicBezTo>
                    <a:cubicBezTo>
                      <a:pt x="227" y="81"/>
                      <a:pt x="227" y="81"/>
                      <a:pt x="227" y="81"/>
                    </a:cubicBezTo>
                    <a:cubicBezTo>
                      <a:pt x="227" y="36"/>
                      <a:pt x="190" y="0"/>
                      <a:pt x="145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36" y="0"/>
                      <a:pt x="0" y="36"/>
                      <a:pt x="0" y="81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137"/>
                      <a:pt x="36" y="173"/>
                      <a:pt x="81" y="173"/>
                    </a:cubicBezTo>
                    <a:close/>
                  </a:path>
                </a:pathLst>
              </a:custGeom>
              <a:solidFill>
                <a:srgbClr val="BDD9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2" name="Freeform 215">
                <a:extLst>
                  <a:ext uri="{FF2B5EF4-FFF2-40B4-BE49-F238E27FC236}">
                    <a16:creationId xmlns:a16="http://schemas.microsoft.com/office/drawing/2014/main" id="{FA1B68C4-37E2-49FB-A32E-B5A111D0B0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9812" y="4051301"/>
                <a:ext cx="855663" cy="657225"/>
              </a:xfrm>
              <a:custGeom>
                <a:avLst/>
                <a:gdLst>
                  <a:gd name="T0" fmla="*/ 81 w 227"/>
                  <a:gd name="T1" fmla="*/ 0 h 174"/>
                  <a:gd name="T2" fmla="*/ 145 w 227"/>
                  <a:gd name="T3" fmla="*/ 0 h 174"/>
                  <a:gd name="T4" fmla="*/ 227 w 227"/>
                  <a:gd name="T5" fmla="*/ 82 h 174"/>
                  <a:gd name="T6" fmla="*/ 227 w 227"/>
                  <a:gd name="T7" fmla="*/ 92 h 174"/>
                  <a:gd name="T8" fmla="*/ 145 w 227"/>
                  <a:gd name="T9" fmla="*/ 174 h 174"/>
                  <a:gd name="T10" fmla="*/ 81 w 227"/>
                  <a:gd name="T11" fmla="*/ 174 h 174"/>
                  <a:gd name="T12" fmla="*/ 0 w 227"/>
                  <a:gd name="T13" fmla="*/ 92 h 174"/>
                  <a:gd name="T14" fmla="*/ 0 w 227"/>
                  <a:gd name="T15" fmla="*/ 82 h 174"/>
                  <a:gd name="T16" fmla="*/ 81 w 227"/>
                  <a:gd name="T17" fmla="*/ 0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7" h="174">
                    <a:moveTo>
                      <a:pt x="81" y="0"/>
                    </a:moveTo>
                    <a:cubicBezTo>
                      <a:pt x="145" y="0"/>
                      <a:pt x="145" y="0"/>
                      <a:pt x="145" y="0"/>
                    </a:cubicBezTo>
                    <a:cubicBezTo>
                      <a:pt x="190" y="0"/>
                      <a:pt x="227" y="37"/>
                      <a:pt x="227" y="82"/>
                    </a:cubicBezTo>
                    <a:cubicBezTo>
                      <a:pt x="227" y="92"/>
                      <a:pt x="227" y="92"/>
                      <a:pt x="227" y="92"/>
                    </a:cubicBezTo>
                    <a:cubicBezTo>
                      <a:pt x="227" y="137"/>
                      <a:pt x="190" y="174"/>
                      <a:pt x="145" y="174"/>
                    </a:cubicBezTo>
                    <a:cubicBezTo>
                      <a:pt x="81" y="174"/>
                      <a:pt x="81" y="174"/>
                      <a:pt x="81" y="174"/>
                    </a:cubicBezTo>
                    <a:cubicBezTo>
                      <a:pt x="36" y="174"/>
                      <a:pt x="0" y="137"/>
                      <a:pt x="0" y="92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37"/>
                      <a:pt x="36" y="0"/>
                      <a:pt x="81" y="0"/>
                    </a:cubicBezTo>
                  </a:path>
                </a:pathLst>
              </a:custGeom>
              <a:solidFill>
                <a:srgbClr val="BDD9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7" name="Oval 217">
                <a:extLst>
                  <a:ext uri="{FF2B5EF4-FFF2-40B4-BE49-F238E27FC236}">
                    <a16:creationId xmlns:a16="http://schemas.microsoft.com/office/drawing/2014/main" id="{7033A7B7-B533-40F7-B3FD-570081D547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65088" y="2165351"/>
                <a:ext cx="44450" cy="44450"/>
              </a:xfrm>
              <a:prstGeom prst="ellipse">
                <a:avLst/>
              </a:prstGeom>
              <a:solidFill>
                <a:srgbClr val="7983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8" name="Oval 218">
                <a:extLst>
                  <a:ext uri="{FF2B5EF4-FFF2-40B4-BE49-F238E27FC236}">
                    <a16:creationId xmlns:a16="http://schemas.microsoft.com/office/drawing/2014/main" id="{A0A54C31-9373-4D95-B952-FB1DECAB27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437" y="2112963"/>
                <a:ext cx="30163" cy="25400"/>
              </a:xfrm>
              <a:prstGeom prst="ellipse">
                <a:avLst/>
              </a:prstGeom>
              <a:solidFill>
                <a:srgbClr val="7983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9" name="Freeform 219">
                <a:extLst>
                  <a:ext uri="{FF2B5EF4-FFF2-40B4-BE49-F238E27FC236}">
                    <a16:creationId xmlns:a16="http://schemas.microsoft.com/office/drawing/2014/main" id="{85EDC3FC-734E-44CA-B880-CEDA069BEF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25413" y="2132013"/>
                <a:ext cx="441325" cy="392113"/>
              </a:xfrm>
              <a:custGeom>
                <a:avLst/>
                <a:gdLst>
                  <a:gd name="T0" fmla="*/ 51 w 117"/>
                  <a:gd name="T1" fmla="*/ 104 h 104"/>
                  <a:gd name="T2" fmla="*/ 0 w 117"/>
                  <a:gd name="T3" fmla="*/ 53 h 104"/>
                  <a:gd name="T4" fmla="*/ 13 w 117"/>
                  <a:gd name="T5" fmla="*/ 19 h 104"/>
                  <a:gd name="T6" fmla="*/ 14 w 117"/>
                  <a:gd name="T7" fmla="*/ 17 h 104"/>
                  <a:gd name="T8" fmla="*/ 15 w 117"/>
                  <a:gd name="T9" fmla="*/ 19 h 104"/>
                  <a:gd name="T10" fmla="*/ 18 w 117"/>
                  <a:gd name="T11" fmla="*/ 22 h 104"/>
                  <a:gd name="T12" fmla="*/ 19 w 117"/>
                  <a:gd name="T13" fmla="*/ 23 h 104"/>
                  <a:gd name="T14" fmla="*/ 18 w 117"/>
                  <a:gd name="T15" fmla="*/ 24 h 104"/>
                  <a:gd name="T16" fmla="*/ 7 w 117"/>
                  <a:gd name="T17" fmla="*/ 53 h 104"/>
                  <a:gd name="T18" fmla="*/ 51 w 117"/>
                  <a:gd name="T19" fmla="*/ 98 h 104"/>
                  <a:gd name="T20" fmla="*/ 96 w 117"/>
                  <a:gd name="T21" fmla="*/ 57 h 104"/>
                  <a:gd name="T22" fmla="*/ 81 w 117"/>
                  <a:gd name="T23" fmla="*/ 39 h 104"/>
                  <a:gd name="T24" fmla="*/ 81 w 117"/>
                  <a:gd name="T25" fmla="*/ 6 h 104"/>
                  <a:gd name="T26" fmla="*/ 85 w 117"/>
                  <a:gd name="T27" fmla="*/ 0 h 104"/>
                  <a:gd name="T28" fmla="*/ 86 w 117"/>
                  <a:gd name="T29" fmla="*/ 2 h 104"/>
                  <a:gd name="T30" fmla="*/ 89 w 117"/>
                  <a:gd name="T31" fmla="*/ 3 h 104"/>
                  <a:gd name="T32" fmla="*/ 90 w 117"/>
                  <a:gd name="T33" fmla="*/ 4 h 104"/>
                  <a:gd name="T34" fmla="*/ 88 w 117"/>
                  <a:gd name="T35" fmla="*/ 8 h 104"/>
                  <a:gd name="T36" fmla="*/ 88 w 117"/>
                  <a:gd name="T37" fmla="*/ 39 h 104"/>
                  <a:gd name="T38" fmla="*/ 99 w 117"/>
                  <a:gd name="T39" fmla="*/ 50 h 104"/>
                  <a:gd name="T40" fmla="*/ 111 w 117"/>
                  <a:gd name="T41" fmla="*/ 39 h 104"/>
                  <a:gd name="T42" fmla="*/ 111 w 117"/>
                  <a:gd name="T43" fmla="*/ 8 h 104"/>
                  <a:gd name="T44" fmla="*/ 107 w 117"/>
                  <a:gd name="T45" fmla="*/ 4 h 104"/>
                  <a:gd name="T46" fmla="*/ 109 w 117"/>
                  <a:gd name="T47" fmla="*/ 3 h 104"/>
                  <a:gd name="T48" fmla="*/ 112 w 117"/>
                  <a:gd name="T49" fmla="*/ 1 h 104"/>
                  <a:gd name="T50" fmla="*/ 113 w 117"/>
                  <a:gd name="T51" fmla="*/ 0 h 104"/>
                  <a:gd name="T52" fmla="*/ 117 w 117"/>
                  <a:gd name="T53" fmla="*/ 6 h 104"/>
                  <a:gd name="T54" fmla="*/ 117 w 117"/>
                  <a:gd name="T55" fmla="*/ 39 h 104"/>
                  <a:gd name="T56" fmla="*/ 102 w 117"/>
                  <a:gd name="T57" fmla="*/ 57 h 104"/>
                  <a:gd name="T58" fmla="*/ 51 w 117"/>
                  <a:gd name="T59" fmla="*/ 10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17" h="104">
                    <a:moveTo>
                      <a:pt x="51" y="104"/>
                    </a:moveTo>
                    <a:cubicBezTo>
                      <a:pt x="23" y="104"/>
                      <a:pt x="0" y="81"/>
                      <a:pt x="0" y="53"/>
                    </a:cubicBezTo>
                    <a:cubicBezTo>
                      <a:pt x="0" y="40"/>
                      <a:pt x="5" y="28"/>
                      <a:pt x="13" y="19"/>
                    </a:cubicBezTo>
                    <a:cubicBezTo>
                      <a:pt x="14" y="17"/>
                      <a:pt x="14" y="17"/>
                      <a:pt x="14" y="17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16" y="20"/>
                      <a:pt x="17" y="21"/>
                      <a:pt x="18" y="22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1" y="32"/>
                      <a:pt x="7" y="42"/>
                      <a:pt x="7" y="53"/>
                    </a:cubicBezTo>
                    <a:cubicBezTo>
                      <a:pt x="7" y="78"/>
                      <a:pt x="27" y="98"/>
                      <a:pt x="51" y="98"/>
                    </a:cubicBezTo>
                    <a:cubicBezTo>
                      <a:pt x="75" y="98"/>
                      <a:pt x="94" y="80"/>
                      <a:pt x="96" y="57"/>
                    </a:cubicBezTo>
                    <a:cubicBezTo>
                      <a:pt x="87" y="55"/>
                      <a:pt x="81" y="48"/>
                      <a:pt x="81" y="39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86" y="2"/>
                      <a:pt x="86" y="2"/>
                      <a:pt x="86" y="2"/>
                    </a:cubicBezTo>
                    <a:cubicBezTo>
                      <a:pt x="87" y="2"/>
                      <a:pt x="87" y="3"/>
                      <a:pt x="89" y="3"/>
                    </a:cubicBezTo>
                    <a:cubicBezTo>
                      <a:pt x="90" y="4"/>
                      <a:pt x="90" y="4"/>
                      <a:pt x="90" y="4"/>
                    </a:cubicBezTo>
                    <a:cubicBezTo>
                      <a:pt x="88" y="8"/>
                      <a:pt x="88" y="8"/>
                      <a:pt x="88" y="8"/>
                    </a:cubicBezTo>
                    <a:cubicBezTo>
                      <a:pt x="88" y="39"/>
                      <a:pt x="88" y="39"/>
                      <a:pt x="88" y="39"/>
                    </a:cubicBezTo>
                    <a:cubicBezTo>
                      <a:pt x="88" y="45"/>
                      <a:pt x="93" y="50"/>
                      <a:pt x="99" y="50"/>
                    </a:cubicBezTo>
                    <a:cubicBezTo>
                      <a:pt x="105" y="50"/>
                      <a:pt x="111" y="45"/>
                      <a:pt x="111" y="39"/>
                    </a:cubicBezTo>
                    <a:cubicBezTo>
                      <a:pt x="111" y="8"/>
                      <a:pt x="111" y="8"/>
                      <a:pt x="111" y="8"/>
                    </a:cubicBezTo>
                    <a:cubicBezTo>
                      <a:pt x="107" y="4"/>
                      <a:pt x="107" y="4"/>
                      <a:pt x="107" y="4"/>
                    </a:cubicBezTo>
                    <a:cubicBezTo>
                      <a:pt x="109" y="3"/>
                      <a:pt x="109" y="3"/>
                      <a:pt x="109" y="3"/>
                    </a:cubicBezTo>
                    <a:cubicBezTo>
                      <a:pt x="110" y="3"/>
                      <a:pt x="111" y="2"/>
                      <a:pt x="112" y="1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7" y="6"/>
                      <a:pt x="117" y="6"/>
                      <a:pt x="117" y="6"/>
                    </a:cubicBezTo>
                    <a:cubicBezTo>
                      <a:pt x="117" y="39"/>
                      <a:pt x="117" y="39"/>
                      <a:pt x="117" y="39"/>
                    </a:cubicBezTo>
                    <a:cubicBezTo>
                      <a:pt x="117" y="48"/>
                      <a:pt x="111" y="55"/>
                      <a:pt x="102" y="57"/>
                    </a:cubicBezTo>
                    <a:cubicBezTo>
                      <a:pt x="101" y="84"/>
                      <a:pt x="78" y="104"/>
                      <a:pt x="51" y="104"/>
                    </a:cubicBezTo>
                    <a:close/>
                  </a:path>
                </a:pathLst>
              </a:custGeom>
              <a:solidFill>
                <a:srgbClr val="7983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0" name="Oval 220">
                <a:extLst>
                  <a:ext uri="{FF2B5EF4-FFF2-40B4-BE49-F238E27FC236}">
                    <a16:creationId xmlns:a16="http://schemas.microsoft.com/office/drawing/2014/main" id="{91BC92DB-E15B-4F28-9CC7-D565A4302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700" y="2112963"/>
                <a:ext cx="25400" cy="25400"/>
              </a:xfrm>
              <a:prstGeom prst="ellipse">
                <a:avLst/>
              </a:prstGeom>
              <a:solidFill>
                <a:srgbClr val="7983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1" name="Freeform 221">
                <a:extLst>
                  <a:ext uri="{FF2B5EF4-FFF2-40B4-BE49-F238E27FC236}">
                    <a16:creationId xmlns:a16="http://schemas.microsoft.com/office/drawing/2014/main" id="{E1E96D55-1509-41D0-BA74-6D1A7BE211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5875" y="2239963"/>
                <a:ext cx="161925" cy="163513"/>
              </a:xfrm>
              <a:custGeom>
                <a:avLst/>
                <a:gdLst>
                  <a:gd name="T0" fmla="*/ 102 w 102"/>
                  <a:gd name="T1" fmla="*/ 34 h 103"/>
                  <a:gd name="T2" fmla="*/ 71 w 102"/>
                  <a:gd name="T3" fmla="*/ 34 h 103"/>
                  <a:gd name="T4" fmla="*/ 71 w 102"/>
                  <a:gd name="T5" fmla="*/ 0 h 103"/>
                  <a:gd name="T6" fmla="*/ 33 w 102"/>
                  <a:gd name="T7" fmla="*/ 0 h 103"/>
                  <a:gd name="T8" fmla="*/ 33 w 102"/>
                  <a:gd name="T9" fmla="*/ 34 h 103"/>
                  <a:gd name="T10" fmla="*/ 0 w 102"/>
                  <a:gd name="T11" fmla="*/ 34 h 103"/>
                  <a:gd name="T12" fmla="*/ 0 w 102"/>
                  <a:gd name="T13" fmla="*/ 69 h 103"/>
                  <a:gd name="T14" fmla="*/ 33 w 102"/>
                  <a:gd name="T15" fmla="*/ 69 h 103"/>
                  <a:gd name="T16" fmla="*/ 33 w 102"/>
                  <a:gd name="T17" fmla="*/ 103 h 103"/>
                  <a:gd name="T18" fmla="*/ 71 w 102"/>
                  <a:gd name="T19" fmla="*/ 103 h 103"/>
                  <a:gd name="T20" fmla="*/ 71 w 102"/>
                  <a:gd name="T21" fmla="*/ 69 h 103"/>
                  <a:gd name="T22" fmla="*/ 102 w 102"/>
                  <a:gd name="T23" fmla="*/ 69 h 103"/>
                  <a:gd name="T24" fmla="*/ 102 w 102"/>
                  <a:gd name="T25" fmla="*/ 34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2" h="103">
                    <a:moveTo>
                      <a:pt x="102" y="34"/>
                    </a:moveTo>
                    <a:lnTo>
                      <a:pt x="71" y="34"/>
                    </a:lnTo>
                    <a:lnTo>
                      <a:pt x="71" y="0"/>
                    </a:lnTo>
                    <a:lnTo>
                      <a:pt x="33" y="0"/>
                    </a:lnTo>
                    <a:lnTo>
                      <a:pt x="33" y="34"/>
                    </a:lnTo>
                    <a:lnTo>
                      <a:pt x="0" y="34"/>
                    </a:lnTo>
                    <a:lnTo>
                      <a:pt x="0" y="69"/>
                    </a:lnTo>
                    <a:lnTo>
                      <a:pt x="33" y="69"/>
                    </a:lnTo>
                    <a:lnTo>
                      <a:pt x="33" y="103"/>
                    </a:lnTo>
                    <a:lnTo>
                      <a:pt x="71" y="103"/>
                    </a:lnTo>
                    <a:lnTo>
                      <a:pt x="71" y="69"/>
                    </a:lnTo>
                    <a:lnTo>
                      <a:pt x="102" y="69"/>
                    </a:lnTo>
                    <a:lnTo>
                      <a:pt x="102" y="34"/>
                    </a:lnTo>
                    <a:close/>
                  </a:path>
                </a:pathLst>
              </a:custGeom>
              <a:solidFill>
                <a:srgbClr val="7983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2" name="Freeform 222">
                <a:extLst>
                  <a:ext uri="{FF2B5EF4-FFF2-40B4-BE49-F238E27FC236}">
                    <a16:creationId xmlns:a16="http://schemas.microsoft.com/office/drawing/2014/main" id="{3B4BA626-693D-4CCD-93D1-FC03D27735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3800" y="1720851"/>
                <a:ext cx="501650" cy="304800"/>
              </a:xfrm>
              <a:custGeom>
                <a:avLst/>
                <a:gdLst>
                  <a:gd name="T0" fmla="*/ 131 w 133"/>
                  <a:gd name="T1" fmla="*/ 34 h 81"/>
                  <a:gd name="T2" fmla="*/ 126 w 133"/>
                  <a:gd name="T3" fmla="*/ 34 h 81"/>
                  <a:gd name="T4" fmla="*/ 117 w 133"/>
                  <a:gd name="T5" fmla="*/ 21 h 81"/>
                  <a:gd name="T6" fmla="*/ 110 w 133"/>
                  <a:gd name="T7" fmla="*/ 50 h 81"/>
                  <a:gd name="T8" fmla="*/ 105 w 133"/>
                  <a:gd name="T9" fmla="*/ 0 h 81"/>
                  <a:gd name="T10" fmla="*/ 90 w 133"/>
                  <a:gd name="T11" fmla="*/ 33 h 81"/>
                  <a:gd name="T12" fmla="*/ 84 w 133"/>
                  <a:gd name="T13" fmla="*/ 21 h 81"/>
                  <a:gd name="T14" fmla="*/ 76 w 133"/>
                  <a:gd name="T15" fmla="*/ 36 h 81"/>
                  <a:gd name="T16" fmla="*/ 65 w 133"/>
                  <a:gd name="T17" fmla="*/ 22 h 81"/>
                  <a:gd name="T18" fmla="*/ 60 w 133"/>
                  <a:gd name="T19" fmla="*/ 47 h 81"/>
                  <a:gd name="T20" fmla="*/ 55 w 133"/>
                  <a:gd name="T21" fmla="*/ 5 h 81"/>
                  <a:gd name="T22" fmla="*/ 40 w 133"/>
                  <a:gd name="T23" fmla="*/ 33 h 81"/>
                  <a:gd name="T24" fmla="*/ 2 w 133"/>
                  <a:gd name="T25" fmla="*/ 33 h 81"/>
                  <a:gd name="T26" fmla="*/ 0 w 133"/>
                  <a:gd name="T27" fmla="*/ 35 h 81"/>
                  <a:gd name="T28" fmla="*/ 2 w 133"/>
                  <a:gd name="T29" fmla="*/ 37 h 81"/>
                  <a:gd name="T30" fmla="*/ 43 w 133"/>
                  <a:gd name="T31" fmla="*/ 37 h 81"/>
                  <a:gd name="T32" fmla="*/ 52 w 133"/>
                  <a:gd name="T33" fmla="*/ 21 h 81"/>
                  <a:gd name="T34" fmla="*/ 58 w 133"/>
                  <a:gd name="T35" fmla="*/ 81 h 81"/>
                  <a:gd name="T36" fmla="*/ 68 w 133"/>
                  <a:gd name="T37" fmla="*/ 33 h 81"/>
                  <a:gd name="T38" fmla="*/ 77 w 133"/>
                  <a:gd name="T39" fmla="*/ 44 h 81"/>
                  <a:gd name="T40" fmla="*/ 84 w 133"/>
                  <a:gd name="T41" fmla="*/ 31 h 81"/>
                  <a:gd name="T42" fmla="*/ 91 w 133"/>
                  <a:gd name="T43" fmla="*/ 44 h 81"/>
                  <a:gd name="T44" fmla="*/ 101 w 133"/>
                  <a:gd name="T45" fmla="*/ 20 h 81"/>
                  <a:gd name="T46" fmla="*/ 108 w 133"/>
                  <a:gd name="T47" fmla="*/ 80 h 81"/>
                  <a:gd name="T48" fmla="*/ 119 w 133"/>
                  <a:gd name="T49" fmla="*/ 33 h 81"/>
                  <a:gd name="T50" fmla="*/ 123 w 133"/>
                  <a:gd name="T51" fmla="*/ 37 h 81"/>
                  <a:gd name="T52" fmla="*/ 133 w 133"/>
                  <a:gd name="T53" fmla="*/ 37 h 81"/>
                  <a:gd name="T54" fmla="*/ 131 w 133"/>
                  <a:gd name="T55" fmla="*/ 34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33" h="81">
                    <a:moveTo>
                      <a:pt x="131" y="34"/>
                    </a:moveTo>
                    <a:cubicBezTo>
                      <a:pt x="126" y="34"/>
                      <a:pt x="126" y="34"/>
                      <a:pt x="126" y="34"/>
                    </a:cubicBezTo>
                    <a:cubicBezTo>
                      <a:pt x="117" y="21"/>
                      <a:pt x="117" y="21"/>
                      <a:pt x="117" y="21"/>
                    </a:cubicBezTo>
                    <a:cubicBezTo>
                      <a:pt x="110" y="50"/>
                      <a:pt x="110" y="50"/>
                      <a:pt x="110" y="5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90" y="33"/>
                      <a:pt x="90" y="33"/>
                      <a:pt x="90" y="33"/>
                    </a:cubicBezTo>
                    <a:cubicBezTo>
                      <a:pt x="84" y="21"/>
                      <a:pt x="84" y="21"/>
                      <a:pt x="84" y="21"/>
                    </a:cubicBezTo>
                    <a:cubicBezTo>
                      <a:pt x="76" y="36"/>
                      <a:pt x="76" y="36"/>
                      <a:pt x="76" y="36"/>
                    </a:cubicBezTo>
                    <a:cubicBezTo>
                      <a:pt x="65" y="22"/>
                      <a:pt x="65" y="22"/>
                      <a:pt x="65" y="22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55" y="5"/>
                      <a:pt x="55" y="5"/>
                      <a:pt x="55" y="5"/>
                    </a:cubicBezTo>
                    <a:cubicBezTo>
                      <a:pt x="40" y="33"/>
                      <a:pt x="40" y="33"/>
                      <a:pt x="40" y="33"/>
                    </a:cubicBezTo>
                    <a:cubicBezTo>
                      <a:pt x="2" y="33"/>
                      <a:pt x="2" y="33"/>
                      <a:pt x="2" y="33"/>
                    </a:cubicBezTo>
                    <a:cubicBezTo>
                      <a:pt x="1" y="33"/>
                      <a:pt x="0" y="34"/>
                      <a:pt x="0" y="35"/>
                    </a:cubicBezTo>
                    <a:cubicBezTo>
                      <a:pt x="0" y="36"/>
                      <a:pt x="1" y="37"/>
                      <a:pt x="2" y="37"/>
                    </a:cubicBezTo>
                    <a:cubicBezTo>
                      <a:pt x="43" y="37"/>
                      <a:pt x="43" y="37"/>
                      <a:pt x="43" y="37"/>
                    </a:cubicBezTo>
                    <a:cubicBezTo>
                      <a:pt x="52" y="21"/>
                      <a:pt x="52" y="21"/>
                      <a:pt x="52" y="21"/>
                    </a:cubicBezTo>
                    <a:cubicBezTo>
                      <a:pt x="58" y="81"/>
                      <a:pt x="58" y="81"/>
                      <a:pt x="58" y="81"/>
                    </a:cubicBezTo>
                    <a:cubicBezTo>
                      <a:pt x="68" y="33"/>
                      <a:pt x="68" y="33"/>
                      <a:pt x="68" y="33"/>
                    </a:cubicBezTo>
                    <a:cubicBezTo>
                      <a:pt x="77" y="44"/>
                      <a:pt x="77" y="44"/>
                      <a:pt x="77" y="44"/>
                    </a:cubicBezTo>
                    <a:cubicBezTo>
                      <a:pt x="84" y="31"/>
                      <a:pt x="84" y="31"/>
                      <a:pt x="84" y="31"/>
                    </a:cubicBezTo>
                    <a:cubicBezTo>
                      <a:pt x="91" y="44"/>
                      <a:pt x="91" y="44"/>
                      <a:pt x="91" y="44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108" y="80"/>
                      <a:pt x="108" y="80"/>
                      <a:pt x="108" y="80"/>
                    </a:cubicBezTo>
                    <a:cubicBezTo>
                      <a:pt x="119" y="33"/>
                      <a:pt x="119" y="33"/>
                      <a:pt x="119" y="33"/>
                    </a:cubicBezTo>
                    <a:cubicBezTo>
                      <a:pt x="123" y="37"/>
                      <a:pt x="123" y="37"/>
                      <a:pt x="123" y="37"/>
                    </a:cubicBezTo>
                    <a:cubicBezTo>
                      <a:pt x="133" y="37"/>
                      <a:pt x="133" y="37"/>
                      <a:pt x="133" y="37"/>
                    </a:cubicBezTo>
                    <a:cubicBezTo>
                      <a:pt x="132" y="36"/>
                      <a:pt x="131" y="35"/>
                      <a:pt x="131" y="34"/>
                    </a:cubicBezTo>
                    <a:close/>
                  </a:path>
                </a:pathLst>
              </a:custGeom>
              <a:solidFill>
                <a:srgbClr val="7983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3" name="Freeform 223">
                <a:extLst>
                  <a:ext uri="{FF2B5EF4-FFF2-40B4-BE49-F238E27FC236}">
                    <a16:creationId xmlns:a16="http://schemas.microsoft.com/office/drawing/2014/main" id="{C69C64FD-BE6D-4BC3-AFDF-761D309E26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9575" y="1731963"/>
                <a:ext cx="265113" cy="203200"/>
              </a:xfrm>
              <a:custGeom>
                <a:avLst/>
                <a:gdLst>
                  <a:gd name="T0" fmla="*/ 35 w 70"/>
                  <a:gd name="T1" fmla="*/ 8 h 54"/>
                  <a:gd name="T2" fmla="*/ 53 w 70"/>
                  <a:gd name="T3" fmla="*/ 0 h 54"/>
                  <a:gd name="T4" fmla="*/ 70 w 70"/>
                  <a:gd name="T5" fmla="*/ 18 h 54"/>
                  <a:gd name="T6" fmla="*/ 35 w 70"/>
                  <a:gd name="T7" fmla="*/ 54 h 54"/>
                  <a:gd name="T8" fmla="*/ 0 w 70"/>
                  <a:gd name="T9" fmla="*/ 18 h 54"/>
                  <a:gd name="T10" fmla="*/ 18 w 70"/>
                  <a:gd name="T11" fmla="*/ 0 h 54"/>
                  <a:gd name="T12" fmla="*/ 35 w 70"/>
                  <a:gd name="T13" fmla="*/ 8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54">
                    <a:moveTo>
                      <a:pt x="35" y="8"/>
                    </a:moveTo>
                    <a:cubicBezTo>
                      <a:pt x="35" y="8"/>
                      <a:pt x="41" y="0"/>
                      <a:pt x="53" y="0"/>
                    </a:cubicBezTo>
                    <a:cubicBezTo>
                      <a:pt x="63" y="0"/>
                      <a:pt x="70" y="8"/>
                      <a:pt x="70" y="18"/>
                    </a:cubicBezTo>
                    <a:cubicBezTo>
                      <a:pt x="70" y="29"/>
                      <a:pt x="60" y="42"/>
                      <a:pt x="35" y="54"/>
                    </a:cubicBezTo>
                    <a:cubicBezTo>
                      <a:pt x="10" y="42"/>
                      <a:pt x="0" y="29"/>
                      <a:pt x="0" y="18"/>
                    </a:cubicBezTo>
                    <a:cubicBezTo>
                      <a:pt x="0" y="8"/>
                      <a:pt x="7" y="0"/>
                      <a:pt x="18" y="0"/>
                    </a:cubicBezTo>
                    <a:cubicBezTo>
                      <a:pt x="29" y="0"/>
                      <a:pt x="35" y="8"/>
                      <a:pt x="35" y="8"/>
                    </a:cubicBezTo>
                    <a:close/>
                  </a:path>
                </a:pathLst>
              </a:custGeom>
              <a:solidFill>
                <a:srgbClr val="F263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4" name="Freeform 224">
                <a:extLst>
                  <a:ext uri="{FF2B5EF4-FFF2-40B4-BE49-F238E27FC236}">
                    <a16:creationId xmlns:a16="http://schemas.microsoft.com/office/drawing/2014/main" id="{D05D6E8C-BCC5-43DE-8B67-63649B6DEA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6187" y="4183063"/>
                <a:ext cx="449263" cy="301625"/>
              </a:xfrm>
              <a:custGeom>
                <a:avLst/>
                <a:gdLst>
                  <a:gd name="T0" fmla="*/ 17 w 119"/>
                  <a:gd name="T1" fmla="*/ 0 h 80"/>
                  <a:gd name="T2" fmla="*/ 7 w 119"/>
                  <a:gd name="T3" fmla="*/ 9 h 80"/>
                  <a:gd name="T4" fmla="*/ 1 w 119"/>
                  <a:gd name="T5" fmla="*/ 57 h 80"/>
                  <a:gd name="T6" fmla="*/ 10 w 119"/>
                  <a:gd name="T7" fmla="*/ 69 h 80"/>
                  <a:gd name="T8" fmla="*/ 100 w 119"/>
                  <a:gd name="T9" fmla="*/ 80 h 80"/>
                  <a:gd name="T10" fmla="*/ 101 w 119"/>
                  <a:gd name="T11" fmla="*/ 80 h 80"/>
                  <a:gd name="T12" fmla="*/ 112 w 119"/>
                  <a:gd name="T13" fmla="*/ 71 h 80"/>
                  <a:gd name="T14" fmla="*/ 118 w 119"/>
                  <a:gd name="T15" fmla="*/ 24 h 80"/>
                  <a:gd name="T16" fmla="*/ 109 w 119"/>
                  <a:gd name="T17" fmla="*/ 12 h 80"/>
                  <a:gd name="T18" fmla="*/ 19 w 119"/>
                  <a:gd name="T19" fmla="*/ 0 h 80"/>
                  <a:gd name="T20" fmla="*/ 17 w 119"/>
                  <a:gd name="T21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9" h="80">
                    <a:moveTo>
                      <a:pt x="17" y="0"/>
                    </a:moveTo>
                    <a:cubicBezTo>
                      <a:pt x="12" y="0"/>
                      <a:pt x="8" y="4"/>
                      <a:pt x="7" y="9"/>
                    </a:cubicBezTo>
                    <a:cubicBezTo>
                      <a:pt x="1" y="57"/>
                      <a:pt x="1" y="57"/>
                      <a:pt x="1" y="57"/>
                    </a:cubicBezTo>
                    <a:cubicBezTo>
                      <a:pt x="0" y="63"/>
                      <a:pt x="4" y="68"/>
                      <a:pt x="10" y="69"/>
                    </a:cubicBezTo>
                    <a:cubicBezTo>
                      <a:pt x="100" y="80"/>
                      <a:pt x="100" y="80"/>
                      <a:pt x="100" y="80"/>
                    </a:cubicBezTo>
                    <a:cubicBezTo>
                      <a:pt x="101" y="80"/>
                      <a:pt x="101" y="80"/>
                      <a:pt x="101" y="80"/>
                    </a:cubicBezTo>
                    <a:cubicBezTo>
                      <a:pt x="107" y="80"/>
                      <a:pt x="111" y="77"/>
                      <a:pt x="112" y="71"/>
                    </a:cubicBezTo>
                    <a:cubicBezTo>
                      <a:pt x="118" y="24"/>
                      <a:pt x="118" y="24"/>
                      <a:pt x="118" y="24"/>
                    </a:cubicBezTo>
                    <a:cubicBezTo>
                      <a:pt x="119" y="18"/>
                      <a:pt x="115" y="13"/>
                      <a:pt x="109" y="12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8" y="0"/>
                      <a:pt x="18" y="0"/>
                      <a:pt x="17" y="0"/>
                    </a:cubicBezTo>
                  </a:path>
                </a:pathLst>
              </a:custGeom>
              <a:solidFill>
                <a:srgbClr val="E7F0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5" name="Freeform 225">
                <a:extLst>
                  <a:ext uri="{FF2B5EF4-FFF2-40B4-BE49-F238E27FC236}">
                    <a16:creationId xmlns:a16="http://schemas.microsoft.com/office/drawing/2014/main" id="{B320C6A8-E11B-4BDF-A526-626EDFAFB2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6025" y="4221163"/>
                <a:ext cx="498475" cy="342900"/>
              </a:xfrm>
              <a:custGeom>
                <a:avLst/>
                <a:gdLst>
                  <a:gd name="T0" fmla="*/ 53 w 132"/>
                  <a:gd name="T1" fmla="*/ 9 h 91"/>
                  <a:gd name="T2" fmla="*/ 51 w 132"/>
                  <a:gd name="T3" fmla="*/ 3 h 91"/>
                  <a:gd name="T4" fmla="*/ 47 w 132"/>
                  <a:gd name="T5" fmla="*/ 0 h 91"/>
                  <a:gd name="T6" fmla="*/ 5 w 132"/>
                  <a:gd name="T7" fmla="*/ 0 h 91"/>
                  <a:gd name="T8" fmla="*/ 0 w 132"/>
                  <a:gd name="T9" fmla="*/ 5 h 91"/>
                  <a:gd name="T10" fmla="*/ 0 w 132"/>
                  <a:gd name="T11" fmla="*/ 33 h 91"/>
                  <a:gd name="T12" fmla="*/ 1 w 132"/>
                  <a:gd name="T13" fmla="*/ 33 h 91"/>
                  <a:gd name="T14" fmla="*/ 1 w 132"/>
                  <a:gd name="T15" fmla="*/ 86 h 91"/>
                  <a:gd name="T16" fmla="*/ 5 w 132"/>
                  <a:gd name="T17" fmla="*/ 91 h 91"/>
                  <a:gd name="T18" fmla="*/ 128 w 132"/>
                  <a:gd name="T19" fmla="*/ 91 h 91"/>
                  <a:gd name="T20" fmla="*/ 132 w 132"/>
                  <a:gd name="T21" fmla="*/ 86 h 91"/>
                  <a:gd name="T22" fmla="*/ 132 w 132"/>
                  <a:gd name="T23" fmla="*/ 16 h 91"/>
                  <a:gd name="T24" fmla="*/ 128 w 132"/>
                  <a:gd name="T25" fmla="*/ 11 h 91"/>
                  <a:gd name="T26" fmla="*/ 57 w 132"/>
                  <a:gd name="T27" fmla="*/ 11 h 91"/>
                  <a:gd name="T28" fmla="*/ 53 w 132"/>
                  <a:gd name="T29" fmla="*/ 9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32" h="91">
                    <a:moveTo>
                      <a:pt x="53" y="9"/>
                    </a:moveTo>
                    <a:cubicBezTo>
                      <a:pt x="51" y="3"/>
                      <a:pt x="51" y="3"/>
                      <a:pt x="51" y="3"/>
                    </a:cubicBezTo>
                    <a:cubicBezTo>
                      <a:pt x="50" y="1"/>
                      <a:pt x="48" y="0"/>
                      <a:pt x="47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1" y="33"/>
                      <a:pt x="1" y="33"/>
                      <a:pt x="1" y="33"/>
                    </a:cubicBezTo>
                    <a:cubicBezTo>
                      <a:pt x="1" y="86"/>
                      <a:pt x="1" y="86"/>
                      <a:pt x="1" y="86"/>
                    </a:cubicBezTo>
                    <a:cubicBezTo>
                      <a:pt x="1" y="89"/>
                      <a:pt x="2" y="91"/>
                      <a:pt x="5" y="91"/>
                    </a:cubicBezTo>
                    <a:cubicBezTo>
                      <a:pt x="128" y="91"/>
                      <a:pt x="128" y="91"/>
                      <a:pt x="128" y="91"/>
                    </a:cubicBezTo>
                    <a:cubicBezTo>
                      <a:pt x="130" y="91"/>
                      <a:pt x="132" y="89"/>
                      <a:pt x="132" y="86"/>
                    </a:cubicBezTo>
                    <a:cubicBezTo>
                      <a:pt x="132" y="16"/>
                      <a:pt x="132" y="16"/>
                      <a:pt x="132" y="16"/>
                    </a:cubicBezTo>
                    <a:cubicBezTo>
                      <a:pt x="132" y="13"/>
                      <a:pt x="130" y="11"/>
                      <a:pt x="128" y="11"/>
                    </a:cubicBezTo>
                    <a:cubicBezTo>
                      <a:pt x="57" y="11"/>
                      <a:pt x="57" y="11"/>
                      <a:pt x="57" y="11"/>
                    </a:cubicBezTo>
                    <a:cubicBezTo>
                      <a:pt x="55" y="11"/>
                      <a:pt x="54" y="10"/>
                      <a:pt x="53" y="9"/>
                    </a:cubicBezTo>
                    <a:close/>
                  </a:path>
                </a:pathLst>
              </a:custGeom>
              <a:solidFill>
                <a:srgbClr val="7983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6" name="Oval 226">
                <a:extLst>
                  <a:ext uri="{FF2B5EF4-FFF2-40B4-BE49-F238E27FC236}">
                    <a16:creationId xmlns:a16="http://schemas.microsoft.com/office/drawing/2014/main" id="{3A05E584-28B5-4906-93E7-F991066545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2712" y="4322763"/>
                <a:ext cx="184150" cy="188913"/>
              </a:xfrm>
              <a:prstGeom prst="ellipse">
                <a:avLst/>
              </a:prstGeom>
              <a:solidFill>
                <a:srgbClr val="EAE8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7" name="Freeform 227">
                <a:extLst>
                  <a:ext uri="{FF2B5EF4-FFF2-40B4-BE49-F238E27FC236}">
                    <a16:creationId xmlns:a16="http://schemas.microsoft.com/office/drawing/2014/main" id="{0DE630CB-12C5-4839-A6D5-94C8059854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4937" y="4344988"/>
                <a:ext cx="142875" cy="144463"/>
              </a:xfrm>
              <a:custGeom>
                <a:avLst/>
                <a:gdLst>
                  <a:gd name="T0" fmla="*/ 90 w 90"/>
                  <a:gd name="T1" fmla="*/ 29 h 91"/>
                  <a:gd name="T2" fmla="*/ 59 w 90"/>
                  <a:gd name="T3" fmla="*/ 29 h 91"/>
                  <a:gd name="T4" fmla="*/ 59 w 90"/>
                  <a:gd name="T5" fmla="*/ 0 h 91"/>
                  <a:gd name="T6" fmla="*/ 28 w 90"/>
                  <a:gd name="T7" fmla="*/ 0 h 91"/>
                  <a:gd name="T8" fmla="*/ 28 w 90"/>
                  <a:gd name="T9" fmla="*/ 29 h 91"/>
                  <a:gd name="T10" fmla="*/ 0 w 90"/>
                  <a:gd name="T11" fmla="*/ 29 h 91"/>
                  <a:gd name="T12" fmla="*/ 0 w 90"/>
                  <a:gd name="T13" fmla="*/ 62 h 91"/>
                  <a:gd name="T14" fmla="*/ 28 w 90"/>
                  <a:gd name="T15" fmla="*/ 62 h 91"/>
                  <a:gd name="T16" fmla="*/ 28 w 90"/>
                  <a:gd name="T17" fmla="*/ 91 h 91"/>
                  <a:gd name="T18" fmla="*/ 59 w 90"/>
                  <a:gd name="T19" fmla="*/ 91 h 91"/>
                  <a:gd name="T20" fmla="*/ 59 w 90"/>
                  <a:gd name="T21" fmla="*/ 62 h 91"/>
                  <a:gd name="T22" fmla="*/ 90 w 90"/>
                  <a:gd name="T23" fmla="*/ 62 h 91"/>
                  <a:gd name="T24" fmla="*/ 90 w 90"/>
                  <a:gd name="T25" fmla="*/ 29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91">
                    <a:moveTo>
                      <a:pt x="90" y="29"/>
                    </a:moveTo>
                    <a:lnTo>
                      <a:pt x="59" y="29"/>
                    </a:lnTo>
                    <a:lnTo>
                      <a:pt x="59" y="0"/>
                    </a:lnTo>
                    <a:lnTo>
                      <a:pt x="28" y="0"/>
                    </a:lnTo>
                    <a:lnTo>
                      <a:pt x="28" y="29"/>
                    </a:lnTo>
                    <a:lnTo>
                      <a:pt x="0" y="29"/>
                    </a:lnTo>
                    <a:lnTo>
                      <a:pt x="0" y="62"/>
                    </a:lnTo>
                    <a:lnTo>
                      <a:pt x="28" y="62"/>
                    </a:lnTo>
                    <a:lnTo>
                      <a:pt x="28" y="91"/>
                    </a:lnTo>
                    <a:lnTo>
                      <a:pt x="59" y="91"/>
                    </a:lnTo>
                    <a:lnTo>
                      <a:pt x="59" y="62"/>
                    </a:lnTo>
                    <a:lnTo>
                      <a:pt x="90" y="62"/>
                    </a:lnTo>
                    <a:lnTo>
                      <a:pt x="90" y="29"/>
                    </a:lnTo>
                    <a:close/>
                  </a:path>
                </a:pathLst>
              </a:custGeom>
              <a:solidFill>
                <a:srgbClr val="F263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8" name="Oval 228">
                <a:extLst>
                  <a:ext uri="{FF2B5EF4-FFF2-40B4-BE49-F238E27FC236}">
                    <a16:creationId xmlns:a16="http://schemas.microsoft.com/office/drawing/2014/main" id="{9BCA0013-243B-49E1-9A0D-4F4FE4928A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588" y="3459163"/>
                <a:ext cx="95250" cy="90488"/>
              </a:xfrm>
              <a:prstGeom prst="ellipse">
                <a:avLst/>
              </a:prstGeom>
              <a:solidFill>
                <a:srgbClr val="08B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9" name="Rectangle 229">
                <a:extLst>
                  <a:ext uri="{FF2B5EF4-FFF2-40B4-BE49-F238E27FC236}">
                    <a16:creationId xmlns:a16="http://schemas.microsoft.com/office/drawing/2014/main" id="{CE3B62E6-2CAD-4F28-8DAA-C5C0E30ECA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887" y="3565526"/>
                <a:ext cx="68263" cy="63500"/>
              </a:xfrm>
              <a:prstGeom prst="rect">
                <a:avLst/>
              </a:prstGeom>
              <a:solidFill>
                <a:srgbClr val="7983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0" name="Rectangle 230">
                <a:extLst>
                  <a:ext uri="{FF2B5EF4-FFF2-40B4-BE49-F238E27FC236}">
                    <a16:creationId xmlns:a16="http://schemas.microsoft.com/office/drawing/2014/main" id="{CC2FD594-A498-41E4-89FE-923B2D4F3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000" y="3632201"/>
                <a:ext cx="44450" cy="19050"/>
              </a:xfrm>
              <a:prstGeom prst="rect">
                <a:avLst/>
              </a:prstGeom>
              <a:solidFill>
                <a:srgbClr val="7983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1" name="Freeform 231">
                <a:extLst>
                  <a:ext uri="{FF2B5EF4-FFF2-40B4-BE49-F238E27FC236}">
                    <a16:creationId xmlns:a16="http://schemas.microsoft.com/office/drawing/2014/main" id="{FD2DF1DE-9BC1-4C73-A3AC-4401626FB1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837" y="3371851"/>
                <a:ext cx="104775" cy="188913"/>
              </a:xfrm>
              <a:custGeom>
                <a:avLst/>
                <a:gdLst>
                  <a:gd name="T0" fmla="*/ 3 w 28"/>
                  <a:gd name="T1" fmla="*/ 37 h 50"/>
                  <a:gd name="T2" fmla="*/ 0 w 28"/>
                  <a:gd name="T3" fmla="*/ 26 h 50"/>
                  <a:gd name="T4" fmla="*/ 0 w 28"/>
                  <a:gd name="T5" fmla="*/ 15 h 50"/>
                  <a:gd name="T6" fmla="*/ 5 w 28"/>
                  <a:gd name="T7" fmla="*/ 9 h 50"/>
                  <a:gd name="T8" fmla="*/ 5 w 28"/>
                  <a:gd name="T9" fmla="*/ 0 h 50"/>
                  <a:gd name="T10" fmla="*/ 23 w 28"/>
                  <a:gd name="T11" fmla="*/ 0 h 50"/>
                  <a:gd name="T12" fmla="*/ 23 w 28"/>
                  <a:gd name="T13" fmla="*/ 9 h 50"/>
                  <a:gd name="T14" fmla="*/ 28 w 28"/>
                  <a:gd name="T15" fmla="*/ 15 h 50"/>
                  <a:gd name="T16" fmla="*/ 28 w 28"/>
                  <a:gd name="T17" fmla="*/ 45 h 50"/>
                  <a:gd name="T18" fmla="*/ 23 w 28"/>
                  <a:gd name="T19" fmla="*/ 50 h 50"/>
                  <a:gd name="T20" fmla="*/ 5 w 28"/>
                  <a:gd name="T21" fmla="*/ 50 h 50"/>
                  <a:gd name="T22" fmla="*/ 0 w 28"/>
                  <a:gd name="T23" fmla="*/ 47 h 50"/>
                  <a:gd name="T24" fmla="*/ 3 w 28"/>
                  <a:gd name="T25" fmla="*/ 37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" h="50">
                    <a:moveTo>
                      <a:pt x="3" y="37"/>
                    </a:moveTo>
                    <a:cubicBezTo>
                      <a:pt x="3" y="33"/>
                      <a:pt x="2" y="29"/>
                      <a:pt x="0" y="2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3" y="15"/>
                      <a:pt x="5" y="12"/>
                      <a:pt x="5" y="9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12"/>
                      <a:pt x="25" y="15"/>
                      <a:pt x="28" y="15"/>
                    </a:cubicBezTo>
                    <a:cubicBezTo>
                      <a:pt x="28" y="45"/>
                      <a:pt x="28" y="45"/>
                      <a:pt x="28" y="45"/>
                    </a:cubicBezTo>
                    <a:cubicBezTo>
                      <a:pt x="28" y="47"/>
                      <a:pt x="26" y="50"/>
                      <a:pt x="23" y="50"/>
                    </a:cubicBezTo>
                    <a:cubicBezTo>
                      <a:pt x="5" y="50"/>
                      <a:pt x="5" y="50"/>
                      <a:pt x="5" y="50"/>
                    </a:cubicBezTo>
                    <a:cubicBezTo>
                      <a:pt x="3" y="50"/>
                      <a:pt x="1" y="48"/>
                      <a:pt x="0" y="47"/>
                    </a:cubicBezTo>
                    <a:cubicBezTo>
                      <a:pt x="2" y="44"/>
                      <a:pt x="3" y="40"/>
                      <a:pt x="3" y="37"/>
                    </a:cubicBezTo>
                    <a:close/>
                  </a:path>
                </a:pathLst>
              </a:custGeom>
              <a:solidFill>
                <a:srgbClr val="7983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2" name="Rectangle 232">
                <a:extLst>
                  <a:ext uri="{FF2B5EF4-FFF2-40B4-BE49-F238E27FC236}">
                    <a16:creationId xmlns:a16="http://schemas.microsoft.com/office/drawing/2014/main" id="{C8625B53-B2FD-4516-9CFD-3F60D734B8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012" y="3349626"/>
                <a:ext cx="98425" cy="22225"/>
              </a:xfrm>
              <a:prstGeom prst="rect">
                <a:avLst/>
              </a:prstGeom>
              <a:solidFill>
                <a:srgbClr val="7983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3" name="Freeform 233">
                <a:extLst>
                  <a:ext uri="{FF2B5EF4-FFF2-40B4-BE49-F238E27FC236}">
                    <a16:creationId xmlns:a16="http://schemas.microsoft.com/office/drawing/2014/main" id="{886BB856-CF74-42C3-9F69-F0AD16052D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14300" y="3505201"/>
                <a:ext cx="173038" cy="247650"/>
              </a:xfrm>
              <a:custGeom>
                <a:avLst/>
                <a:gdLst>
                  <a:gd name="T0" fmla="*/ 22 w 46"/>
                  <a:gd name="T1" fmla="*/ 0 h 66"/>
                  <a:gd name="T2" fmla="*/ 22 w 46"/>
                  <a:gd name="T3" fmla="*/ 2 h 66"/>
                  <a:gd name="T4" fmla="*/ 37 w 46"/>
                  <a:gd name="T5" fmla="*/ 20 h 66"/>
                  <a:gd name="T6" fmla="*/ 31 w 46"/>
                  <a:gd name="T7" fmla="*/ 27 h 66"/>
                  <a:gd name="T8" fmla="*/ 32 w 46"/>
                  <a:gd name="T9" fmla="*/ 44 h 66"/>
                  <a:gd name="T10" fmla="*/ 46 w 46"/>
                  <a:gd name="T11" fmla="*/ 59 h 66"/>
                  <a:gd name="T12" fmla="*/ 44 w 46"/>
                  <a:gd name="T13" fmla="*/ 66 h 66"/>
                  <a:gd name="T14" fmla="*/ 22 w 46"/>
                  <a:gd name="T15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" h="66">
                    <a:moveTo>
                      <a:pt x="22" y="0"/>
                    </a:moveTo>
                    <a:cubicBezTo>
                      <a:pt x="22" y="1"/>
                      <a:pt x="22" y="1"/>
                      <a:pt x="22" y="2"/>
                    </a:cubicBezTo>
                    <a:cubicBezTo>
                      <a:pt x="22" y="11"/>
                      <a:pt x="28" y="18"/>
                      <a:pt x="37" y="20"/>
                    </a:cubicBezTo>
                    <a:cubicBezTo>
                      <a:pt x="34" y="22"/>
                      <a:pt x="32" y="24"/>
                      <a:pt x="31" y="27"/>
                    </a:cubicBezTo>
                    <a:cubicBezTo>
                      <a:pt x="29" y="33"/>
                      <a:pt x="30" y="39"/>
                      <a:pt x="32" y="44"/>
                    </a:cubicBezTo>
                    <a:cubicBezTo>
                      <a:pt x="35" y="50"/>
                      <a:pt x="40" y="55"/>
                      <a:pt x="46" y="59"/>
                    </a:cubicBezTo>
                    <a:cubicBezTo>
                      <a:pt x="44" y="66"/>
                      <a:pt x="44" y="66"/>
                      <a:pt x="44" y="66"/>
                    </a:cubicBezTo>
                    <a:cubicBezTo>
                      <a:pt x="13" y="58"/>
                      <a:pt x="0" y="24"/>
                      <a:pt x="22" y="0"/>
                    </a:cubicBezTo>
                    <a:close/>
                  </a:path>
                </a:pathLst>
              </a:custGeom>
              <a:solidFill>
                <a:srgbClr val="7983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4" name="Rectangle 234">
                <a:extLst>
                  <a:ext uri="{FF2B5EF4-FFF2-40B4-BE49-F238E27FC236}">
                    <a16:creationId xmlns:a16="http://schemas.microsoft.com/office/drawing/2014/main" id="{45FCD2E5-6B20-48A9-9F22-AD6B7008D7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588" y="3722688"/>
                <a:ext cx="95250" cy="65088"/>
              </a:xfrm>
              <a:prstGeom prst="rect">
                <a:avLst/>
              </a:prstGeom>
              <a:solidFill>
                <a:srgbClr val="7983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5" name="Freeform 235">
                <a:extLst>
                  <a:ext uri="{FF2B5EF4-FFF2-40B4-BE49-F238E27FC236}">
                    <a16:creationId xmlns:a16="http://schemas.microsoft.com/office/drawing/2014/main" id="{37DA00C7-B624-4E10-A5EC-3486E6A692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84138" y="3787776"/>
                <a:ext cx="358775" cy="38100"/>
              </a:xfrm>
              <a:custGeom>
                <a:avLst/>
                <a:gdLst>
                  <a:gd name="T0" fmla="*/ 0 w 95"/>
                  <a:gd name="T1" fmla="*/ 10 h 10"/>
                  <a:gd name="T2" fmla="*/ 95 w 95"/>
                  <a:gd name="T3" fmla="*/ 10 h 10"/>
                  <a:gd name="T4" fmla="*/ 86 w 95"/>
                  <a:gd name="T5" fmla="*/ 0 h 10"/>
                  <a:gd name="T6" fmla="*/ 9 w 95"/>
                  <a:gd name="T7" fmla="*/ 0 h 10"/>
                  <a:gd name="T8" fmla="*/ 0 w 95"/>
                  <a:gd name="T9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10">
                    <a:moveTo>
                      <a:pt x="0" y="10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95" y="5"/>
                      <a:pt x="91" y="0"/>
                      <a:pt x="86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5"/>
                      <a:pt x="0" y="10"/>
                    </a:cubicBezTo>
                    <a:close/>
                  </a:path>
                </a:pathLst>
              </a:custGeom>
              <a:solidFill>
                <a:srgbClr val="8088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6" name="Rectangle 236">
                <a:extLst>
                  <a:ext uri="{FF2B5EF4-FFF2-40B4-BE49-F238E27FC236}">
                    <a16:creationId xmlns:a16="http://schemas.microsoft.com/office/drawing/2014/main" id="{0F734631-6C1F-4A4F-9FA4-9A32F1F17E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737" y="3673476"/>
                <a:ext cx="180975" cy="301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7" name="Freeform 237">
                <a:extLst>
                  <a:ext uri="{FF2B5EF4-FFF2-40B4-BE49-F238E27FC236}">
                    <a16:creationId xmlns:a16="http://schemas.microsoft.com/office/drawing/2014/main" id="{C8CDAD8F-05A8-43E6-9E3A-B3DFF937FC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8025" y="2851151"/>
                <a:ext cx="819150" cy="1295400"/>
              </a:xfrm>
              <a:custGeom>
                <a:avLst/>
                <a:gdLst>
                  <a:gd name="T0" fmla="*/ 9 w 217"/>
                  <a:gd name="T1" fmla="*/ 0 h 343"/>
                  <a:gd name="T2" fmla="*/ 14 w 217"/>
                  <a:gd name="T3" fmla="*/ 183 h 343"/>
                  <a:gd name="T4" fmla="*/ 103 w 217"/>
                  <a:gd name="T5" fmla="*/ 234 h 343"/>
                  <a:gd name="T6" fmla="*/ 196 w 217"/>
                  <a:gd name="T7" fmla="*/ 343 h 343"/>
                  <a:gd name="T8" fmla="*/ 205 w 217"/>
                  <a:gd name="T9" fmla="*/ 206 h 343"/>
                  <a:gd name="T10" fmla="*/ 9 w 217"/>
                  <a:gd name="T11" fmla="*/ 0 h 3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7" h="343">
                    <a:moveTo>
                      <a:pt x="9" y="0"/>
                    </a:moveTo>
                    <a:cubicBezTo>
                      <a:pt x="9" y="0"/>
                      <a:pt x="0" y="104"/>
                      <a:pt x="14" y="183"/>
                    </a:cubicBezTo>
                    <a:cubicBezTo>
                      <a:pt x="18" y="203"/>
                      <a:pt x="73" y="212"/>
                      <a:pt x="103" y="234"/>
                    </a:cubicBezTo>
                    <a:cubicBezTo>
                      <a:pt x="153" y="272"/>
                      <a:pt x="188" y="323"/>
                      <a:pt x="196" y="343"/>
                    </a:cubicBezTo>
                    <a:cubicBezTo>
                      <a:pt x="217" y="334"/>
                      <a:pt x="217" y="242"/>
                      <a:pt x="205" y="206"/>
                    </a:cubicBezTo>
                    <a:cubicBezTo>
                      <a:pt x="193" y="182"/>
                      <a:pt x="9" y="0"/>
                      <a:pt x="9" y="0"/>
                    </a:cubicBezTo>
                  </a:path>
                </a:pathLst>
              </a:custGeom>
              <a:solidFill>
                <a:srgbClr val="BDD9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8" name="Freeform 238">
                <a:extLst>
                  <a:ext uri="{FF2B5EF4-FFF2-40B4-BE49-F238E27FC236}">
                    <a16:creationId xmlns:a16="http://schemas.microsoft.com/office/drawing/2014/main" id="{6E3815FB-7DEC-45DF-93C4-35398E43DC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8813" y="3255963"/>
                <a:ext cx="1184275" cy="871538"/>
              </a:xfrm>
              <a:custGeom>
                <a:avLst/>
                <a:gdLst>
                  <a:gd name="T0" fmla="*/ 746 w 746"/>
                  <a:gd name="T1" fmla="*/ 57 h 549"/>
                  <a:gd name="T2" fmla="*/ 288 w 746"/>
                  <a:gd name="T3" fmla="*/ 0 h 549"/>
                  <a:gd name="T4" fmla="*/ 0 w 746"/>
                  <a:gd name="T5" fmla="*/ 549 h 549"/>
                  <a:gd name="T6" fmla="*/ 373 w 746"/>
                  <a:gd name="T7" fmla="*/ 549 h 549"/>
                  <a:gd name="T8" fmla="*/ 746 w 746"/>
                  <a:gd name="T9" fmla="*/ 57 h 5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6" h="549">
                    <a:moveTo>
                      <a:pt x="746" y="57"/>
                    </a:moveTo>
                    <a:lnTo>
                      <a:pt x="288" y="0"/>
                    </a:lnTo>
                    <a:lnTo>
                      <a:pt x="0" y="549"/>
                    </a:lnTo>
                    <a:lnTo>
                      <a:pt x="373" y="549"/>
                    </a:lnTo>
                    <a:lnTo>
                      <a:pt x="746" y="57"/>
                    </a:lnTo>
                    <a:close/>
                  </a:path>
                </a:pathLst>
              </a:custGeom>
              <a:solidFill>
                <a:srgbClr val="2A31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0" name="Freeform 240">
                <a:extLst>
                  <a:ext uri="{FF2B5EF4-FFF2-40B4-BE49-F238E27FC236}">
                    <a16:creationId xmlns:a16="http://schemas.microsoft.com/office/drawing/2014/main" id="{37B5AFE8-F2A6-4B35-9034-A165F760F4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4900" y="3255963"/>
                <a:ext cx="738188" cy="871538"/>
              </a:xfrm>
              <a:custGeom>
                <a:avLst/>
                <a:gdLst>
                  <a:gd name="T0" fmla="*/ 3 w 196"/>
                  <a:gd name="T1" fmla="*/ 0 h 231"/>
                  <a:gd name="T2" fmla="*/ 3 w 196"/>
                  <a:gd name="T3" fmla="*/ 0 h 231"/>
                  <a:gd name="T4" fmla="*/ 0 w 196"/>
                  <a:gd name="T5" fmla="*/ 7 h 231"/>
                  <a:gd name="T6" fmla="*/ 97 w 196"/>
                  <a:gd name="T7" fmla="*/ 60 h 231"/>
                  <a:gd name="T8" fmla="*/ 10 w 196"/>
                  <a:gd name="T9" fmla="*/ 231 h 231"/>
                  <a:gd name="T10" fmla="*/ 39 w 196"/>
                  <a:gd name="T11" fmla="*/ 231 h 231"/>
                  <a:gd name="T12" fmla="*/ 196 w 196"/>
                  <a:gd name="T13" fmla="*/ 24 h 231"/>
                  <a:gd name="T14" fmla="*/ 152 w 196"/>
                  <a:gd name="T15" fmla="*/ 18 h 231"/>
                  <a:gd name="T16" fmla="*/ 150 w 196"/>
                  <a:gd name="T17" fmla="*/ 18 h 231"/>
                  <a:gd name="T18" fmla="*/ 122 w 196"/>
                  <a:gd name="T19" fmla="*/ 15 h 231"/>
                  <a:gd name="T20" fmla="*/ 3 w 196"/>
                  <a:gd name="T21" fmla="*/ 0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6" h="231">
                    <a:moveTo>
                      <a:pt x="3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0" y="15"/>
                      <a:pt x="88" y="33"/>
                      <a:pt x="97" y="60"/>
                    </a:cubicBezTo>
                    <a:cubicBezTo>
                      <a:pt x="106" y="89"/>
                      <a:pt x="39" y="190"/>
                      <a:pt x="10" y="231"/>
                    </a:cubicBezTo>
                    <a:cubicBezTo>
                      <a:pt x="39" y="231"/>
                      <a:pt x="39" y="231"/>
                      <a:pt x="39" y="231"/>
                    </a:cubicBezTo>
                    <a:cubicBezTo>
                      <a:pt x="196" y="24"/>
                      <a:pt x="196" y="24"/>
                      <a:pt x="196" y="24"/>
                    </a:cubicBezTo>
                    <a:cubicBezTo>
                      <a:pt x="152" y="18"/>
                      <a:pt x="152" y="18"/>
                      <a:pt x="152" y="18"/>
                    </a:cubicBezTo>
                    <a:cubicBezTo>
                      <a:pt x="150" y="18"/>
                      <a:pt x="150" y="18"/>
                      <a:pt x="150" y="18"/>
                    </a:cubicBezTo>
                    <a:cubicBezTo>
                      <a:pt x="122" y="15"/>
                      <a:pt x="122" y="15"/>
                      <a:pt x="122" y="15"/>
                    </a:cubicBezTo>
                    <a:cubicBezTo>
                      <a:pt x="3" y="0"/>
                      <a:pt x="3" y="0"/>
                      <a:pt x="3" y="0"/>
                    </a:cubicBezTo>
                  </a:path>
                </a:pathLst>
              </a:custGeom>
              <a:solidFill>
                <a:srgbClr val="272C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1" name="Freeform 241">
                <a:extLst>
                  <a:ext uri="{FF2B5EF4-FFF2-40B4-BE49-F238E27FC236}">
                    <a16:creationId xmlns:a16="http://schemas.microsoft.com/office/drawing/2014/main" id="{069CD8B8-C225-4C8D-AD70-4D3579F93E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5475" y="3217863"/>
                <a:ext cx="1217613" cy="909638"/>
              </a:xfrm>
              <a:custGeom>
                <a:avLst/>
                <a:gdLst>
                  <a:gd name="T0" fmla="*/ 292 w 767"/>
                  <a:gd name="T1" fmla="*/ 0 h 573"/>
                  <a:gd name="T2" fmla="*/ 0 w 767"/>
                  <a:gd name="T3" fmla="*/ 563 h 573"/>
                  <a:gd name="T4" fmla="*/ 21 w 767"/>
                  <a:gd name="T5" fmla="*/ 573 h 573"/>
                  <a:gd name="T6" fmla="*/ 309 w 767"/>
                  <a:gd name="T7" fmla="*/ 24 h 573"/>
                  <a:gd name="T8" fmla="*/ 767 w 767"/>
                  <a:gd name="T9" fmla="*/ 81 h 573"/>
                  <a:gd name="T10" fmla="*/ 741 w 767"/>
                  <a:gd name="T11" fmla="*/ 59 h 573"/>
                  <a:gd name="T12" fmla="*/ 292 w 767"/>
                  <a:gd name="T13" fmla="*/ 0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67" h="573">
                    <a:moveTo>
                      <a:pt x="292" y="0"/>
                    </a:moveTo>
                    <a:lnTo>
                      <a:pt x="0" y="563"/>
                    </a:lnTo>
                    <a:lnTo>
                      <a:pt x="21" y="573"/>
                    </a:lnTo>
                    <a:lnTo>
                      <a:pt x="309" y="24"/>
                    </a:lnTo>
                    <a:lnTo>
                      <a:pt x="767" y="81"/>
                    </a:lnTo>
                    <a:lnTo>
                      <a:pt x="741" y="59"/>
                    </a:lnTo>
                    <a:lnTo>
                      <a:pt x="292" y="0"/>
                    </a:lnTo>
                    <a:close/>
                  </a:path>
                </a:pathLst>
              </a:custGeom>
              <a:solidFill>
                <a:srgbClr val="374E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3" name="Freeform 263">
                <a:extLst>
                  <a:ext uri="{FF2B5EF4-FFF2-40B4-BE49-F238E27FC236}">
                    <a16:creationId xmlns:a16="http://schemas.microsoft.com/office/drawing/2014/main" id="{8BFE7E85-E0B1-4FD1-B4AC-BA8B190907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4875" y="3802063"/>
                <a:ext cx="584200" cy="434975"/>
              </a:xfrm>
              <a:custGeom>
                <a:avLst/>
                <a:gdLst>
                  <a:gd name="T0" fmla="*/ 14 w 155"/>
                  <a:gd name="T1" fmla="*/ 6 h 115"/>
                  <a:gd name="T2" fmla="*/ 64 w 155"/>
                  <a:gd name="T3" fmla="*/ 33 h 115"/>
                  <a:gd name="T4" fmla="*/ 64 w 155"/>
                  <a:gd name="T5" fmla="*/ 32 h 115"/>
                  <a:gd name="T6" fmla="*/ 27 w 155"/>
                  <a:gd name="T7" fmla="*/ 2 h 115"/>
                  <a:gd name="T8" fmla="*/ 100 w 155"/>
                  <a:gd name="T9" fmla="*/ 28 h 115"/>
                  <a:gd name="T10" fmla="*/ 115 w 155"/>
                  <a:gd name="T11" fmla="*/ 35 h 115"/>
                  <a:gd name="T12" fmla="*/ 107 w 155"/>
                  <a:gd name="T13" fmla="*/ 3 h 115"/>
                  <a:gd name="T14" fmla="*/ 148 w 155"/>
                  <a:gd name="T15" fmla="*/ 56 h 115"/>
                  <a:gd name="T16" fmla="*/ 153 w 155"/>
                  <a:gd name="T17" fmla="*/ 80 h 115"/>
                  <a:gd name="T18" fmla="*/ 124 w 155"/>
                  <a:gd name="T19" fmla="*/ 111 h 115"/>
                  <a:gd name="T20" fmla="*/ 58 w 155"/>
                  <a:gd name="T21" fmla="*/ 84 h 115"/>
                  <a:gd name="T22" fmla="*/ 8 w 155"/>
                  <a:gd name="T23" fmla="*/ 22 h 115"/>
                  <a:gd name="T24" fmla="*/ 54 w 155"/>
                  <a:gd name="T25" fmla="*/ 57 h 115"/>
                  <a:gd name="T26" fmla="*/ 10 w 155"/>
                  <a:gd name="T27" fmla="*/ 18 h 115"/>
                  <a:gd name="T28" fmla="*/ 60 w 155"/>
                  <a:gd name="T29" fmla="*/ 45 h 115"/>
                  <a:gd name="T30" fmla="*/ 14 w 155"/>
                  <a:gd name="T31" fmla="*/ 6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55" h="115">
                    <a:moveTo>
                      <a:pt x="14" y="6"/>
                    </a:moveTo>
                    <a:cubicBezTo>
                      <a:pt x="18" y="4"/>
                      <a:pt x="47" y="22"/>
                      <a:pt x="64" y="33"/>
                    </a:cubicBezTo>
                    <a:cubicBezTo>
                      <a:pt x="64" y="32"/>
                      <a:pt x="64" y="32"/>
                      <a:pt x="64" y="32"/>
                    </a:cubicBezTo>
                    <a:cubicBezTo>
                      <a:pt x="48" y="20"/>
                      <a:pt x="20" y="6"/>
                      <a:pt x="27" y="2"/>
                    </a:cubicBezTo>
                    <a:cubicBezTo>
                      <a:pt x="30" y="0"/>
                      <a:pt x="100" y="28"/>
                      <a:pt x="100" y="28"/>
                    </a:cubicBezTo>
                    <a:cubicBezTo>
                      <a:pt x="107" y="32"/>
                      <a:pt x="108" y="32"/>
                      <a:pt x="115" y="35"/>
                    </a:cubicBezTo>
                    <a:cubicBezTo>
                      <a:pt x="113" y="31"/>
                      <a:pt x="95" y="1"/>
                      <a:pt x="107" y="3"/>
                    </a:cubicBezTo>
                    <a:cubicBezTo>
                      <a:pt x="148" y="56"/>
                      <a:pt x="148" y="56"/>
                      <a:pt x="148" y="56"/>
                    </a:cubicBezTo>
                    <a:cubicBezTo>
                      <a:pt x="155" y="67"/>
                      <a:pt x="155" y="74"/>
                      <a:pt x="153" y="80"/>
                    </a:cubicBezTo>
                    <a:cubicBezTo>
                      <a:pt x="151" y="88"/>
                      <a:pt x="141" y="107"/>
                      <a:pt x="124" y="111"/>
                    </a:cubicBezTo>
                    <a:cubicBezTo>
                      <a:pt x="108" y="115"/>
                      <a:pt x="64" y="90"/>
                      <a:pt x="58" y="84"/>
                    </a:cubicBezTo>
                    <a:cubicBezTo>
                      <a:pt x="50" y="78"/>
                      <a:pt x="0" y="34"/>
                      <a:pt x="8" y="22"/>
                    </a:cubicBezTo>
                    <a:cubicBezTo>
                      <a:pt x="8" y="22"/>
                      <a:pt x="50" y="62"/>
                      <a:pt x="54" y="57"/>
                    </a:cubicBezTo>
                    <a:cubicBezTo>
                      <a:pt x="55" y="56"/>
                      <a:pt x="13" y="29"/>
                      <a:pt x="10" y="18"/>
                    </a:cubicBezTo>
                    <a:cubicBezTo>
                      <a:pt x="8" y="10"/>
                      <a:pt x="44" y="34"/>
                      <a:pt x="60" y="45"/>
                    </a:cubicBezTo>
                    <a:cubicBezTo>
                      <a:pt x="46" y="34"/>
                      <a:pt x="12" y="8"/>
                      <a:pt x="14" y="6"/>
                    </a:cubicBezTo>
                    <a:close/>
                  </a:path>
                </a:pathLst>
              </a:custGeom>
              <a:solidFill>
                <a:srgbClr val="F3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C2839D3-00B5-FFC4-6AE9-0DD88E2F1AE0}"/>
              </a:ext>
            </a:extLst>
          </p:cNvPr>
          <p:cNvSpPr txBox="1"/>
          <p:nvPr/>
        </p:nvSpPr>
        <p:spPr>
          <a:xfrm>
            <a:off x="6630100" y="2025059"/>
            <a:ext cx="546025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Multilingual Chatbot Support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diverse users.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Wearable Health Devices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AI-driven Personalized Healthcare Recommendations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 Development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improved accessibility.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Specialized Telemedicine Services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mental health, cardiology).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1D02F2-94D3-C67A-5AD8-8DD812F7B88D}"/>
              </a:ext>
            </a:extLst>
          </p:cNvPr>
          <p:cNvSpPr txBox="1"/>
          <p:nvPr/>
        </p:nvSpPr>
        <p:spPr>
          <a:xfrm>
            <a:off x="2631449" y="455872"/>
            <a:ext cx="61094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Future Enhancements</a:t>
            </a:r>
          </a:p>
        </p:txBody>
      </p:sp>
    </p:spTree>
    <p:extLst>
      <p:ext uri="{BB962C8B-B14F-4D97-AF65-F5344CB8AC3E}">
        <p14:creationId xmlns:p14="http://schemas.microsoft.com/office/powerpoint/2010/main" val="2718757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02F973-EB4E-C46D-5237-F8F302601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376" y="492667"/>
            <a:ext cx="5488361" cy="56212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99F5A4-E1C0-0C29-3EFA-5579E1DEB6FF}"/>
              </a:ext>
            </a:extLst>
          </p:cNvPr>
          <p:cNvSpPr txBox="1"/>
          <p:nvPr/>
        </p:nvSpPr>
        <p:spPr>
          <a:xfrm>
            <a:off x="215152" y="2398531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Subscription-Based Model</a:t>
            </a:r>
            <a:r>
              <a:rPr lang="en-IN" sz="2400" dirty="0"/>
              <a:t> for premium services.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 </a:t>
            </a:r>
            <a:r>
              <a:rPr lang="en-IN" sz="2400" b="1" dirty="0"/>
              <a:t>Partnerships with Hospitals &amp; Clinics</a:t>
            </a:r>
            <a:r>
              <a:rPr lang="en-IN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Ad-Supported Free Model</a:t>
            </a:r>
            <a:r>
              <a:rPr lang="en-IN" sz="2400" dirty="0"/>
              <a:t> for wider accessibility.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Enterprise Licensing for Large Healthcare Organizations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A98941-3B23-378E-7DEC-CCAE78E91903}"/>
              </a:ext>
            </a:extLst>
          </p:cNvPr>
          <p:cNvSpPr txBox="1"/>
          <p:nvPr/>
        </p:nvSpPr>
        <p:spPr>
          <a:xfrm>
            <a:off x="2438400" y="420904"/>
            <a:ext cx="75213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  Business Model &amp; Monetization</a:t>
            </a:r>
          </a:p>
        </p:txBody>
      </p:sp>
    </p:spTree>
    <p:extLst>
      <p:ext uri="{BB962C8B-B14F-4D97-AF65-F5344CB8AC3E}">
        <p14:creationId xmlns:p14="http://schemas.microsoft.com/office/powerpoint/2010/main" val="2711860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36C9FD-2F34-2CD5-E7D6-8B09A5151D51}"/>
              </a:ext>
            </a:extLst>
          </p:cNvPr>
          <p:cNvSpPr txBox="1"/>
          <p:nvPr/>
        </p:nvSpPr>
        <p:spPr>
          <a:xfrm>
            <a:off x="6024283" y="2212085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✔️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Ayu-Care revolutionizes digital healthcare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bridging the gap between doctors and patients.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✔️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accessibility, efficiency, and predictive care.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✔️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 secure, scalable, and user-friendly telemedicine experience.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✔️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plans include AI-driven insights and expanded healthcare services.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6C2425-59F2-95A8-E024-1EA90F33F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61999"/>
            <a:ext cx="5764306" cy="62304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32C59F-7675-DE82-EA60-624032C11BEC}"/>
              </a:ext>
            </a:extLst>
          </p:cNvPr>
          <p:cNvSpPr txBox="1"/>
          <p:nvPr/>
        </p:nvSpPr>
        <p:spPr>
          <a:xfrm>
            <a:off x="3991536" y="365425"/>
            <a:ext cx="61363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Conclusion</a:t>
            </a:r>
          </a:p>
        </p:txBody>
      </p:sp>
    </p:spTree>
    <p:extLst>
      <p:ext uri="{BB962C8B-B14F-4D97-AF65-F5344CB8AC3E}">
        <p14:creationId xmlns:p14="http://schemas.microsoft.com/office/powerpoint/2010/main" val="2749721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C8AAF37-4837-4E1D-8AEB-5E6E34F10ACF}"/>
              </a:ext>
            </a:extLst>
          </p:cNvPr>
          <p:cNvSpPr/>
          <p:nvPr/>
        </p:nvSpPr>
        <p:spPr>
          <a:xfrm>
            <a:off x="6209174" y="-12700"/>
            <a:ext cx="5995525" cy="6883725"/>
          </a:xfrm>
          <a:custGeom>
            <a:avLst/>
            <a:gdLst>
              <a:gd name="connsiteX0" fmla="*/ 3873500 w 3873500"/>
              <a:gd name="connsiteY0" fmla="*/ 38100 h 6985000"/>
              <a:gd name="connsiteX1" fmla="*/ 3848100 w 3873500"/>
              <a:gd name="connsiteY1" fmla="*/ 6985000 h 6985000"/>
              <a:gd name="connsiteX2" fmla="*/ 0 w 3873500"/>
              <a:gd name="connsiteY2" fmla="*/ 6921500 h 6985000"/>
              <a:gd name="connsiteX3" fmla="*/ 495300 w 3873500"/>
              <a:gd name="connsiteY3" fmla="*/ 0 h 6985000"/>
              <a:gd name="connsiteX4" fmla="*/ 3873500 w 3873500"/>
              <a:gd name="connsiteY4" fmla="*/ 38100 h 6985000"/>
              <a:gd name="connsiteX0" fmla="*/ 5365916 w 5365916"/>
              <a:gd name="connsiteY0" fmla="*/ 38100 h 6985000"/>
              <a:gd name="connsiteX1" fmla="*/ 5340516 w 5365916"/>
              <a:gd name="connsiteY1" fmla="*/ 6985000 h 6985000"/>
              <a:gd name="connsiteX2" fmla="*/ 1492416 w 5365916"/>
              <a:gd name="connsiteY2" fmla="*/ 6921500 h 6985000"/>
              <a:gd name="connsiteX3" fmla="*/ 1987716 w 5365916"/>
              <a:gd name="connsiteY3" fmla="*/ 0 h 6985000"/>
              <a:gd name="connsiteX4" fmla="*/ 5365916 w 5365916"/>
              <a:gd name="connsiteY4" fmla="*/ 38100 h 6985000"/>
              <a:gd name="connsiteX0" fmla="*/ 5979740 w 5979740"/>
              <a:gd name="connsiteY0" fmla="*/ 38100 h 6985000"/>
              <a:gd name="connsiteX1" fmla="*/ 5954340 w 5979740"/>
              <a:gd name="connsiteY1" fmla="*/ 6985000 h 6985000"/>
              <a:gd name="connsiteX2" fmla="*/ 2106240 w 5979740"/>
              <a:gd name="connsiteY2" fmla="*/ 6921500 h 6985000"/>
              <a:gd name="connsiteX3" fmla="*/ 2601540 w 5979740"/>
              <a:gd name="connsiteY3" fmla="*/ 0 h 6985000"/>
              <a:gd name="connsiteX4" fmla="*/ 5979740 w 5979740"/>
              <a:gd name="connsiteY4" fmla="*/ 38100 h 6985000"/>
              <a:gd name="connsiteX0" fmla="*/ 5979740 w 5979740"/>
              <a:gd name="connsiteY0" fmla="*/ 38100 h 6985000"/>
              <a:gd name="connsiteX1" fmla="*/ 5954340 w 5979740"/>
              <a:gd name="connsiteY1" fmla="*/ 6985000 h 6985000"/>
              <a:gd name="connsiteX2" fmla="*/ 2106240 w 5979740"/>
              <a:gd name="connsiteY2" fmla="*/ 6959600 h 6985000"/>
              <a:gd name="connsiteX3" fmla="*/ 2601540 w 5979740"/>
              <a:gd name="connsiteY3" fmla="*/ 0 h 6985000"/>
              <a:gd name="connsiteX4" fmla="*/ 5979740 w 5979740"/>
              <a:gd name="connsiteY4" fmla="*/ 38100 h 6985000"/>
              <a:gd name="connsiteX0" fmla="*/ 5988233 w 5988233"/>
              <a:gd name="connsiteY0" fmla="*/ 38100 h 6985000"/>
              <a:gd name="connsiteX1" fmla="*/ 5962833 w 5988233"/>
              <a:gd name="connsiteY1" fmla="*/ 6985000 h 6985000"/>
              <a:gd name="connsiteX2" fmla="*/ 2114733 w 5988233"/>
              <a:gd name="connsiteY2" fmla="*/ 6959600 h 6985000"/>
              <a:gd name="connsiteX3" fmla="*/ 2610033 w 5988233"/>
              <a:gd name="connsiteY3" fmla="*/ 0 h 6985000"/>
              <a:gd name="connsiteX4" fmla="*/ 5988233 w 5988233"/>
              <a:gd name="connsiteY4" fmla="*/ 38100 h 6985000"/>
              <a:gd name="connsiteX0" fmla="*/ 5995525 w 5995525"/>
              <a:gd name="connsiteY0" fmla="*/ 0 h 6946900"/>
              <a:gd name="connsiteX1" fmla="*/ 5970125 w 5995525"/>
              <a:gd name="connsiteY1" fmla="*/ 6946900 h 6946900"/>
              <a:gd name="connsiteX2" fmla="*/ 2122025 w 5995525"/>
              <a:gd name="connsiteY2" fmla="*/ 6921500 h 6946900"/>
              <a:gd name="connsiteX3" fmla="*/ 2604625 w 5995525"/>
              <a:gd name="connsiteY3" fmla="*/ 25400 h 6946900"/>
              <a:gd name="connsiteX4" fmla="*/ 5995525 w 5995525"/>
              <a:gd name="connsiteY4" fmla="*/ 0 h 6946900"/>
              <a:gd name="connsiteX0" fmla="*/ 5995525 w 5995525"/>
              <a:gd name="connsiteY0" fmla="*/ 12700 h 6959600"/>
              <a:gd name="connsiteX1" fmla="*/ 5970125 w 5995525"/>
              <a:gd name="connsiteY1" fmla="*/ 6959600 h 6959600"/>
              <a:gd name="connsiteX2" fmla="*/ 2122025 w 5995525"/>
              <a:gd name="connsiteY2" fmla="*/ 6934200 h 6959600"/>
              <a:gd name="connsiteX3" fmla="*/ 2604625 w 5995525"/>
              <a:gd name="connsiteY3" fmla="*/ 0 h 6959600"/>
              <a:gd name="connsiteX4" fmla="*/ 5995525 w 5995525"/>
              <a:gd name="connsiteY4" fmla="*/ 12700 h 6959600"/>
              <a:gd name="connsiteX0" fmla="*/ 5995525 w 5995525"/>
              <a:gd name="connsiteY0" fmla="*/ 12700 h 6972794"/>
              <a:gd name="connsiteX1" fmla="*/ 5970125 w 5995525"/>
              <a:gd name="connsiteY1" fmla="*/ 6959600 h 6972794"/>
              <a:gd name="connsiteX2" fmla="*/ 2122025 w 5995525"/>
              <a:gd name="connsiteY2" fmla="*/ 6972794 h 6972794"/>
              <a:gd name="connsiteX3" fmla="*/ 2604625 w 5995525"/>
              <a:gd name="connsiteY3" fmla="*/ 0 h 6972794"/>
              <a:gd name="connsiteX4" fmla="*/ 5995525 w 5995525"/>
              <a:gd name="connsiteY4" fmla="*/ 12700 h 697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95525" h="6972794">
                <a:moveTo>
                  <a:pt x="5995525" y="12700"/>
                </a:moveTo>
                <a:cubicBezTo>
                  <a:pt x="5987058" y="2328333"/>
                  <a:pt x="5978592" y="4643967"/>
                  <a:pt x="5970125" y="6959600"/>
                </a:cubicBezTo>
                <a:lnTo>
                  <a:pt x="2122025" y="6972794"/>
                </a:lnTo>
                <a:cubicBezTo>
                  <a:pt x="140825" y="6138827"/>
                  <a:pt x="-1649875" y="2269067"/>
                  <a:pt x="2604625" y="0"/>
                </a:cubicBezTo>
                <a:lnTo>
                  <a:pt x="5995525" y="127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4646FC2-C5E3-456B-9DE5-B7334F38EC39}"/>
              </a:ext>
            </a:extLst>
          </p:cNvPr>
          <p:cNvSpPr/>
          <p:nvPr/>
        </p:nvSpPr>
        <p:spPr>
          <a:xfrm>
            <a:off x="0" y="-25400"/>
            <a:ext cx="4419600" cy="1435100"/>
          </a:xfrm>
          <a:custGeom>
            <a:avLst/>
            <a:gdLst>
              <a:gd name="connsiteX0" fmla="*/ 0 w 4419600"/>
              <a:gd name="connsiteY0" fmla="*/ 0 h 1435100"/>
              <a:gd name="connsiteX1" fmla="*/ 12700 w 4419600"/>
              <a:gd name="connsiteY1" fmla="*/ 1435100 h 1435100"/>
              <a:gd name="connsiteX2" fmla="*/ 4419600 w 4419600"/>
              <a:gd name="connsiteY2" fmla="*/ 25400 h 1435100"/>
              <a:gd name="connsiteX3" fmla="*/ 0 w 4419600"/>
              <a:gd name="connsiteY3" fmla="*/ 0 h 1435100"/>
              <a:gd name="connsiteX0" fmla="*/ 0 w 4419600"/>
              <a:gd name="connsiteY0" fmla="*/ 0 h 1435100"/>
              <a:gd name="connsiteX1" fmla="*/ 12700 w 4419600"/>
              <a:gd name="connsiteY1" fmla="*/ 1435100 h 1435100"/>
              <a:gd name="connsiteX2" fmla="*/ 4419600 w 4419600"/>
              <a:gd name="connsiteY2" fmla="*/ 25400 h 1435100"/>
              <a:gd name="connsiteX3" fmla="*/ 0 w 4419600"/>
              <a:gd name="connsiteY3" fmla="*/ 0 h 1435100"/>
              <a:gd name="connsiteX0" fmla="*/ 0 w 4419600"/>
              <a:gd name="connsiteY0" fmla="*/ 0 h 1435100"/>
              <a:gd name="connsiteX1" fmla="*/ 12700 w 4419600"/>
              <a:gd name="connsiteY1" fmla="*/ 1435100 h 1435100"/>
              <a:gd name="connsiteX2" fmla="*/ 4419600 w 4419600"/>
              <a:gd name="connsiteY2" fmla="*/ 25400 h 1435100"/>
              <a:gd name="connsiteX3" fmla="*/ 0 w 4419600"/>
              <a:gd name="connsiteY3" fmla="*/ 0 h 1435100"/>
              <a:gd name="connsiteX0" fmla="*/ 0 w 4419600"/>
              <a:gd name="connsiteY0" fmla="*/ 0 h 1435100"/>
              <a:gd name="connsiteX1" fmla="*/ 12700 w 4419600"/>
              <a:gd name="connsiteY1" fmla="*/ 1435100 h 1435100"/>
              <a:gd name="connsiteX2" fmla="*/ 4419600 w 4419600"/>
              <a:gd name="connsiteY2" fmla="*/ 25400 h 1435100"/>
              <a:gd name="connsiteX3" fmla="*/ 0 w 4419600"/>
              <a:gd name="connsiteY3" fmla="*/ 0 h 1435100"/>
              <a:gd name="connsiteX0" fmla="*/ 0 w 4419600"/>
              <a:gd name="connsiteY0" fmla="*/ 0 h 1435100"/>
              <a:gd name="connsiteX1" fmla="*/ 12700 w 4419600"/>
              <a:gd name="connsiteY1" fmla="*/ 1435100 h 1435100"/>
              <a:gd name="connsiteX2" fmla="*/ 4419600 w 4419600"/>
              <a:gd name="connsiteY2" fmla="*/ 25400 h 1435100"/>
              <a:gd name="connsiteX3" fmla="*/ 0 w 4419600"/>
              <a:gd name="connsiteY3" fmla="*/ 0 h 1435100"/>
              <a:gd name="connsiteX0" fmla="*/ 0 w 4419600"/>
              <a:gd name="connsiteY0" fmla="*/ 0 h 1435100"/>
              <a:gd name="connsiteX1" fmla="*/ 12700 w 4419600"/>
              <a:gd name="connsiteY1" fmla="*/ 1435100 h 1435100"/>
              <a:gd name="connsiteX2" fmla="*/ 4419600 w 4419600"/>
              <a:gd name="connsiteY2" fmla="*/ 25400 h 1435100"/>
              <a:gd name="connsiteX3" fmla="*/ 0 w 4419600"/>
              <a:gd name="connsiteY3" fmla="*/ 0 h 1435100"/>
              <a:gd name="connsiteX0" fmla="*/ 0 w 4466965"/>
              <a:gd name="connsiteY0" fmla="*/ 0 h 1533302"/>
              <a:gd name="connsiteX1" fmla="*/ 12700 w 4466965"/>
              <a:gd name="connsiteY1" fmla="*/ 1435100 h 1533302"/>
              <a:gd name="connsiteX2" fmla="*/ 2197100 w 4466965"/>
              <a:gd name="connsiteY2" fmla="*/ 1254125 h 1533302"/>
              <a:gd name="connsiteX3" fmla="*/ 4419600 w 4466965"/>
              <a:gd name="connsiteY3" fmla="*/ 25400 h 1533302"/>
              <a:gd name="connsiteX4" fmla="*/ 0 w 4466965"/>
              <a:gd name="connsiteY4" fmla="*/ 0 h 1533302"/>
              <a:gd name="connsiteX0" fmla="*/ 0 w 4466965"/>
              <a:gd name="connsiteY0" fmla="*/ 0 h 1467252"/>
              <a:gd name="connsiteX1" fmla="*/ 12700 w 4466965"/>
              <a:gd name="connsiteY1" fmla="*/ 1435100 h 1467252"/>
              <a:gd name="connsiteX2" fmla="*/ 2197100 w 4466965"/>
              <a:gd name="connsiteY2" fmla="*/ 1254125 h 1467252"/>
              <a:gd name="connsiteX3" fmla="*/ 4419600 w 4466965"/>
              <a:gd name="connsiteY3" fmla="*/ 25400 h 1467252"/>
              <a:gd name="connsiteX4" fmla="*/ 0 w 4466965"/>
              <a:gd name="connsiteY4" fmla="*/ 0 h 1467252"/>
              <a:gd name="connsiteX0" fmla="*/ 0 w 4466965"/>
              <a:gd name="connsiteY0" fmla="*/ 0 h 1435100"/>
              <a:gd name="connsiteX1" fmla="*/ 12700 w 4466965"/>
              <a:gd name="connsiteY1" fmla="*/ 1435100 h 1435100"/>
              <a:gd name="connsiteX2" fmla="*/ 2197100 w 4466965"/>
              <a:gd name="connsiteY2" fmla="*/ 1254125 h 1435100"/>
              <a:gd name="connsiteX3" fmla="*/ 4419600 w 4466965"/>
              <a:gd name="connsiteY3" fmla="*/ 25400 h 1435100"/>
              <a:gd name="connsiteX4" fmla="*/ 0 w 4466965"/>
              <a:gd name="connsiteY4" fmla="*/ 0 h 1435100"/>
              <a:gd name="connsiteX0" fmla="*/ 0 w 4471631"/>
              <a:gd name="connsiteY0" fmla="*/ 0 h 1435100"/>
              <a:gd name="connsiteX1" fmla="*/ 12700 w 4471631"/>
              <a:gd name="connsiteY1" fmla="*/ 1435100 h 1435100"/>
              <a:gd name="connsiteX2" fmla="*/ 2197100 w 4471631"/>
              <a:gd name="connsiteY2" fmla="*/ 1254125 h 1435100"/>
              <a:gd name="connsiteX3" fmla="*/ 4419600 w 4471631"/>
              <a:gd name="connsiteY3" fmla="*/ 25400 h 1435100"/>
              <a:gd name="connsiteX4" fmla="*/ 0 w 4471631"/>
              <a:gd name="connsiteY4" fmla="*/ 0 h 1435100"/>
              <a:gd name="connsiteX0" fmla="*/ 0 w 4419600"/>
              <a:gd name="connsiteY0" fmla="*/ 0 h 1435100"/>
              <a:gd name="connsiteX1" fmla="*/ 12700 w 4419600"/>
              <a:gd name="connsiteY1" fmla="*/ 1435100 h 1435100"/>
              <a:gd name="connsiteX2" fmla="*/ 2197100 w 4419600"/>
              <a:gd name="connsiteY2" fmla="*/ 1254125 h 1435100"/>
              <a:gd name="connsiteX3" fmla="*/ 4419600 w 4419600"/>
              <a:gd name="connsiteY3" fmla="*/ 25400 h 1435100"/>
              <a:gd name="connsiteX4" fmla="*/ 0 w 4419600"/>
              <a:gd name="connsiteY4" fmla="*/ 0 h 1435100"/>
              <a:gd name="connsiteX0" fmla="*/ 0 w 4419600"/>
              <a:gd name="connsiteY0" fmla="*/ 0 h 1435100"/>
              <a:gd name="connsiteX1" fmla="*/ 12700 w 4419600"/>
              <a:gd name="connsiteY1" fmla="*/ 1435100 h 1435100"/>
              <a:gd name="connsiteX2" fmla="*/ 2197100 w 4419600"/>
              <a:gd name="connsiteY2" fmla="*/ 1254125 h 1435100"/>
              <a:gd name="connsiteX3" fmla="*/ 4419600 w 4419600"/>
              <a:gd name="connsiteY3" fmla="*/ 25400 h 1435100"/>
              <a:gd name="connsiteX4" fmla="*/ 0 w 4419600"/>
              <a:gd name="connsiteY4" fmla="*/ 0 h 1435100"/>
              <a:gd name="connsiteX0" fmla="*/ 0 w 4419600"/>
              <a:gd name="connsiteY0" fmla="*/ 0 h 1435100"/>
              <a:gd name="connsiteX1" fmla="*/ 12700 w 4419600"/>
              <a:gd name="connsiteY1" fmla="*/ 1435100 h 1435100"/>
              <a:gd name="connsiteX2" fmla="*/ 2197100 w 4419600"/>
              <a:gd name="connsiteY2" fmla="*/ 1254125 h 1435100"/>
              <a:gd name="connsiteX3" fmla="*/ 4419600 w 4419600"/>
              <a:gd name="connsiteY3" fmla="*/ 25400 h 1435100"/>
              <a:gd name="connsiteX4" fmla="*/ 0 w 4419600"/>
              <a:gd name="connsiteY4" fmla="*/ 0 h 1435100"/>
              <a:gd name="connsiteX0" fmla="*/ 0 w 4419600"/>
              <a:gd name="connsiteY0" fmla="*/ 0 h 1435100"/>
              <a:gd name="connsiteX1" fmla="*/ 12700 w 4419600"/>
              <a:gd name="connsiteY1" fmla="*/ 1435100 h 1435100"/>
              <a:gd name="connsiteX2" fmla="*/ 2197100 w 4419600"/>
              <a:gd name="connsiteY2" fmla="*/ 1254125 h 1435100"/>
              <a:gd name="connsiteX3" fmla="*/ 4419600 w 4419600"/>
              <a:gd name="connsiteY3" fmla="*/ 25400 h 1435100"/>
              <a:gd name="connsiteX4" fmla="*/ 0 w 4419600"/>
              <a:gd name="connsiteY4" fmla="*/ 0 h 1435100"/>
              <a:gd name="connsiteX0" fmla="*/ 0 w 4419600"/>
              <a:gd name="connsiteY0" fmla="*/ 0 h 1435100"/>
              <a:gd name="connsiteX1" fmla="*/ 12700 w 4419600"/>
              <a:gd name="connsiteY1" fmla="*/ 1435100 h 1435100"/>
              <a:gd name="connsiteX2" fmla="*/ 2197100 w 4419600"/>
              <a:gd name="connsiteY2" fmla="*/ 1254125 h 1435100"/>
              <a:gd name="connsiteX3" fmla="*/ 4419600 w 4419600"/>
              <a:gd name="connsiteY3" fmla="*/ 25400 h 1435100"/>
              <a:gd name="connsiteX4" fmla="*/ 0 w 4419600"/>
              <a:gd name="connsiteY4" fmla="*/ 0 h 1435100"/>
              <a:gd name="connsiteX0" fmla="*/ 0 w 4419600"/>
              <a:gd name="connsiteY0" fmla="*/ 0 h 1435100"/>
              <a:gd name="connsiteX1" fmla="*/ 12700 w 4419600"/>
              <a:gd name="connsiteY1" fmla="*/ 1435100 h 1435100"/>
              <a:gd name="connsiteX2" fmla="*/ 2197100 w 4419600"/>
              <a:gd name="connsiteY2" fmla="*/ 1254125 h 1435100"/>
              <a:gd name="connsiteX3" fmla="*/ 4419600 w 4419600"/>
              <a:gd name="connsiteY3" fmla="*/ 25400 h 1435100"/>
              <a:gd name="connsiteX4" fmla="*/ 0 w 4419600"/>
              <a:gd name="connsiteY4" fmla="*/ 0 h 1435100"/>
              <a:gd name="connsiteX0" fmla="*/ 0 w 4419600"/>
              <a:gd name="connsiteY0" fmla="*/ 0 h 1435100"/>
              <a:gd name="connsiteX1" fmla="*/ 12700 w 4419600"/>
              <a:gd name="connsiteY1" fmla="*/ 1435100 h 1435100"/>
              <a:gd name="connsiteX2" fmla="*/ 2197100 w 4419600"/>
              <a:gd name="connsiteY2" fmla="*/ 1254125 h 1435100"/>
              <a:gd name="connsiteX3" fmla="*/ 4419600 w 4419600"/>
              <a:gd name="connsiteY3" fmla="*/ 25400 h 1435100"/>
              <a:gd name="connsiteX4" fmla="*/ 0 w 4419600"/>
              <a:gd name="connsiteY4" fmla="*/ 0 h 1435100"/>
              <a:gd name="connsiteX0" fmla="*/ 0 w 4419600"/>
              <a:gd name="connsiteY0" fmla="*/ 0 h 1435100"/>
              <a:gd name="connsiteX1" fmla="*/ 12700 w 4419600"/>
              <a:gd name="connsiteY1" fmla="*/ 1435100 h 1435100"/>
              <a:gd name="connsiteX2" fmla="*/ 2197100 w 4419600"/>
              <a:gd name="connsiteY2" fmla="*/ 1254125 h 1435100"/>
              <a:gd name="connsiteX3" fmla="*/ 4419600 w 4419600"/>
              <a:gd name="connsiteY3" fmla="*/ 25400 h 1435100"/>
              <a:gd name="connsiteX4" fmla="*/ 0 w 4419600"/>
              <a:gd name="connsiteY4" fmla="*/ 0 h 1435100"/>
              <a:gd name="connsiteX0" fmla="*/ 0 w 4419600"/>
              <a:gd name="connsiteY0" fmla="*/ 0 h 1435100"/>
              <a:gd name="connsiteX1" fmla="*/ 12700 w 4419600"/>
              <a:gd name="connsiteY1" fmla="*/ 1435100 h 1435100"/>
              <a:gd name="connsiteX2" fmla="*/ 2197100 w 4419600"/>
              <a:gd name="connsiteY2" fmla="*/ 1254125 h 1435100"/>
              <a:gd name="connsiteX3" fmla="*/ 4419600 w 4419600"/>
              <a:gd name="connsiteY3" fmla="*/ 25400 h 1435100"/>
              <a:gd name="connsiteX4" fmla="*/ 0 w 4419600"/>
              <a:gd name="connsiteY4" fmla="*/ 0 h 1435100"/>
              <a:gd name="connsiteX0" fmla="*/ 0 w 4419600"/>
              <a:gd name="connsiteY0" fmla="*/ 0 h 1435100"/>
              <a:gd name="connsiteX1" fmla="*/ 12700 w 4419600"/>
              <a:gd name="connsiteY1" fmla="*/ 1435100 h 1435100"/>
              <a:gd name="connsiteX2" fmla="*/ 2197100 w 4419600"/>
              <a:gd name="connsiteY2" fmla="*/ 1254125 h 1435100"/>
              <a:gd name="connsiteX3" fmla="*/ 4419600 w 4419600"/>
              <a:gd name="connsiteY3" fmla="*/ 25400 h 1435100"/>
              <a:gd name="connsiteX4" fmla="*/ 0 w 4419600"/>
              <a:gd name="connsiteY4" fmla="*/ 0 h 1435100"/>
              <a:gd name="connsiteX0" fmla="*/ 0 w 4419600"/>
              <a:gd name="connsiteY0" fmla="*/ 0 h 1435100"/>
              <a:gd name="connsiteX1" fmla="*/ 12700 w 4419600"/>
              <a:gd name="connsiteY1" fmla="*/ 1435100 h 1435100"/>
              <a:gd name="connsiteX2" fmla="*/ 2197100 w 4419600"/>
              <a:gd name="connsiteY2" fmla="*/ 1254125 h 1435100"/>
              <a:gd name="connsiteX3" fmla="*/ 4419600 w 4419600"/>
              <a:gd name="connsiteY3" fmla="*/ 25400 h 1435100"/>
              <a:gd name="connsiteX4" fmla="*/ 0 w 4419600"/>
              <a:gd name="connsiteY4" fmla="*/ 0 h 1435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19600" h="1435100">
                <a:moveTo>
                  <a:pt x="0" y="0"/>
                </a:moveTo>
                <a:lnTo>
                  <a:pt x="12700" y="1435100"/>
                </a:lnTo>
                <a:cubicBezTo>
                  <a:pt x="169333" y="1196446"/>
                  <a:pt x="681567" y="908050"/>
                  <a:pt x="2197100" y="1254125"/>
                </a:cubicBezTo>
                <a:cubicBezTo>
                  <a:pt x="3598333" y="1430020"/>
                  <a:pt x="4271433" y="377296"/>
                  <a:pt x="4419600" y="254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Virtual Care Clinics: “The Next Big Thing in Telemedicine” | Cambia Health  Solutions">
            <a:extLst>
              <a:ext uri="{FF2B5EF4-FFF2-40B4-BE49-F238E27FC236}">
                <a16:creationId xmlns:a16="http://schemas.microsoft.com/office/drawing/2014/main" id="{AEE10C3E-9A43-4C5A-80AF-99A50F083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75C3FF-9DF8-9F7B-F232-17FADE1EFB46}"/>
              </a:ext>
            </a:extLst>
          </p:cNvPr>
          <p:cNvSpPr txBox="1"/>
          <p:nvPr/>
        </p:nvSpPr>
        <p:spPr>
          <a:xfrm>
            <a:off x="95993" y="2096851"/>
            <a:ext cx="610048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 Documentation &amp; Research Papers: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📌 Java Spring Boot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📌 MySQL &amp; WebRTC Technical Guides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📌 IEEE Research Papers on Telemedicine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📌 HIPAA Compliance Guidelines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📌 Scikit-learn &amp; TensorFlow for ML Implementation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3D7506-99DD-37E8-E4DD-7FE305581B31}"/>
              </a:ext>
            </a:extLst>
          </p:cNvPr>
          <p:cNvSpPr txBox="1"/>
          <p:nvPr/>
        </p:nvSpPr>
        <p:spPr>
          <a:xfrm>
            <a:off x="3919818" y="428856"/>
            <a:ext cx="6100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📚 References</a:t>
            </a:r>
          </a:p>
        </p:txBody>
      </p:sp>
    </p:spTree>
    <p:extLst>
      <p:ext uri="{BB962C8B-B14F-4D97-AF65-F5344CB8AC3E}">
        <p14:creationId xmlns:p14="http://schemas.microsoft.com/office/powerpoint/2010/main" val="2941794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42763-30DD-4D52-A03E-AC1D81C81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Freeform 313">
            <a:extLst>
              <a:ext uri="{FF2B5EF4-FFF2-40B4-BE49-F238E27FC236}">
                <a16:creationId xmlns:a16="http://schemas.microsoft.com/office/drawing/2014/main" id="{E4927E78-E624-6B2F-E803-F3958A0025B8}"/>
              </a:ext>
            </a:extLst>
          </p:cNvPr>
          <p:cNvSpPr>
            <a:spLocks/>
          </p:cNvSpPr>
          <p:nvPr/>
        </p:nvSpPr>
        <p:spPr bwMode="auto">
          <a:xfrm flipH="1">
            <a:off x="2109765" y="72174"/>
            <a:ext cx="9951553" cy="6185881"/>
          </a:xfrm>
          <a:custGeom>
            <a:avLst/>
            <a:gdLst>
              <a:gd name="T0" fmla="*/ 410 w 1824"/>
              <a:gd name="T1" fmla="*/ 1219 h 1219"/>
              <a:gd name="T2" fmla="*/ 149 w 1824"/>
              <a:gd name="T3" fmla="*/ 791 h 1219"/>
              <a:gd name="T4" fmla="*/ 324 w 1824"/>
              <a:gd name="T5" fmla="*/ 38 h 1219"/>
              <a:gd name="T6" fmla="*/ 800 w 1824"/>
              <a:gd name="T7" fmla="*/ 159 h 1219"/>
              <a:gd name="T8" fmla="*/ 1336 w 1824"/>
              <a:gd name="T9" fmla="*/ 129 h 1219"/>
              <a:gd name="T10" fmla="*/ 1551 w 1824"/>
              <a:gd name="T11" fmla="*/ 514 h 1219"/>
              <a:gd name="T12" fmla="*/ 1763 w 1824"/>
              <a:gd name="T13" fmla="*/ 804 h 1219"/>
              <a:gd name="T14" fmla="*/ 1613 w 1824"/>
              <a:gd name="T15" fmla="*/ 1218 h 1219"/>
              <a:gd name="T16" fmla="*/ 410 w 1824"/>
              <a:gd name="T17" fmla="*/ 1219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24" h="1219">
                <a:moveTo>
                  <a:pt x="410" y="1219"/>
                </a:moveTo>
                <a:cubicBezTo>
                  <a:pt x="410" y="1219"/>
                  <a:pt x="298" y="1120"/>
                  <a:pt x="149" y="791"/>
                </a:cubicBezTo>
                <a:cubicBezTo>
                  <a:pt x="0" y="462"/>
                  <a:pt x="56" y="75"/>
                  <a:pt x="324" y="38"/>
                </a:cubicBezTo>
                <a:cubicBezTo>
                  <a:pt x="592" y="0"/>
                  <a:pt x="800" y="159"/>
                  <a:pt x="800" y="159"/>
                </a:cubicBezTo>
                <a:cubicBezTo>
                  <a:pt x="800" y="159"/>
                  <a:pt x="1098" y="63"/>
                  <a:pt x="1336" y="129"/>
                </a:cubicBezTo>
                <a:cubicBezTo>
                  <a:pt x="1575" y="194"/>
                  <a:pt x="1551" y="514"/>
                  <a:pt x="1551" y="514"/>
                </a:cubicBezTo>
                <a:cubicBezTo>
                  <a:pt x="1551" y="514"/>
                  <a:pt x="1701" y="602"/>
                  <a:pt x="1763" y="804"/>
                </a:cubicBezTo>
                <a:cubicBezTo>
                  <a:pt x="1824" y="1006"/>
                  <a:pt x="1613" y="1218"/>
                  <a:pt x="1613" y="1218"/>
                </a:cubicBezTo>
                <a:lnTo>
                  <a:pt x="410" y="1219"/>
                </a:lnTo>
                <a:close/>
              </a:path>
            </a:pathLst>
          </a:custGeom>
          <a:solidFill>
            <a:srgbClr val="BAF7FC">
              <a:alpha val="5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normalizeH="0" baseline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latin typeface="Arial" panose="020B0604020202020204" pitchFamily="34" charset="0"/>
            </a:endParaRPr>
          </a:p>
        </p:txBody>
      </p:sp>
      <p:grpSp>
        <p:nvGrpSpPr>
          <p:cNvPr id="1233" name="Group 1232">
            <a:extLst>
              <a:ext uri="{FF2B5EF4-FFF2-40B4-BE49-F238E27FC236}">
                <a16:creationId xmlns:a16="http://schemas.microsoft.com/office/drawing/2014/main" id="{EE6259F2-0A4A-74F4-703C-5B9AE8C28324}"/>
              </a:ext>
            </a:extLst>
          </p:cNvPr>
          <p:cNvGrpSpPr/>
          <p:nvPr/>
        </p:nvGrpSpPr>
        <p:grpSpPr>
          <a:xfrm>
            <a:off x="93270" y="1922716"/>
            <a:ext cx="6431398" cy="4516306"/>
            <a:chOff x="-844791" y="1150937"/>
            <a:chExt cx="6488105" cy="4556127"/>
          </a:xfrm>
        </p:grpSpPr>
        <p:pic>
          <p:nvPicPr>
            <p:cNvPr id="1232" name="Picture 1231">
              <a:extLst>
                <a:ext uri="{FF2B5EF4-FFF2-40B4-BE49-F238E27FC236}">
                  <a16:creationId xmlns:a16="http://schemas.microsoft.com/office/drawing/2014/main" id="{81E736E3-EE23-B406-7869-1F43865D6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844791" y="1150937"/>
              <a:ext cx="6488105" cy="4518908"/>
            </a:xfrm>
            <a:prstGeom prst="rect">
              <a:avLst/>
            </a:prstGeom>
          </p:spPr>
        </p:pic>
        <p:sp>
          <p:nvSpPr>
            <p:cNvPr id="1129" name="Freeform 159">
              <a:extLst>
                <a:ext uri="{FF2B5EF4-FFF2-40B4-BE49-F238E27FC236}">
                  <a16:creationId xmlns:a16="http://schemas.microsoft.com/office/drawing/2014/main" id="{AFE5CA6F-4A68-DD52-8D15-5D23A0E27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0" y="5594351"/>
              <a:ext cx="5383213" cy="109538"/>
            </a:xfrm>
            <a:custGeom>
              <a:avLst/>
              <a:gdLst>
                <a:gd name="T0" fmla="*/ 1414 w 1428"/>
                <a:gd name="T1" fmla="*/ 29 h 29"/>
                <a:gd name="T2" fmla="*/ 14 w 1428"/>
                <a:gd name="T3" fmla="*/ 29 h 29"/>
                <a:gd name="T4" fmla="*/ 0 w 1428"/>
                <a:gd name="T5" fmla="*/ 14 h 29"/>
                <a:gd name="T6" fmla="*/ 14 w 1428"/>
                <a:gd name="T7" fmla="*/ 0 h 29"/>
                <a:gd name="T8" fmla="*/ 1414 w 1428"/>
                <a:gd name="T9" fmla="*/ 0 h 29"/>
                <a:gd name="T10" fmla="*/ 1428 w 1428"/>
                <a:gd name="T11" fmla="*/ 14 h 29"/>
                <a:gd name="T12" fmla="*/ 1414 w 1428"/>
                <a:gd name="T13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28" h="29">
                  <a:moveTo>
                    <a:pt x="1414" y="29"/>
                  </a:moveTo>
                  <a:cubicBezTo>
                    <a:pt x="14" y="29"/>
                    <a:pt x="14" y="29"/>
                    <a:pt x="14" y="29"/>
                  </a:cubicBezTo>
                  <a:cubicBezTo>
                    <a:pt x="6" y="29"/>
                    <a:pt x="0" y="22"/>
                    <a:pt x="0" y="14"/>
                  </a:cubicBezTo>
                  <a:cubicBezTo>
                    <a:pt x="0" y="7"/>
                    <a:pt x="6" y="0"/>
                    <a:pt x="14" y="0"/>
                  </a:cubicBezTo>
                  <a:cubicBezTo>
                    <a:pt x="1414" y="0"/>
                    <a:pt x="1414" y="0"/>
                    <a:pt x="1414" y="0"/>
                  </a:cubicBezTo>
                  <a:cubicBezTo>
                    <a:pt x="1422" y="0"/>
                    <a:pt x="1428" y="7"/>
                    <a:pt x="1428" y="14"/>
                  </a:cubicBezTo>
                  <a:cubicBezTo>
                    <a:pt x="1428" y="22"/>
                    <a:pt x="1422" y="29"/>
                    <a:pt x="1414" y="29"/>
                  </a:cubicBezTo>
                  <a:close/>
                </a:path>
              </a:pathLst>
            </a:custGeom>
            <a:solidFill>
              <a:srgbClr val="08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0" name="Freeform 160">
              <a:extLst>
                <a:ext uri="{FF2B5EF4-FFF2-40B4-BE49-F238E27FC236}">
                  <a16:creationId xmlns:a16="http://schemas.microsoft.com/office/drawing/2014/main" id="{4010501F-B6A8-A6EF-B7F0-2C05DF3D6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175" y="2244726"/>
              <a:ext cx="4000501" cy="2681288"/>
            </a:xfrm>
            <a:custGeom>
              <a:avLst/>
              <a:gdLst>
                <a:gd name="T0" fmla="*/ 1004 w 1061"/>
                <a:gd name="T1" fmla="*/ 711 h 711"/>
                <a:gd name="T2" fmla="*/ 48 w 1061"/>
                <a:gd name="T3" fmla="*/ 711 h 711"/>
                <a:gd name="T4" fmla="*/ 18 w 1061"/>
                <a:gd name="T5" fmla="*/ 683 h 711"/>
                <a:gd name="T6" fmla="*/ 0 w 1061"/>
                <a:gd name="T7" fmla="*/ 28 h 711"/>
                <a:gd name="T8" fmla="*/ 30 w 1061"/>
                <a:gd name="T9" fmla="*/ 0 h 711"/>
                <a:gd name="T10" fmla="*/ 1031 w 1061"/>
                <a:gd name="T11" fmla="*/ 0 h 711"/>
                <a:gd name="T12" fmla="*/ 1061 w 1061"/>
                <a:gd name="T13" fmla="*/ 28 h 711"/>
                <a:gd name="T14" fmla="*/ 1034 w 1061"/>
                <a:gd name="T15" fmla="*/ 683 h 711"/>
                <a:gd name="T16" fmla="*/ 1004 w 1061"/>
                <a:gd name="T17" fmla="*/ 711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1" h="711">
                  <a:moveTo>
                    <a:pt x="1004" y="711"/>
                  </a:moveTo>
                  <a:cubicBezTo>
                    <a:pt x="48" y="711"/>
                    <a:pt x="48" y="711"/>
                    <a:pt x="48" y="711"/>
                  </a:cubicBezTo>
                  <a:cubicBezTo>
                    <a:pt x="31" y="711"/>
                    <a:pt x="18" y="699"/>
                    <a:pt x="18" y="683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1031" y="0"/>
                    <a:pt x="1031" y="0"/>
                    <a:pt x="1031" y="0"/>
                  </a:cubicBezTo>
                  <a:cubicBezTo>
                    <a:pt x="1048" y="0"/>
                    <a:pt x="1061" y="13"/>
                    <a:pt x="1061" y="28"/>
                  </a:cubicBezTo>
                  <a:cubicBezTo>
                    <a:pt x="1034" y="683"/>
                    <a:pt x="1034" y="683"/>
                    <a:pt x="1034" y="683"/>
                  </a:cubicBezTo>
                  <a:cubicBezTo>
                    <a:pt x="1034" y="699"/>
                    <a:pt x="1021" y="711"/>
                    <a:pt x="1004" y="711"/>
                  </a:cubicBezTo>
                </a:path>
              </a:pathLst>
            </a:custGeom>
            <a:solidFill>
              <a:srgbClr val="EAE8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1" name="Freeform 161">
              <a:extLst>
                <a:ext uri="{FF2B5EF4-FFF2-40B4-BE49-F238E27FC236}">
                  <a16:creationId xmlns:a16="http://schemas.microsoft.com/office/drawing/2014/main" id="{D99955A1-1229-A983-4CB4-28F78A736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487" y="2266951"/>
              <a:ext cx="3913188" cy="2659063"/>
            </a:xfrm>
            <a:custGeom>
              <a:avLst/>
              <a:gdLst>
                <a:gd name="T0" fmla="*/ 1027 w 1038"/>
                <a:gd name="T1" fmla="*/ 0 h 705"/>
                <a:gd name="T2" fmla="*/ 1032 w 1038"/>
                <a:gd name="T3" fmla="*/ 16 h 705"/>
                <a:gd name="T4" fmla="*/ 1005 w 1038"/>
                <a:gd name="T5" fmla="*/ 671 h 705"/>
                <a:gd name="T6" fmla="*/ 975 w 1038"/>
                <a:gd name="T7" fmla="*/ 698 h 705"/>
                <a:gd name="T8" fmla="*/ 18 w 1038"/>
                <a:gd name="T9" fmla="*/ 698 h 705"/>
                <a:gd name="T10" fmla="*/ 0 w 1038"/>
                <a:gd name="T11" fmla="*/ 693 h 705"/>
                <a:gd name="T12" fmla="*/ 25 w 1038"/>
                <a:gd name="T13" fmla="*/ 705 h 705"/>
                <a:gd name="T14" fmla="*/ 981 w 1038"/>
                <a:gd name="T15" fmla="*/ 705 h 705"/>
                <a:gd name="T16" fmla="*/ 1011 w 1038"/>
                <a:gd name="T17" fmla="*/ 677 h 705"/>
                <a:gd name="T18" fmla="*/ 1038 w 1038"/>
                <a:gd name="T19" fmla="*/ 22 h 705"/>
                <a:gd name="T20" fmla="*/ 1027 w 1038"/>
                <a:gd name="T21" fmla="*/ 0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38" h="705">
                  <a:moveTo>
                    <a:pt x="1027" y="0"/>
                  </a:moveTo>
                  <a:cubicBezTo>
                    <a:pt x="1030" y="5"/>
                    <a:pt x="1032" y="10"/>
                    <a:pt x="1032" y="16"/>
                  </a:cubicBezTo>
                  <a:cubicBezTo>
                    <a:pt x="1005" y="671"/>
                    <a:pt x="1005" y="671"/>
                    <a:pt x="1005" y="671"/>
                  </a:cubicBezTo>
                  <a:cubicBezTo>
                    <a:pt x="1005" y="686"/>
                    <a:pt x="991" y="698"/>
                    <a:pt x="975" y="698"/>
                  </a:cubicBezTo>
                  <a:cubicBezTo>
                    <a:pt x="18" y="698"/>
                    <a:pt x="18" y="698"/>
                    <a:pt x="18" y="698"/>
                  </a:cubicBezTo>
                  <a:cubicBezTo>
                    <a:pt x="11" y="698"/>
                    <a:pt x="5" y="696"/>
                    <a:pt x="0" y="693"/>
                  </a:cubicBezTo>
                  <a:cubicBezTo>
                    <a:pt x="5" y="700"/>
                    <a:pt x="14" y="705"/>
                    <a:pt x="25" y="705"/>
                  </a:cubicBezTo>
                  <a:cubicBezTo>
                    <a:pt x="981" y="705"/>
                    <a:pt x="981" y="705"/>
                    <a:pt x="981" y="705"/>
                  </a:cubicBezTo>
                  <a:cubicBezTo>
                    <a:pt x="998" y="705"/>
                    <a:pt x="1011" y="693"/>
                    <a:pt x="1011" y="677"/>
                  </a:cubicBezTo>
                  <a:cubicBezTo>
                    <a:pt x="1038" y="22"/>
                    <a:pt x="1038" y="22"/>
                    <a:pt x="1038" y="22"/>
                  </a:cubicBezTo>
                  <a:cubicBezTo>
                    <a:pt x="1038" y="13"/>
                    <a:pt x="1034" y="5"/>
                    <a:pt x="1027" y="0"/>
                  </a:cubicBezTo>
                </a:path>
              </a:pathLst>
            </a:custGeom>
            <a:solidFill>
              <a:srgbClr val="686E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2" name="Freeform 162">
              <a:extLst>
                <a:ext uri="{FF2B5EF4-FFF2-40B4-BE49-F238E27FC236}">
                  <a16:creationId xmlns:a16="http://schemas.microsoft.com/office/drawing/2014/main" id="{B8F5775B-FFC6-D3B7-0BA3-54484090BC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162" y="2319338"/>
              <a:ext cx="3729038" cy="2422525"/>
            </a:xfrm>
            <a:custGeom>
              <a:avLst/>
              <a:gdLst>
                <a:gd name="T0" fmla="*/ 18 w 989"/>
                <a:gd name="T1" fmla="*/ 614 h 642"/>
                <a:gd name="T2" fmla="*/ 0 w 989"/>
                <a:gd name="T3" fmla="*/ 28 h 642"/>
                <a:gd name="T4" fmla="*/ 30 w 989"/>
                <a:gd name="T5" fmla="*/ 0 h 642"/>
                <a:gd name="T6" fmla="*/ 959 w 989"/>
                <a:gd name="T7" fmla="*/ 0 h 642"/>
                <a:gd name="T8" fmla="*/ 989 w 989"/>
                <a:gd name="T9" fmla="*/ 28 h 642"/>
                <a:gd name="T10" fmla="*/ 962 w 989"/>
                <a:gd name="T11" fmla="*/ 614 h 642"/>
                <a:gd name="T12" fmla="*/ 932 w 989"/>
                <a:gd name="T13" fmla="*/ 642 h 642"/>
                <a:gd name="T14" fmla="*/ 48 w 989"/>
                <a:gd name="T15" fmla="*/ 642 h 642"/>
                <a:gd name="T16" fmla="*/ 18 w 989"/>
                <a:gd name="T17" fmla="*/ 614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9" h="642">
                  <a:moveTo>
                    <a:pt x="18" y="614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12"/>
                    <a:pt x="14" y="0"/>
                    <a:pt x="30" y="0"/>
                  </a:cubicBezTo>
                  <a:cubicBezTo>
                    <a:pt x="959" y="0"/>
                    <a:pt x="959" y="0"/>
                    <a:pt x="959" y="0"/>
                  </a:cubicBezTo>
                  <a:cubicBezTo>
                    <a:pt x="976" y="0"/>
                    <a:pt x="989" y="12"/>
                    <a:pt x="989" y="28"/>
                  </a:cubicBezTo>
                  <a:cubicBezTo>
                    <a:pt x="962" y="614"/>
                    <a:pt x="962" y="614"/>
                    <a:pt x="962" y="614"/>
                  </a:cubicBezTo>
                  <a:cubicBezTo>
                    <a:pt x="962" y="630"/>
                    <a:pt x="949" y="642"/>
                    <a:pt x="932" y="642"/>
                  </a:cubicBezTo>
                  <a:cubicBezTo>
                    <a:pt x="48" y="642"/>
                    <a:pt x="48" y="642"/>
                    <a:pt x="48" y="642"/>
                  </a:cubicBezTo>
                  <a:cubicBezTo>
                    <a:pt x="32" y="642"/>
                    <a:pt x="18" y="630"/>
                    <a:pt x="18" y="614"/>
                  </a:cubicBezTo>
                </a:path>
              </a:pathLst>
            </a:custGeom>
            <a:solidFill>
              <a:srgbClr val="069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3" name="Freeform 163">
              <a:extLst>
                <a:ext uri="{FF2B5EF4-FFF2-40B4-BE49-F238E27FC236}">
                  <a16:creationId xmlns:a16="http://schemas.microsoft.com/office/drawing/2014/main" id="{8BC3A8F0-E4BB-DCDE-CE18-6B8CCE106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987" y="2373313"/>
              <a:ext cx="3729038" cy="2425700"/>
            </a:xfrm>
            <a:custGeom>
              <a:avLst/>
              <a:gdLst>
                <a:gd name="T0" fmla="*/ 18 w 989"/>
                <a:gd name="T1" fmla="*/ 615 h 643"/>
                <a:gd name="T2" fmla="*/ 0 w 989"/>
                <a:gd name="T3" fmla="*/ 28 h 643"/>
                <a:gd name="T4" fmla="*/ 30 w 989"/>
                <a:gd name="T5" fmla="*/ 0 h 643"/>
                <a:gd name="T6" fmla="*/ 959 w 989"/>
                <a:gd name="T7" fmla="*/ 0 h 643"/>
                <a:gd name="T8" fmla="*/ 989 w 989"/>
                <a:gd name="T9" fmla="*/ 28 h 643"/>
                <a:gd name="T10" fmla="*/ 962 w 989"/>
                <a:gd name="T11" fmla="*/ 615 h 643"/>
                <a:gd name="T12" fmla="*/ 932 w 989"/>
                <a:gd name="T13" fmla="*/ 643 h 643"/>
                <a:gd name="T14" fmla="*/ 48 w 989"/>
                <a:gd name="T15" fmla="*/ 643 h 643"/>
                <a:gd name="T16" fmla="*/ 18 w 989"/>
                <a:gd name="T17" fmla="*/ 615 h 6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9" h="643">
                  <a:moveTo>
                    <a:pt x="18" y="61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12"/>
                    <a:pt x="13" y="0"/>
                    <a:pt x="30" y="0"/>
                  </a:cubicBezTo>
                  <a:cubicBezTo>
                    <a:pt x="959" y="0"/>
                    <a:pt x="959" y="0"/>
                    <a:pt x="959" y="0"/>
                  </a:cubicBezTo>
                  <a:cubicBezTo>
                    <a:pt x="976" y="0"/>
                    <a:pt x="989" y="12"/>
                    <a:pt x="989" y="28"/>
                  </a:cubicBezTo>
                  <a:cubicBezTo>
                    <a:pt x="962" y="615"/>
                    <a:pt x="962" y="615"/>
                    <a:pt x="962" y="615"/>
                  </a:cubicBezTo>
                  <a:cubicBezTo>
                    <a:pt x="962" y="630"/>
                    <a:pt x="948" y="643"/>
                    <a:pt x="932" y="643"/>
                  </a:cubicBezTo>
                  <a:cubicBezTo>
                    <a:pt x="48" y="643"/>
                    <a:pt x="48" y="643"/>
                    <a:pt x="48" y="643"/>
                  </a:cubicBezTo>
                  <a:cubicBezTo>
                    <a:pt x="31" y="643"/>
                    <a:pt x="18" y="630"/>
                    <a:pt x="18" y="615"/>
                  </a:cubicBezTo>
                </a:path>
              </a:pathLst>
            </a:custGeom>
            <a:solidFill>
              <a:srgbClr val="08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6" name="Freeform 166">
              <a:extLst>
                <a:ext uri="{FF2B5EF4-FFF2-40B4-BE49-F238E27FC236}">
                  <a16:creationId xmlns:a16="http://schemas.microsoft.com/office/drawing/2014/main" id="{A6BA1DB7-BB73-8A93-DF45-4BBB5265ED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9425" y="3176588"/>
              <a:ext cx="68263" cy="1489075"/>
            </a:xfrm>
            <a:custGeom>
              <a:avLst/>
              <a:gdLst>
                <a:gd name="T0" fmla="*/ 38 w 43"/>
                <a:gd name="T1" fmla="*/ 138 h 938"/>
                <a:gd name="T2" fmla="*/ 38 w 43"/>
                <a:gd name="T3" fmla="*/ 138 h 938"/>
                <a:gd name="T4" fmla="*/ 0 w 43"/>
                <a:gd name="T5" fmla="*/ 938 h 938"/>
                <a:gd name="T6" fmla="*/ 0 w 43"/>
                <a:gd name="T7" fmla="*/ 938 h 938"/>
                <a:gd name="T8" fmla="*/ 38 w 43"/>
                <a:gd name="T9" fmla="*/ 138 h 938"/>
                <a:gd name="T10" fmla="*/ 43 w 43"/>
                <a:gd name="T11" fmla="*/ 0 h 938"/>
                <a:gd name="T12" fmla="*/ 43 w 43"/>
                <a:gd name="T13" fmla="*/ 0 h 938"/>
                <a:gd name="T14" fmla="*/ 38 w 43"/>
                <a:gd name="T15" fmla="*/ 104 h 938"/>
                <a:gd name="T16" fmla="*/ 38 w 43"/>
                <a:gd name="T17" fmla="*/ 104 h 938"/>
                <a:gd name="T18" fmla="*/ 43 w 43"/>
                <a:gd name="T19" fmla="*/ 0 h 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" h="938">
                  <a:moveTo>
                    <a:pt x="38" y="138"/>
                  </a:moveTo>
                  <a:lnTo>
                    <a:pt x="38" y="138"/>
                  </a:lnTo>
                  <a:lnTo>
                    <a:pt x="0" y="938"/>
                  </a:lnTo>
                  <a:lnTo>
                    <a:pt x="0" y="938"/>
                  </a:lnTo>
                  <a:lnTo>
                    <a:pt x="38" y="138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38" y="104"/>
                  </a:lnTo>
                  <a:lnTo>
                    <a:pt x="38" y="104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74B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7" name="Freeform 167">
              <a:extLst>
                <a:ext uri="{FF2B5EF4-FFF2-40B4-BE49-F238E27FC236}">
                  <a16:creationId xmlns:a16="http://schemas.microsoft.com/office/drawing/2014/main" id="{937F278C-BE21-5857-5B9A-9EA3730816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9425" y="3176588"/>
              <a:ext cx="68263" cy="1489075"/>
            </a:xfrm>
            <a:custGeom>
              <a:avLst/>
              <a:gdLst>
                <a:gd name="T0" fmla="*/ 38 w 43"/>
                <a:gd name="T1" fmla="*/ 138 h 938"/>
                <a:gd name="T2" fmla="*/ 38 w 43"/>
                <a:gd name="T3" fmla="*/ 138 h 938"/>
                <a:gd name="T4" fmla="*/ 0 w 43"/>
                <a:gd name="T5" fmla="*/ 938 h 938"/>
                <a:gd name="T6" fmla="*/ 0 w 43"/>
                <a:gd name="T7" fmla="*/ 938 h 938"/>
                <a:gd name="T8" fmla="*/ 38 w 43"/>
                <a:gd name="T9" fmla="*/ 138 h 938"/>
                <a:gd name="T10" fmla="*/ 43 w 43"/>
                <a:gd name="T11" fmla="*/ 0 h 938"/>
                <a:gd name="T12" fmla="*/ 43 w 43"/>
                <a:gd name="T13" fmla="*/ 0 h 938"/>
                <a:gd name="T14" fmla="*/ 38 w 43"/>
                <a:gd name="T15" fmla="*/ 104 h 938"/>
                <a:gd name="T16" fmla="*/ 38 w 43"/>
                <a:gd name="T17" fmla="*/ 104 h 938"/>
                <a:gd name="T18" fmla="*/ 43 w 43"/>
                <a:gd name="T19" fmla="*/ 0 h 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" h="938">
                  <a:moveTo>
                    <a:pt x="38" y="138"/>
                  </a:moveTo>
                  <a:lnTo>
                    <a:pt x="38" y="138"/>
                  </a:lnTo>
                  <a:lnTo>
                    <a:pt x="0" y="938"/>
                  </a:lnTo>
                  <a:lnTo>
                    <a:pt x="0" y="938"/>
                  </a:lnTo>
                  <a:lnTo>
                    <a:pt x="38" y="138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38" y="104"/>
                  </a:lnTo>
                  <a:lnTo>
                    <a:pt x="38" y="104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8" name="Freeform 178">
              <a:extLst>
                <a:ext uri="{FF2B5EF4-FFF2-40B4-BE49-F238E27FC236}">
                  <a16:creationId xmlns:a16="http://schemas.microsoft.com/office/drawing/2014/main" id="{947BED5F-EAA4-02D3-4997-6E69346D1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8537" y="5010151"/>
              <a:ext cx="688975" cy="381000"/>
            </a:xfrm>
            <a:custGeom>
              <a:avLst/>
              <a:gdLst>
                <a:gd name="T0" fmla="*/ 423 w 434"/>
                <a:gd name="T1" fmla="*/ 240 h 240"/>
                <a:gd name="T2" fmla="*/ 14 w 434"/>
                <a:gd name="T3" fmla="*/ 240 h 240"/>
                <a:gd name="T4" fmla="*/ 0 w 434"/>
                <a:gd name="T5" fmla="*/ 0 h 240"/>
                <a:gd name="T6" fmla="*/ 434 w 434"/>
                <a:gd name="T7" fmla="*/ 0 h 240"/>
                <a:gd name="T8" fmla="*/ 423 w 434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4" h="240">
                  <a:moveTo>
                    <a:pt x="423" y="240"/>
                  </a:moveTo>
                  <a:lnTo>
                    <a:pt x="14" y="240"/>
                  </a:lnTo>
                  <a:lnTo>
                    <a:pt x="0" y="0"/>
                  </a:lnTo>
                  <a:lnTo>
                    <a:pt x="434" y="0"/>
                  </a:lnTo>
                  <a:lnTo>
                    <a:pt x="423" y="240"/>
                  </a:lnTo>
                  <a:close/>
                </a:path>
              </a:pathLst>
            </a:custGeom>
            <a:solidFill>
              <a:srgbClr val="8892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9" name="Freeform 179">
              <a:extLst>
                <a:ext uri="{FF2B5EF4-FFF2-40B4-BE49-F238E27FC236}">
                  <a16:creationId xmlns:a16="http://schemas.microsoft.com/office/drawing/2014/main" id="{68700381-C9B7-2D46-F6FD-B91100590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8537" y="5010151"/>
              <a:ext cx="688975" cy="381000"/>
            </a:xfrm>
            <a:custGeom>
              <a:avLst/>
              <a:gdLst>
                <a:gd name="T0" fmla="*/ 423 w 434"/>
                <a:gd name="T1" fmla="*/ 240 h 240"/>
                <a:gd name="T2" fmla="*/ 14 w 434"/>
                <a:gd name="T3" fmla="*/ 240 h 240"/>
                <a:gd name="T4" fmla="*/ 0 w 434"/>
                <a:gd name="T5" fmla="*/ 0 h 240"/>
                <a:gd name="T6" fmla="*/ 434 w 434"/>
                <a:gd name="T7" fmla="*/ 0 h 240"/>
                <a:gd name="T8" fmla="*/ 423 w 434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4" h="240">
                  <a:moveTo>
                    <a:pt x="423" y="240"/>
                  </a:moveTo>
                  <a:lnTo>
                    <a:pt x="14" y="240"/>
                  </a:lnTo>
                  <a:lnTo>
                    <a:pt x="0" y="0"/>
                  </a:lnTo>
                  <a:lnTo>
                    <a:pt x="434" y="0"/>
                  </a:lnTo>
                  <a:lnTo>
                    <a:pt x="423" y="24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0" name="Freeform 180">
              <a:extLst>
                <a:ext uri="{FF2B5EF4-FFF2-40B4-BE49-F238E27FC236}">
                  <a16:creationId xmlns:a16="http://schemas.microsoft.com/office/drawing/2014/main" id="{763D37E3-8E6B-10A7-DB46-B8C08E44C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8537" y="5010151"/>
              <a:ext cx="688975" cy="381000"/>
            </a:xfrm>
            <a:custGeom>
              <a:avLst/>
              <a:gdLst>
                <a:gd name="T0" fmla="*/ 183 w 183"/>
                <a:gd name="T1" fmla="*/ 0 h 101"/>
                <a:gd name="T2" fmla="*/ 0 w 183"/>
                <a:gd name="T3" fmla="*/ 0 h 101"/>
                <a:gd name="T4" fmla="*/ 6 w 183"/>
                <a:gd name="T5" fmla="*/ 101 h 101"/>
                <a:gd name="T6" fmla="*/ 28 w 183"/>
                <a:gd name="T7" fmla="*/ 101 h 101"/>
                <a:gd name="T8" fmla="*/ 44 w 183"/>
                <a:gd name="T9" fmla="*/ 55 h 101"/>
                <a:gd name="T10" fmla="*/ 182 w 183"/>
                <a:gd name="T11" fmla="*/ 18 h 101"/>
                <a:gd name="T12" fmla="*/ 183 w 183"/>
                <a:gd name="T13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101">
                  <a:moveTo>
                    <a:pt x="18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101"/>
                    <a:pt x="6" y="101"/>
                    <a:pt x="6" y="101"/>
                  </a:cubicBezTo>
                  <a:cubicBezTo>
                    <a:pt x="28" y="101"/>
                    <a:pt x="28" y="101"/>
                    <a:pt x="28" y="101"/>
                  </a:cubicBezTo>
                  <a:cubicBezTo>
                    <a:pt x="31" y="85"/>
                    <a:pt x="35" y="68"/>
                    <a:pt x="44" y="55"/>
                  </a:cubicBezTo>
                  <a:cubicBezTo>
                    <a:pt x="59" y="31"/>
                    <a:pt x="135" y="21"/>
                    <a:pt x="182" y="18"/>
                  </a:cubicBezTo>
                  <a:cubicBezTo>
                    <a:pt x="183" y="0"/>
                    <a:pt x="183" y="0"/>
                    <a:pt x="183" y="0"/>
                  </a:cubicBezTo>
                </a:path>
              </a:pathLst>
            </a:custGeom>
            <a:solidFill>
              <a:srgbClr val="6F6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1" name="Freeform 181">
              <a:extLst>
                <a:ext uri="{FF2B5EF4-FFF2-40B4-BE49-F238E27FC236}">
                  <a16:creationId xmlns:a16="http://schemas.microsoft.com/office/drawing/2014/main" id="{AD0C98EC-BC05-AB03-3FDC-2C7847C52A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950" y="5391151"/>
              <a:ext cx="1765300" cy="203200"/>
            </a:xfrm>
            <a:custGeom>
              <a:avLst/>
              <a:gdLst>
                <a:gd name="T0" fmla="*/ 468 w 468"/>
                <a:gd name="T1" fmla="*/ 54 h 54"/>
                <a:gd name="T2" fmla="*/ 0 w 468"/>
                <a:gd name="T3" fmla="*/ 54 h 54"/>
                <a:gd name="T4" fmla="*/ 55 w 468"/>
                <a:gd name="T5" fmla="*/ 0 h 54"/>
                <a:gd name="T6" fmla="*/ 413 w 468"/>
                <a:gd name="T7" fmla="*/ 0 h 54"/>
                <a:gd name="T8" fmla="*/ 468 w 468"/>
                <a:gd name="T9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8" h="54">
                  <a:moveTo>
                    <a:pt x="468" y="54"/>
                  </a:moveTo>
                  <a:cubicBezTo>
                    <a:pt x="0" y="54"/>
                    <a:pt x="0" y="54"/>
                    <a:pt x="0" y="54"/>
                  </a:cubicBezTo>
                  <a:cubicBezTo>
                    <a:pt x="0" y="24"/>
                    <a:pt x="25" y="0"/>
                    <a:pt x="55" y="0"/>
                  </a:cubicBezTo>
                  <a:cubicBezTo>
                    <a:pt x="413" y="0"/>
                    <a:pt x="413" y="0"/>
                    <a:pt x="413" y="0"/>
                  </a:cubicBezTo>
                  <a:cubicBezTo>
                    <a:pt x="443" y="0"/>
                    <a:pt x="468" y="24"/>
                    <a:pt x="468" y="54"/>
                  </a:cubicBezTo>
                  <a:close/>
                </a:path>
              </a:pathLst>
            </a:custGeom>
            <a:solidFill>
              <a:srgbClr val="686E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9" name="Freeform 239">
              <a:extLst>
                <a:ext uri="{FF2B5EF4-FFF2-40B4-BE49-F238E27FC236}">
                  <a16:creationId xmlns:a16="http://schemas.microsoft.com/office/drawing/2014/main" id="{7B556DEF-485F-E8B8-0E21-1BC320305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8813" y="3255963"/>
              <a:ext cx="1184275" cy="871538"/>
            </a:xfrm>
            <a:custGeom>
              <a:avLst/>
              <a:gdLst>
                <a:gd name="T0" fmla="*/ 746 w 746"/>
                <a:gd name="T1" fmla="*/ 57 h 549"/>
                <a:gd name="T2" fmla="*/ 288 w 746"/>
                <a:gd name="T3" fmla="*/ 0 h 549"/>
                <a:gd name="T4" fmla="*/ 0 w 746"/>
                <a:gd name="T5" fmla="*/ 549 h 549"/>
                <a:gd name="T6" fmla="*/ 373 w 746"/>
                <a:gd name="T7" fmla="*/ 549 h 549"/>
                <a:gd name="T8" fmla="*/ 746 w 746"/>
                <a:gd name="T9" fmla="*/ 57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6" h="549">
                  <a:moveTo>
                    <a:pt x="746" y="57"/>
                  </a:moveTo>
                  <a:lnTo>
                    <a:pt x="288" y="0"/>
                  </a:lnTo>
                  <a:lnTo>
                    <a:pt x="0" y="549"/>
                  </a:lnTo>
                  <a:lnTo>
                    <a:pt x="373" y="549"/>
                  </a:lnTo>
                  <a:lnTo>
                    <a:pt x="746" y="5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2" name="Freeform 242">
              <a:extLst>
                <a:ext uri="{FF2B5EF4-FFF2-40B4-BE49-F238E27FC236}">
                  <a16:creationId xmlns:a16="http://schemas.microsoft.com/office/drawing/2014/main" id="{3770CB34-512B-B3D2-964E-AEBDA14C7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2838" y="3165476"/>
              <a:ext cx="173038" cy="187325"/>
            </a:xfrm>
            <a:custGeom>
              <a:avLst/>
              <a:gdLst>
                <a:gd name="T0" fmla="*/ 0 w 109"/>
                <a:gd name="T1" fmla="*/ 21 h 118"/>
                <a:gd name="T2" fmla="*/ 26 w 109"/>
                <a:gd name="T3" fmla="*/ 118 h 118"/>
                <a:gd name="T4" fmla="*/ 109 w 109"/>
                <a:gd name="T5" fmla="*/ 88 h 118"/>
                <a:gd name="T6" fmla="*/ 95 w 109"/>
                <a:gd name="T7" fmla="*/ 0 h 118"/>
                <a:gd name="T8" fmla="*/ 0 w 109"/>
                <a:gd name="T9" fmla="*/ 21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" h="118">
                  <a:moveTo>
                    <a:pt x="0" y="21"/>
                  </a:moveTo>
                  <a:lnTo>
                    <a:pt x="26" y="118"/>
                  </a:lnTo>
                  <a:lnTo>
                    <a:pt x="109" y="88"/>
                  </a:lnTo>
                  <a:lnTo>
                    <a:pt x="95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F3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3" name="Freeform 243">
              <a:extLst>
                <a:ext uri="{FF2B5EF4-FFF2-40B4-BE49-F238E27FC236}">
                  <a16:creationId xmlns:a16="http://schemas.microsoft.com/office/drawing/2014/main" id="{A0B7CC86-5676-4538-087B-3C5FB18B22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2838" y="3165476"/>
              <a:ext cx="173038" cy="187325"/>
            </a:xfrm>
            <a:custGeom>
              <a:avLst/>
              <a:gdLst>
                <a:gd name="T0" fmla="*/ 0 w 109"/>
                <a:gd name="T1" fmla="*/ 21 h 118"/>
                <a:gd name="T2" fmla="*/ 26 w 109"/>
                <a:gd name="T3" fmla="*/ 118 h 118"/>
                <a:gd name="T4" fmla="*/ 109 w 109"/>
                <a:gd name="T5" fmla="*/ 88 h 118"/>
                <a:gd name="T6" fmla="*/ 95 w 109"/>
                <a:gd name="T7" fmla="*/ 0 h 118"/>
                <a:gd name="T8" fmla="*/ 0 w 109"/>
                <a:gd name="T9" fmla="*/ 21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" h="118">
                  <a:moveTo>
                    <a:pt x="0" y="21"/>
                  </a:moveTo>
                  <a:lnTo>
                    <a:pt x="26" y="118"/>
                  </a:lnTo>
                  <a:lnTo>
                    <a:pt x="109" y="88"/>
                  </a:lnTo>
                  <a:lnTo>
                    <a:pt x="95" y="0"/>
                  </a:lnTo>
                  <a:lnTo>
                    <a:pt x="0" y="2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4" name="Freeform 244">
              <a:extLst>
                <a:ext uri="{FF2B5EF4-FFF2-40B4-BE49-F238E27FC236}">
                  <a16:creationId xmlns:a16="http://schemas.microsoft.com/office/drawing/2014/main" id="{1E9BF590-9F4E-E49B-5C18-C87CF4AC4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338" y="2730501"/>
              <a:ext cx="136525" cy="276225"/>
            </a:xfrm>
            <a:custGeom>
              <a:avLst/>
              <a:gdLst>
                <a:gd name="T0" fmla="*/ 30 w 36"/>
                <a:gd name="T1" fmla="*/ 30 h 73"/>
                <a:gd name="T2" fmla="*/ 3 w 36"/>
                <a:gd name="T3" fmla="*/ 2 h 73"/>
                <a:gd name="T4" fmla="*/ 14 w 36"/>
                <a:gd name="T5" fmla="*/ 25 h 73"/>
                <a:gd name="T6" fmla="*/ 3 w 36"/>
                <a:gd name="T7" fmla="*/ 32 h 73"/>
                <a:gd name="T8" fmla="*/ 22 w 36"/>
                <a:gd name="T9" fmla="*/ 73 h 73"/>
                <a:gd name="T10" fmla="*/ 35 w 36"/>
                <a:gd name="T11" fmla="*/ 60 h 73"/>
                <a:gd name="T12" fmla="*/ 30 w 36"/>
                <a:gd name="T13" fmla="*/ 3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73">
                  <a:moveTo>
                    <a:pt x="30" y="30"/>
                  </a:moveTo>
                  <a:cubicBezTo>
                    <a:pt x="27" y="26"/>
                    <a:pt x="7" y="0"/>
                    <a:pt x="3" y="2"/>
                  </a:cubicBezTo>
                  <a:cubicBezTo>
                    <a:pt x="0" y="4"/>
                    <a:pt x="12" y="22"/>
                    <a:pt x="14" y="25"/>
                  </a:cubicBezTo>
                  <a:cubicBezTo>
                    <a:pt x="14" y="25"/>
                    <a:pt x="7" y="24"/>
                    <a:pt x="3" y="32"/>
                  </a:cubicBezTo>
                  <a:cubicBezTo>
                    <a:pt x="1" y="38"/>
                    <a:pt x="16" y="63"/>
                    <a:pt x="22" y="73"/>
                  </a:cubicBezTo>
                  <a:cubicBezTo>
                    <a:pt x="28" y="72"/>
                    <a:pt x="36" y="65"/>
                    <a:pt x="35" y="60"/>
                  </a:cubicBezTo>
                  <a:cubicBezTo>
                    <a:pt x="35" y="49"/>
                    <a:pt x="32" y="33"/>
                    <a:pt x="30" y="30"/>
                  </a:cubicBezTo>
                  <a:close/>
                </a:path>
              </a:pathLst>
            </a:custGeom>
            <a:solidFill>
              <a:srgbClr val="F3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5" name="Freeform 245">
              <a:extLst>
                <a:ext uri="{FF2B5EF4-FFF2-40B4-BE49-F238E27FC236}">
                  <a16:creationId xmlns:a16="http://schemas.microsoft.com/office/drawing/2014/main" id="{2DA0B60B-A6B8-E2E8-E068-E443FA843E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5225" y="3171826"/>
              <a:ext cx="63500" cy="15875"/>
            </a:xfrm>
            <a:custGeom>
              <a:avLst/>
              <a:gdLst>
                <a:gd name="T0" fmla="*/ 40 w 40"/>
                <a:gd name="T1" fmla="*/ 0 h 10"/>
                <a:gd name="T2" fmla="*/ 0 w 40"/>
                <a:gd name="T3" fmla="*/ 10 h 10"/>
                <a:gd name="T4" fmla="*/ 0 w 40"/>
                <a:gd name="T5" fmla="*/ 10 h 10"/>
                <a:gd name="T6" fmla="*/ 40 w 40"/>
                <a:gd name="T7" fmla="*/ 0 h 10"/>
                <a:gd name="T8" fmla="*/ 40 w 40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10">
                  <a:moveTo>
                    <a:pt x="40" y="0"/>
                  </a:moveTo>
                  <a:lnTo>
                    <a:pt x="0" y="10"/>
                  </a:lnTo>
                  <a:lnTo>
                    <a:pt x="0" y="10"/>
                  </a:lnTo>
                  <a:lnTo>
                    <a:pt x="40" y="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8A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6" name="Freeform 246">
              <a:extLst>
                <a:ext uri="{FF2B5EF4-FFF2-40B4-BE49-F238E27FC236}">
                  <a16:creationId xmlns:a16="http://schemas.microsoft.com/office/drawing/2014/main" id="{9523A516-D04B-6754-F573-06A14D862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5225" y="3171826"/>
              <a:ext cx="63500" cy="15875"/>
            </a:xfrm>
            <a:custGeom>
              <a:avLst/>
              <a:gdLst>
                <a:gd name="T0" fmla="*/ 40 w 40"/>
                <a:gd name="T1" fmla="*/ 0 h 10"/>
                <a:gd name="T2" fmla="*/ 0 w 40"/>
                <a:gd name="T3" fmla="*/ 10 h 10"/>
                <a:gd name="T4" fmla="*/ 0 w 40"/>
                <a:gd name="T5" fmla="*/ 10 h 10"/>
                <a:gd name="T6" fmla="*/ 40 w 40"/>
                <a:gd name="T7" fmla="*/ 0 h 10"/>
                <a:gd name="T8" fmla="*/ 40 w 40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10">
                  <a:moveTo>
                    <a:pt x="40" y="0"/>
                  </a:moveTo>
                  <a:lnTo>
                    <a:pt x="0" y="10"/>
                  </a:lnTo>
                  <a:lnTo>
                    <a:pt x="0" y="10"/>
                  </a:lnTo>
                  <a:lnTo>
                    <a:pt x="40" y="0"/>
                  </a:lnTo>
                  <a:lnTo>
                    <a:pt x="4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7" name="Freeform 247">
              <a:extLst>
                <a:ext uri="{FF2B5EF4-FFF2-40B4-BE49-F238E27FC236}">
                  <a16:creationId xmlns:a16="http://schemas.microsoft.com/office/drawing/2014/main" id="{EEB88463-3098-E746-CC37-9BA426F649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22838" y="3187701"/>
              <a:ext cx="52388" cy="68263"/>
            </a:xfrm>
            <a:custGeom>
              <a:avLst/>
              <a:gdLst>
                <a:gd name="T0" fmla="*/ 0 w 33"/>
                <a:gd name="T1" fmla="*/ 7 h 43"/>
                <a:gd name="T2" fmla="*/ 9 w 33"/>
                <a:gd name="T3" fmla="*/ 43 h 43"/>
                <a:gd name="T4" fmla="*/ 9 w 33"/>
                <a:gd name="T5" fmla="*/ 43 h 43"/>
                <a:gd name="T6" fmla="*/ 0 w 33"/>
                <a:gd name="T7" fmla="*/ 7 h 43"/>
                <a:gd name="T8" fmla="*/ 33 w 33"/>
                <a:gd name="T9" fmla="*/ 0 h 43"/>
                <a:gd name="T10" fmla="*/ 0 w 33"/>
                <a:gd name="T11" fmla="*/ 7 h 43"/>
                <a:gd name="T12" fmla="*/ 33 w 33"/>
                <a:gd name="T13" fmla="*/ 0 h 43"/>
                <a:gd name="T14" fmla="*/ 33 w 33"/>
                <a:gd name="T15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" h="43">
                  <a:moveTo>
                    <a:pt x="0" y="7"/>
                  </a:moveTo>
                  <a:lnTo>
                    <a:pt x="9" y="43"/>
                  </a:lnTo>
                  <a:lnTo>
                    <a:pt x="9" y="43"/>
                  </a:lnTo>
                  <a:lnTo>
                    <a:pt x="0" y="7"/>
                  </a:lnTo>
                  <a:close/>
                  <a:moveTo>
                    <a:pt x="33" y="0"/>
                  </a:moveTo>
                  <a:lnTo>
                    <a:pt x="0" y="7"/>
                  </a:lnTo>
                  <a:lnTo>
                    <a:pt x="33" y="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F69B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8" name="Freeform 248">
              <a:extLst>
                <a:ext uri="{FF2B5EF4-FFF2-40B4-BE49-F238E27FC236}">
                  <a16:creationId xmlns:a16="http://schemas.microsoft.com/office/drawing/2014/main" id="{8E06BDE0-BC1F-6076-3145-2D1C59F575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22838" y="3187701"/>
              <a:ext cx="52388" cy="68263"/>
            </a:xfrm>
            <a:custGeom>
              <a:avLst/>
              <a:gdLst>
                <a:gd name="T0" fmla="*/ 0 w 33"/>
                <a:gd name="T1" fmla="*/ 7 h 43"/>
                <a:gd name="T2" fmla="*/ 9 w 33"/>
                <a:gd name="T3" fmla="*/ 43 h 43"/>
                <a:gd name="T4" fmla="*/ 9 w 33"/>
                <a:gd name="T5" fmla="*/ 43 h 43"/>
                <a:gd name="T6" fmla="*/ 0 w 33"/>
                <a:gd name="T7" fmla="*/ 7 h 43"/>
                <a:gd name="T8" fmla="*/ 33 w 33"/>
                <a:gd name="T9" fmla="*/ 0 h 43"/>
                <a:gd name="T10" fmla="*/ 0 w 33"/>
                <a:gd name="T11" fmla="*/ 7 h 43"/>
                <a:gd name="T12" fmla="*/ 33 w 33"/>
                <a:gd name="T13" fmla="*/ 0 h 43"/>
                <a:gd name="T14" fmla="*/ 33 w 33"/>
                <a:gd name="T15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" h="43">
                  <a:moveTo>
                    <a:pt x="0" y="7"/>
                  </a:moveTo>
                  <a:lnTo>
                    <a:pt x="9" y="43"/>
                  </a:lnTo>
                  <a:lnTo>
                    <a:pt x="9" y="43"/>
                  </a:lnTo>
                  <a:lnTo>
                    <a:pt x="0" y="7"/>
                  </a:lnTo>
                  <a:moveTo>
                    <a:pt x="33" y="0"/>
                  </a:moveTo>
                  <a:lnTo>
                    <a:pt x="0" y="7"/>
                  </a:lnTo>
                  <a:lnTo>
                    <a:pt x="33" y="0"/>
                  </a:lnTo>
                  <a:lnTo>
                    <a:pt x="3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9" name="Freeform 249">
              <a:extLst>
                <a:ext uri="{FF2B5EF4-FFF2-40B4-BE49-F238E27FC236}">
                  <a16:creationId xmlns:a16="http://schemas.microsoft.com/office/drawing/2014/main" id="{F29A955E-FA08-E46B-6A70-FD6375092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2838" y="3171826"/>
              <a:ext cx="115888" cy="84138"/>
            </a:xfrm>
            <a:custGeom>
              <a:avLst/>
              <a:gdLst>
                <a:gd name="T0" fmla="*/ 31 w 31"/>
                <a:gd name="T1" fmla="*/ 0 h 22"/>
                <a:gd name="T2" fmla="*/ 14 w 31"/>
                <a:gd name="T3" fmla="*/ 4 h 22"/>
                <a:gd name="T4" fmla="*/ 0 w 31"/>
                <a:gd name="T5" fmla="*/ 7 h 22"/>
                <a:gd name="T6" fmla="*/ 4 w 31"/>
                <a:gd name="T7" fmla="*/ 22 h 22"/>
                <a:gd name="T8" fmla="*/ 25 w 31"/>
                <a:gd name="T9" fmla="*/ 8 h 22"/>
                <a:gd name="T10" fmla="*/ 31 w 31"/>
                <a:gd name="T1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22">
                  <a:moveTo>
                    <a:pt x="31" y="0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12" y="20"/>
                    <a:pt x="20" y="16"/>
                    <a:pt x="25" y="8"/>
                  </a:cubicBezTo>
                  <a:cubicBezTo>
                    <a:pt x="26" y="6"/>
                    <a:pt x="28" y="3"/>
                    <a:pt x="31" y="0"/>
                  </a:cubicBezTo>
                </a:path>
              </a:pathLst>
            </a:custGeom>
            <a:solidFill>
              <a:srgbClr val="F157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0" name="Freeform 250">
              <a:extLst>
                <a:ext uri="{FF2B5EF4-FFF2-40B4-BE49-F238E27FC236}">
                  <a16:creationId xmlns:a16="http://schemas.microsoft.com/office/drawing/2014/main" id="{F9523C15-B4CD-8C2C-BB38-929B91459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7425" y="5473701"/>
              <a:ext cx="87313" cy="158750"/>
            </a:xfrm>
            <a:custGeom>
              <a:avLst/>
              <a:gdLst>
                <a:gd name="T0" fmla="*/ 55 w 55"/>
                <a:gd name="T1" fmla="*/ 40 h 100"/>
                <a:gd name="T2" fmla="*/ 46 w 55"/>
                <a:gd name="T3" fmla="*/ 95 h 100"/>
                <a:gd name="T4" fmla="*/ 0 w 55"/>
                <a:gd name="T5" fmla="*/ 100 h 100"/>
                <a:gd name="T6" fmla="*/ 10 w 55"/>
                <a:gd name="T7" fmla="*/ 0 h 100"/>
                <a:gd name="T8" fmla="*/ 55 w 55"/>
                <a:gd name="T9" fmla="*/ 4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100">
                  <a:moveTo>
                    <a:pt x="55" y="40"/>
                  </a:moveTo>
                  <a:lnTo>
                    <a:pt x="46" y="95"/>
                  </a:lnTo>
                  <a:lnTo>
                    <a:pt x="0" y="100"/>
                  </a:lnTo>
                  <a:lnTo>
                    <a:pt x="10" y="0"/>
                  </a:lnTo>
                  <a:lnTo>
                    <a:pt x="55" y="40"/>
                  </a:lnTo>
                  <a:close/>
                </a:path>
              </a:pathLst>
            </a:custGeom>
            <a:solidFill>
              <a:srgbClr val="F3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1" name="Freeform 251">
              <a:extLst>
                <a:ext uri="{FF2B5EF4-FFF2-40B4-BE49-F238E27FC236}">
                  <a16:creationId xmlns:a16="http://schemas.microsoft.com/office/drawing/2014/main" id="{D28264B2-0CF7-7AEE-732A-DE73E57EB6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4388" y="5591176"/>
              <a:ext cx="276225" cy="115888"/>
            </a:xfrm>
            <a:custGeom>
              <a:avLst/>
              <a:gdLst>
                <a:gd name="T0" fmla="*/ 68 w 73"/>
                <a:gd name="T1" fmla="*/ 6 h 31"/>
                <a:gd name="T2" fmla="*/ 47 w 73"/>
                <a:gd name="T3" fmla="*/ 3 h 31"/>
                <a:gd name="T4" fmla="*/ 33 w 73"/>
                <a:gd name="T5" fmla="*/ 14 h 31"/>
                <a:gd name="T6" fmla="*/ 2 w 73"/>
                <a:gd name="T7" fmla="*/ 26 h 31"/>
                <a:gd name="T8" fmla="*/ 71 w 73"/>
                <a:gd name="T9" fmla="*/ 30 h 31"/>
                <a:gd name="T10" fmla="*/ 68 w 73"/>
                <a:gd name="T11" fmla="*/ 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1">
                  <a:moveTo>
                    <a:pt x="68" y="6"/>
                  </a:moveTo>
                  <a:cubicBezTo>
                    <a:pt x="68" y="6"/>
                    <a:pt x="51" y="6"/>
                    <a:pt x="47" y="3"/>
                  </a:cubicBezTo>
                  <a:cubicBezTo>
                    <a:pt x="44" y="0"/>
                    <a:pt x="40" y="6"/>
                    <a:pt x="33" y="14"/>
                  </a:cubicBezTo>
                  <a:cubicBezTo>
                    <a:pt x="27" y="21"/>
                    <a:pt x="5" y="20"/>
                    <a:pt x="2" y="26"/>
                  </a:cubicBezTo>
                  <a:cubicBezTo>
                    <a:pt x="0" y="31"/>
                    <a:pt x="67" y="30"/>
                    <a:pt x="71" y="30"/>
                  </a:cubicBezTo>
                  <a:cubicBezTo>
                    <a:pt x="73" y="30"/>
                    <a:pt x="68" y="6"/>
                    <a:pt x="68" y="6"/>
                  </a:cubicBezTo>
                  <a:close/>
                </a:path>
              </a:pathLst>
            </a:custGeom>
            <a:solidFill>
              <a:srgbClr val="0F16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2" name="Freeform 252">
              <a:extLst>
                <a:ext uri="{FF2B5EF4-FFF2-40B4-BE49-F238E27FC236}">
                  <a16:creationId xmlns:a16="http://schemas.microsoft.com/office/drawing/2014/main" id="{41C8D9B4-C062-5163-AE56-61F7CDE4DF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1100" y="5457826"/>
              <a:ext cx="85725" cy="158750"/>
            </a:xfrm>
            <a:custGeom>
              <a:avLst/>
              <a:gdLst>
                <a:gd name="T0" fmla="*/ 54 w 54"/>
                <a:gd name="T1" fmla="*/ 41 h 100"/>
                <a:gd name="T2" fmla="*/ 45 w 54"/>
                <a:gd name="T3" fmla="*/ 98 h 100"/>
                <a:gd name="T4" fmla="*/ 0 w 54"/>
                <a:gd name="T5" fmla="*/ 100 h 100"/>
                <a:gd name="T6" fmla="*/ 7 w 54"/>
                <a:gd name="T7" fmla="*/ 0 h 100"/>
                <a:gd name="T8" fmla="*/ 54 w 54"/>
                <a:gd name="T9" fmla="*/ 4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100">
                  <a:moveTo>
                    <a:pt x="54" y="41"/>
                  </a:moveTo>
                  <a:lnTo>
                    <a:pt x="45" y="98"/>
                  </a:lnTo>
                  <a:lnTo>
                    <a:pt x="0" y="100"/>
                  </a:lnTo>
                  <a:lnTo>
                    <a:pt x="7" y="0"/>
                  </a:lnTo>
                  <a:lnTo>
                    <a:pt x="54" y="41"/>
                  </a:lnTo>
                  <a:close/>
                </a:path>
              </a:pathLst>
            </a:custGeom>
            <a:solidFill>
              <a:srgbClr val="F3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3" name="Freeform 253">
              <a:extLst>
                <a:ext uri="{FF2B5EF4-FFF2-40B4-BE49-F238E27FC236}">
                  <a16:creationId xmlns:a16="http://schemas.microsoft.com/office/drawing/2014/main" id="{D7B54EF8-660B-2ABC-A0BD-5C7003766D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3300" y="5575301"/>
              <a:ext cx="268288" cy="131763"/>
            </a:xfrm>
            <a:custGeom>
              <a:avLst/>
              <a:gdLst>
                <a:gd name="T0" fmla="*/ 69 w 71"/>
                <a:gd name="T1" fmla="*/ 6 h 35"/>
                <a:gd name="T2" fmla="*/ 48 w 71"/>
                <a:gd name="T3" fmla="*/ 3 h 35"/>
                <a:gd name="T4" fmla="*/ 34 w 71"/>
                <a:gd name="T5" fmla="*/ 14 h 35"/>
                <a:gd name="T6" fmla="*/ 3 w 71"/>
                <a:gd name="T7" fmla="*/ 29 h 35"/>
                <a:gd name="T8" fmla="*/ 70 w 71"/>
                <a:gd name="T9" fmla="*/ 32 h 35"/>
                <a:gd name="T10" fmla="*/ 69 w 71"/>
                <a:gd name="T11" fmla="*/ 6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5">
                  <a:moveTo>
                    <a:pt x="69" y="6"/>
                  </a:moveTo>
                  <a:cubicBezTo>
                    <a:pt x="69" y="6"/>
                    <a:pt x="52" y="6"/>
                    <a:pt x="48" y="3"/>
                  </a:cubicBezTo>
                  <a:cubicBezTo>
                    <a:pt x="44" y="0"/>
                    <a:pt x="40" y="6"/>
                    <a:pt x="34" y="14"/>
                  </a:cubicBezTo>
                  <a:cubicBezTo>
                    <a:pt x="28" y="22"/>
                    <a:pt x="7" y="23"/>
                    <a:pt x="3" y="29"/>
                  </a:cubicBezTo>
                  <a:cubicBezTo>
                    <a:pt x="0" y="35"/>
                    <a:pt x="68" y="34"/>
                    <a:pt x="70" y="32"/>
                  </a:cubicBezTo>
                  <a:cubicBezTo>
                    <a:pt x="71" y="30"/>
                    <a:pt x="69" y="6"/>
                    <a:pt x="69" y="6"/>
                  </a:cubicBezTo>
                  <a:close/>
                </a:path>
              </a:pathLst>
            </a:custGeom>
            <a:solidFill>
              <a:srgbClr val="0F16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4" name="Freeform 254">
              <a:extLst>
                <a:ext uri="{FF2B5EF4-FFF2-40B4-BE49-F238E27FC236}">
                  <a16:creationId xmlns:a16="http://schemas.microsoft.com/office/drawing/2014/main" id="{BD0188DD-121B-E98C-FFB6-AD8F2AFDE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6013" y="4040188"/>
              <a:ext cx="392113" cy="1543050"/>
            </a:xfrm>
            <a:custGeom>
              <a:avLst/>
              <a:gdLst>
                <a:gd name="T0" fmla="*/ 0 w 104"/>
                <a:gd name="T1" fmla="*/ 71 h 409"/>
                <a:gd name="T2" fmla="*/ 2 w 104"/>
                <a:gd name="T3" fmla="*/ 240 h 409"/>
                <a:gd name="T4" fmla="*/ 16 w 104"/>
                <a:gd name="T5" fmla="*/ 405 h 409"/>
                <a:gd name="T6" fmla="*/ 40 w 104"/>
                <a:gd name="T7" fmla="*/ 409 h 409"/>
                <a:gd name="T8" fmla="*/ 82 w 104"/>
                <a:gd name="T9" fmla="*/ 86 h 409"/>
                <a:gd name="T10" fmla="*/ 79 w 104"/>
                <a:gd name="T11" fmla="*/ 0 h 409"/>
                <a:gd name="T12" fmla="*/ 79 w 104"/>
                <a:gd name="T13" fmla="*/ 0 h 409"/>
                <a:gd name="T14" fmla="*/ 0 w 104"/>
                <a:gd name="T15" fmla="*/ 71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409">
                  <a:moveTo>
                    <a:pt x="0" y="71"/>
                  </a:moveTo>
                  <a:cubicBezTo>
                    <a:pt x="2" y="240"/>
                    <a:pt x="2" y="240"/>
                    <a:pt x="2" y="240"/>
                  </a:cubicBezTo>
                  <a:cubicBezTo>
                    <a:pt x="16" y="405"/>
                    <a:pt x="16" y="405"/>
                    <a:pt x="16" y="405"/>
                  </a:cubicBezTo>
                  <a:cubicBezTo>
                    <a:pt x="40" y="409"/>
                    <a:pt x="40" y="409"/>
                    <a:pt x="40" y="409"/>
                  </a:cubicBezTo>
                  <a:cubicBezTo>
                    <a:pt x="40" y="409"/>
                    <a:pt x="61" y="118"/>
                    <a:pt x="82" y="86"/>
                  </a:cubicBezTo>
                  <a:cubicBezTo>
                    <a:pt x="104" y="54"/>
                    <a:pt x="79" y="1"/>
                    <a:pt x="79" y="0"/>
                  </a:cubicBezTo>
                  <a:cubicBezTo>
                    <a:pt x="79" y="0"/>
                    <a:pt x="79" y="0"/>
                    <a:pt x="79" y="0"/>
                  </a:cubicBezTo>
                  <a:lnTo>
                    <a:pt x="0" y="71"/>
                  </a:lnTo>
                  <a:close/>
                </a:path>
              </a:pathLst>
            </a:custGeom>
            <a:solidFill>
              <a:srgbClr val="2734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5" name="Freeform 255">
              <a:extLst>
                <a:ext uri="{FF2B5EF4-FFF2-40B4-BE49-F238E27FC236}">
                  <a16:creationId xmlns:a16="http://schemas.microsoft.com/office/drawing/2014/main" id="{FBE34473-0910-ACF7-6CC9-99106CD13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6013" y="4067176"/>
              <a:ext cx="328613" cy="1225550"/>
            </a:xfrm>
            <a:custGeom>
              <a:avLst/>
              <a:gdLst>
                <a:gd name="T0" fmla="*/ 71 w 87"/>
                <a:gd name="T1" fmla="*/ 73 h 325"/>
                <a:gd name="T2" fmla="*/ 85 w 87"/>
                <a:gd name="T3" fmla="*/ 20 h 325"/>
                <a:gd name="T4" fmla="*/ 72 w 87"/>
                <a:gd name="T5" fmla="*/ 0 h 325"/>
                <a:gd name="T6" fmla="*/ 0 w 87"/>
                <a:gd name="T7" fmla="*/ 64 h 325"/>
                <a:gd name="T8" fmla="*/ 2 w 87"/>
                <a:gd name="T9" fmla="*/ 233 h 325"/>
                <a:gd name="T10" fmla="*/ 10 w 87"/>
                <a:gd name="T11" fmla="*/ 325 h 325"/>
                <a:gd name="T12" fmla="*/ 52 w 87"/>
                <a:gd name="T13" fmla="*/ 100 h 325"/>
                <a:gd name="T14" fmla="*/ 71 w 87"/>
                <a:gd name="T15" fmla="*/ 73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7" h="325">
                  <a:moveTo>
                    <a:pt x="71" y="73"/>
                  </a:moveTo>
                  <a:cubicBezTo>
                    <a:pt x="80" y="59"/>
                    <a:pt x="87" y="41"/>
                    <a:pt x="85" y="20"/>
                  </a:cubicBezTo>
                  <a:cubicBezTo>
                    <a:pt x="84" y="13"/>
                    <a:pt x="73" y="6"/>
                    <a:pt x="72" y="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" y="233"/>
                    <a:pt x="2" y="233"/>
                    <a:pt x="2" y="233"/>
                  </a:cubicBezTo>
                  <a:cubicBezTo>
                    <a:pt x="10" y="325"/>
                    <a:pt x="10" y="325"/>
                    <a:pt x="10" y="325"/>
                  </a:cubicBezTo>
                  <a:cubicBezTo>
                    <a:pt x="23" y="246"/>
                    <a:pt x="47" y="132"/>
                    <a:pt x="52" y="100"/>
                  </a:cubicBezTo>
                  <a:cubicBezTo>
                    <a:pt x="55" y="97"/>
                    <a:pt x="62" y="87"/>
                    <a:pt x="71" y="73"/>
                  </a:cubicBezTo>
                  <a:close/>
                </a:path>
              </a:pathLst>
            </a:custGeom>
            <a:solidFill>
              <a:srgbClr val="1F26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6" name="Freeform 256">
              <a:extLst>
                <a:ext uri="{FF2B5EF4-FFF2-40B4-BE49-F238E27FC236}">
                  <a16:creationId xmlns:a16="http://schemas.microsoft.com/office/drawing/2014/main" id="{BFE34AE1-E0E2-35C0-59BF-EEC4DBE39B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4088" y="4006851"/>
              <a:ext cx="471488" cy="1576388"/>
            </a:xfrm>
            <a:custGeom>
              <a:avLst/>
              <a:gdLst>
                <a:gd name="T0" fmla="*/ 15 w 125"/>
                <a:gd name="T1" fmla="*/ 0 h 418"/>
                <a:gd name="T2" fmla="*/ 1 w 125"/>
                <a:gd name="T3" fmla="*/ 207 h 418"/>
                <a:gd name="T4" fmla="*/ 7 w 125"/>
                <a:gd name="T5" fmla="*/ 418 h 418"/>
                <a:gd name="T6" fmla="*/ 36 w 125"/>
                <a:gd name="T7" fmla="*/ 418 h 418"/>
                <a:gd name="T8" fmla="*/ 87 w 125"/>
                <a:gd name="T9" fmla="*/ 112 h 418"/>
                <a:gd name="T10" fmla="*/ 104 w 125"/>
                <a:gd name="T11" fmla="*/ 87 h 418"/>
                <a:gd name="T12" fmla="*/ 109 w 125"/>
                <a:gd name="T13" fmla="*/ 9 h 418"/>
                <a:gd name="T14" fmla="*/ 72 w 125"/>
                <a:gd name="T15" fmla="*/ 24 h 418"/>
                <a:gd name="T16" fmla="*/ 15 w 125"/>
                <a:gd name="T17" fmla="*/ 0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" h="418">
                  <a:moveTo>
                    <a:pt x="15" y="0"/>
                  </a:moveTo>
                  <a:cubicBezTo>
                    <a:pt x="15" y="0"/>
                    <a:pt x="2" y="155"/>
                    <a:pt x="1" y="207"/>
                  </a:cubicBezTo>
                  <a:cubicBezTo>
                    <a:pt x="0" y="260"/>
                    <a:pt x="7" y="418"/>
                    <a:pt x="7" y="418"/>
                  </a:cubicBezTo>
                  <a:cubicBezTo>
                    <a:pt x="36" y="418"/>
                    <a:pt x="36" y="418"/>
                    <a:pt x="36" y="418"/>
                  </a:cubicBezTo>
                  <a:cubicBezTo>
                    <a:pt x="36" y="418"/>
                    <a:pt x="79" y="160"/>
                    <a:pt x="87" y="112"/>
                  </a:cubicBezTo>
                  <a:cubicBezTo>
                    <a:pt x="87" y="112"/>
                    <a:pt x="83" y="119"/>
                    <a:pt x="104" y="87"/>
                  </a:cubicBezTo>
                  <a:cubicBezTo>
                    <a:pt x="125" y="55"/>
                    <a:pt x="110" y="10"/>
                    <a:pt x="109" y="9"/>
                  </a:cubicBezTo>
                  <a:cubicBezTo>
                    <a:pt x="72" y="24"/>
                    <a:pt x="72" y="24"/>
                    <a:pt x="72" y="24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rgbClr val="374E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7" name="Freeform 257">
              <a:extLst>
                <a:ext uri="{FF2B5EF4-FFF2-40B4-BE49-F238E27FC236}">
                  <a16:creationId xmlns:a16="http://schemas.microsoft.com/office/drawing/2014/main" id="{2164E51A-6677-EC55-FF4A-A94ECCEF2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288" y="3289301"/>
              <a:ext cx="561975" cy="704850"/>
            </a:xfrm>
            <a:custGeom>
              <a:avLst/>
              <a:gdLst>
                <a:gd name="T0" fmla="*/ 92 w 149"/>
                <a:gd name="T1" fmla="*/ 115 h 187"/>
                <a:gd name="T2" fmla="*/ 65 w 149"/>
                <a:gd name="T3" fmla="*/ 160 h 187"/>
                <a:gd name="T4" fmla="*/ 77 w 149"/>
                <a:gd name="T5" fmla="*/ 187 h 187"/>
                <a:gd name="T6" fmla="*/ 142 w 149"/>
                <a:gd name="T7" fmla="*/ 116 h 187"/>
                <a:gd name="T8" fmla="*/ 47 w 149"/>
                <a:gd name="T9" fmla="*/ 5 h 187"/>
                <a:gd name="T10" fmla="*/ 33 w 149"/>
                <a:gd name="T11" fmla="*/ 2 h 187"/>
                <a:gd name="T12" fmla="*/ 0 w 149"/>
                <a:gd name="T13" fmla="*/ 13 h 187"/>
                <a:gd name="T14" fmla="*/ 92 w 149"/>
                <a:gd name="T15" fmla="*/ 115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9" h="187">
                  <a:moveTo>
                    <a:pt x="92" y="115"/>
                  </a:moveTo>
                  <a:cubicBezTo>
                    <a:pt x="65" y="160"/>
                    <a:pt x="65" y="160"/>
                    <a:pt x="65" y="160"/>
                  </a:cubicBezTo>
                  <a:cubicBezTo>
                    <a:pt x="77" y="187"/>
                    <a:pt x="77" y="187"/>
                    <a:pt x="77" y="187"/>
                  </a:cubicBezTo>
                  <a:cubicBezTo>
                    <a:pt x="77" y="187"/>
                    <a:pt x="149" y="131"/>
                    <a:pt x="142" y="116"/>
                  </a:cubicBezTo>
                  <a:cubicBezTo>
                    <a:pt x="137" y="103"/>
                    <a:pt x="66" y="26"/>
                    <a:pt x="47" y="5"/>
                  </a:cubicBezTo>
                  <a:cubicBezTo>
                    <a:pt x="43" y="1"/>
                    <a:pt x="38" y="0"/>
                    <a:pt x="33" y="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95" y="105"/>
                    <a:pt x="92" y="115"/>
                  </a:cubicBezTo>
                  <a:close/>
                </a:path>
              </a:pathLst>
            </a:custGeom>
            <a:solidFill>
              <a:srgbClr val="FBBF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8" name="Freeform 258">
              <a:extLst>
                <a:ext uri="{FF2B5EF4-FFF2-40B4-BE49-F238E27FC236}">
                  <a16:creationId xmlns:a16="http://schemas.microsoft.com/office/drawing/2014/main" id="{038C6D93-34C0-FEE2-16DC-F92463BFF2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5038" y="3221038"/>
              <a:ext cx="539750" cy="1060450"/>
            </a:xfrm>
            <a:custGeom>
              <a:avLst/>
              <a:gdLst>
                <a:gd name="T0" fmla="*/ 30 w 143"/>
                <a:gd name="T1" fmla="*/ 19 h 281"/>
                <a:gd name="T2" fmla="*/ 0 w 143"/>
                <a:gd name="T3" fmla="*/ 281 h 281"/>
                <a:gd name="T4" fmla="*/ 143 w 143"/>
                <a:gd name="T5" fmla="*/ 267 h 281"/>
                <a:gd name="T6" fmla="*/ 120 w 143"/>
                <a:gd name="T7" fmla="*/ 41 h 281"/>
                <a:gd name="T8" fmla="*/ 30 w 143"/>
                <a:gd name="T9" fmla="*/ 19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" h="281">
                  <a:moveTo>
                    <a:pt x="30" y="19"/>
                  </a:moveTo>
                  <a:cubicBezTo>
                    <a:pt x="30" y="19"/>
                    <a:pt x="21" y="237"/>
                    <a:pt x="0" y="281"/>
                  </a:cubicBezTo>
                  <a:cubicBezTo>
                    <a:pt x="0" y="281"/>
                    <a:pt x="98" y="267"/>
                    <a:pt x="143" y="267"/>
                  </a:cubicBezTo>
                  <a:cubicBezTo>
                    <a:pt x="143" y="267"/>
                    <a:pt x="142" y="82"/>
                    <a:pt x="120" y="41"/>
                  </a:cubicBezTo>
                  <a:cubicBezTo>
                    <a:pt x="99" y="0"/>
                    <a:pt x="51" y="8"/>
                    <a:pt x="30" y="19"/>
                  </a:cubicBezTo>
                  <a:close/>
                </a:path>
              </a:pathLst>
            </a:custGeom>
            <a:solidFill>
              <a:srgbClr val="FCD0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79" name="Freeform 259">
              <a:extLst>
                <a:ext uri="{FF2B5EF4-FFF2-40B4-BE49-F238E27FC236}">
                  <a16:creationId xmlns:a16="http://schemas.microsoft.com/office/drawing/2014/main" id="{7207098F-0B1D-C36F-D99A-6406871E34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3463" y="3368676"/>
              <a:ext cx="309563" cy="260350"/>
            </a:xfrm>
            <a:custGeom>
              <a:avLst/>
              <a:gdLst>
                <a:gd name="T0" fmla="*/ 54 w 82"/>
                <a:gd name="T1" fmla="*/ 60 h 69"/>
                <a:gd name="T2" fmla="*/ 82 w 82"/>
                <a:gd name="T3" fmla="*/ 14 h 69"/>
                <a:gd name="T4" fmla="*/ 2 w 82"/>
                <a:gd name="T5" fmla="*/ 9 h 69"/>
                <a:gd name="T6" fmla="*/ 0 w 82"/>
                <a:gd name="T7" fmla="*/ 49 h 69"/>
                <a:gd name="T8" fmla="*/ 54 w 82"/>
                <a:gd name="T9" fmla="*/ 6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69">
                  <a:moveTo>
                    <a:pt x="54" y="60"/>
                  </a:moveTo>
                  <a:cubicBezTo>
                    <a:pt x="75" y="49"/>
                    <a:pt x="82" y="34"/>
                    <a:pt x="82" y="14"/>
                  </a:cubicBezTo>
                  <a:cubicBezTo>
                    <a:pt x="82" y="0"/>
                    <a:pt x="34" y="7"/>
                    <a:pt x="2" y="9"/>
                  </a:cubicBezTo>
                  <a:cubicBezTo>
                    <a:pt x="2" y="20"/>
                    <a:pt x="1" y="34"/>
                    <a:pt x="0" y="49"/>
                  </a:cubicBezTo>
                  <a:cubicBezTo>
                    <a:pt x="12" y="63"/>
                    <a:pt x="38" y="69"/>
                    <a:pt x="54" y="60"/>
                  </a:cubicBezTo>
                  <a:close/>
                </a:path>
              </a:pathLst>
            </a:custGeom>
            <a:solidFill>
              <a:srgbClr val="FBBF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0" name="Freeform 260">
              <a:extLst>
                <a:ext uri="{FF2B5EF4-FFF2-40B4-BE49-F238E27FC236}">
                  <a16:creationId xmlns:a16="http://schemas.microsoft.com/office/drawing/2014/main" id="{2D9DF565-C404-47EB-3EF5-9247DAA833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200" y="2935288"/>
              <a:ext cx="900113" cy="614363"/>
            </a:xfrm>
            <a:custGeom>
              <a:avLst/>
              <a:gdLst>
                <a:gd name="T0" fmla="*/ 46 w 239"/>
                <a:gd name="T1" fmla="*/ 104 h 163"/>
                <a:gd name="T2" fmla="*/ 168 w 239"/>
                <a:gd name="T3" fmla="*/ 161 h 163"/>
                <a:gd name="T4" fmla="*/ 234 w 239"/>
                <a:gd name="T5" fmla="*/ 131 h 163"/>
                <a:gd name="T6" fmla="*/ 177 w 239"/>
                <a:gd name="T7" fmla="*/ 91 h 163"/>
                <a:gd name="T8" fmla="*/ 82 w 239"/>
                <a:gd name="T9" fmla="*/ 77 h 163"/>
                <a:gd name="T10" fmla="*/ 26 w 239"/>
                <a:gd name="T11" fmla="*/ 0 h 163"/>
                <a:gd name="T12" fmla="*/ 0 w 239"/>
                <a:gd name="T13" fmla="*/ 11 h 163"/>
                <a:gd name="T14" fmla="*/ 46 w 239"/>
                <a:gd name="T15" fmla="*/ 104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9" h="163">
                  <a:moveTo>
                    <a:pt x="46" y="104"/>
                  </a:moveTo>
                  <a:cubicBezTo>
                    <a:pt x="46" y="104"/>
                    <a:pt x="114" y="163"/>
                    <a:pt x="168" y="161"/>
                  </a:cubicBezTo>
                  <a:cubicBezTo>
                    <a:pt x="223" y="158"/>
                    <a:pt x="230" y="145"/>
                    <a:pt x="234" y="131"/>
                  </a:cubicBezTo>
                  <a:cubicBezTo>
                    <a:pt x="239" y="116"/>
                    <a:pt x="208" y="96"/>
                    <a:pt x="177" y="91"/>
                  </a:cubicBezTo>
                  <a:cubicBezTo>
                    <a:pt x="146" y="85"/>
                    <a:pt x="90" y="85"/>
                    <a:pt x="82" y="77"/>
                  </a:cubicBezTo>
                  <a:cubicBezTo>
                    <a:pt x="73" y="69"/>
                    <a:pt x="30" y="10"/>
                    <a:pt x="26" y="0"/>
                  </a:cubicBezTo>
                  <a:cubicBezTo>
                    <a:pt x="0" y="11"/>
                    <a:pt x="0" y="11"/>
                    <a:pt x="0" y="11"/>
                  </a:cubicBezTo>
                  <a:lnTo>
                    <a:pt x="46" y="104"/>
                  </a:lnTo>
                  <a:close/>
                </a:path>
              </a:pathLst>
            </a:custGeom>
            <a:solidFill>
              <a:srgbClr val="FCD0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1" name="Freeform 261">
              <a:extLst>
                <a:ext uri="{FF2B5EF4-FFF2-40B4-BE49-F238E27FC236}">
                  <a16:creationId xmlns:a16="http://schemas.microsoft.com/office/drawing/2014/main" id="{32B033BE-AC7C-6DE9-5C90-B8FDFCD94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5525" y="2941638"/>
              <a:ext cx="312738" cy="303213"/>
            </a:xfrm>
            <a:custGeom>
              <a:avLst/>
              <a:gdLst>
                <a:gd name="T0" fmla="*/ 38 w 83"/>
                <a:gd name="T1" fmla="*/ 0 h 80"/>
                <a:gd name="T2" fmla="*/ 21 w 83"/>
                <a:gd name="T3" fmla="*/ 17 h 80"/>
                <a:gd name="T4" fmla="*/ 4 w 83"/>
                <a:gd name="T5" fmla="*/ 35 h 80"/>
                <a:gd name="T6" fmla="*/ 8 w 83"/>
                <a:gd name="T7" fmla="*/ 40 h 80"/>
                <a:gd name="T8" fmla="*/ 0 w 83"/>
                <a:gd name="T9" fmla="*/ 56 h 80"/>
                <a:gd name="T10" fmla="*/ 49 w 83"/>
                <a:gd name="T11" fmla="*/ 68 h 80"/>
                <a:gd name="T12" fmla="*/ 71 w 83"/>
                <a:gd name="T13" fmla="*/ 53 h 80"/>
                <a:gd name="T14" fmla="*/ 38 w 83"/>
                <a:gd name="T1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3" h="80">
                  <a:moveTo>
                    <a:pt x="38" y="0"/>
                  </a:moveTo>
                  <a:cubicBezTo>
                    <a:pt x="38" y="0"/>
                    <a:pt x="28" y="5"/>
                    <a:pt x="21" y="17"/>
                  </a:cubicBezTo>
                  <a:cubicBezTo>
                    <a:pt x="13" y="28"/>
                    <a:pt x="4" y="35"/>
                    <a:pt x="4" y="35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40"/>
                    <a:pt x="0" y="47"/>
                    <a:pt x="0" y="56"/>
                  </a:cubicBezTo>
                  <a:cubicBezTo>
                    <a:pt x="2" y="76"/>
                    <a:pt x="34" y="80"/>
                    <a:pt x="49" y="68"/>
                  </a:cubicBezTo>
                  <a:cubicBezTo>
                    <a:pt x="53" y="65"/>
                    <a:pt x="67" y="61"/>
                    <a:pt x="71" y="53"/>
                  </a:cubicBezTo>
                  <a:cubicBezTo>
                    <a:pt x="83" y="34"/>
                    <a:pt x="79" y="4"/>
                    <a:pt x="38" y="0"/>
                  </a:cubicBezTo>
                  <a:close/>
                </a:path>
              </a:pathLst>
            </a:custGeom>
            <a:solidFill>
              <a:srgbClr val="F3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2" name="Freeform 262">
              <a:extLst>
                <a:ext uri="{FF2B5EF4-FFF2-40B4-BE49-F238E27FC236}">
                  <a16:creationId xmlns:a16="http://schemas.microsoft.com/office/drawing/2014/main" id="{C30F324E-9750-CD5D-98D5-70E77A6D6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3625" y="2795588"/>
              <a:ext cx="365125" cy="395288"/>
            </a:xfrm>
            <a:custGeom>
              <a:avLst/>
              <a:gdLst>
                <a:gd name="T0" fmla="*/ 43 w 97"/>
                <a:gd name="T1" fmla="*/ 83 h 105"/>
                <a:gd name="T2" fmla="*/ 38 w 97"/>
                <a:gd name="T3" fmla="*/ 50 h 105"/>
                <a:gd name="T4" fmla="*/ 17 w 97"/>
                <a:gd name="T5" fmla="*/ 44 h 105"/>
                <a:gd name="T6" fmla="*/ 45 w 97"/>
                <a:gd name="T7" fmla="*/ 25 h 105"/>
                <a:gd name="T8" fmla="*/ 61 w 97"/>
                <a:gd name="T9" fmla="*/ 11 h 105"/>
                <a:gd name="T10" fmla="*/ 82 w 97"/>
                <a:gd name="T11" fmla="*/ 38 h 105"/>
                <a:gd name="T12" fmla="*/ 91 w 97"/>
                <a:gd name="T13" fmla="*/ 57 h 105"/>
                <a:gd name="T14" fmla="*/ 55 w 97"/>
                <a:gd name="T15" fmla="*/ 103 h 105"/>
                <a:gd name="T16" fmla="*/ 42 w 97"/>
                <a:gd name="T17" fmla="*/ 105 h 105"/>
                <a:gd name="T18" fmla="*/ 55 w 97"/>
                <a:gd name="T19" fmla="*/ 86 h 105"/>
                <a:gd name="T20" fmla="*/ 43 w 97"/>
                <a:gd name="T21" fmla="*/ 83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7" h="105">
                  <a:moveTo>
                    <a:pt x="43" y="83"/>
                  </a:moveTo>
                  <a:cubicBezTo>
                    <a:pt x="43" y="83"/>
                    <a:pt x="33" y="63"/>
                    <a:pt x="38" y="50"/>
                  </a:cubicBezTo>
                  <a:cubicBezTo>
                    <a:pt x="38" y="50"/>
                    <a:pt x="26" y="50"/>
                    <a:pt x="17" y="44"/>
                  </a:cubicBezTo>
                  <a:cubicBezTo>
                    <a:pt x="0" y="35"/>
                    <a:pt x="20" y="0"/>
                    <a:pt x="45" y="25"/>
                  </a:cubicBezTo>
                  <a:cubicBezTo>
                    <a:pt x="45" y="25"/>
                    <a:pt x="43" y="8"/>
                    <a:pt x="61" y="11"/>
                  </a:cubicBezTo>
                  <a:cubicBezTo>
                    <a:pt x="78" y="14"/>
                    <a:pt x="85" y="21"/>
                    <a:pt x="82" y="38"/>
                  </a:cubicBezTo>
                  <a:cubicBezTo>
                    <a:pt x="79" y="55"/>
                    <a:pt x="86" y="47"/>
                    <a:pt x="91" y="57"/>
                  </a:cubicBezTo>
                  <a:cubicBezTo>
                    <a:pt x="97" y="67"/>
                    <a:pt x="68" y="102"/>
                    <a:pt x="55" y="103"/>
                  </a:cubicBezTo>
                  <a:cubicBezTo>
                    <a:pt x="42" y="105"/>
                    <a:pt x="42" y="105"/>
                    <a:pt x="42" y="105"/>
                  </a:cubicBezTo>
                  <a:cubicBezTo>
                    <a:pt x="42" y="105"/>
                    <a:pt x="61" y="94"/>
                    <a:pt x="55" y="86"/>
                  </a:cubicBezTo>
                  <a:cubicBezTo>
                    <a:pt x="50" y="78"/>
                    <a:pt x="43" y="83"/>
                    <a:pt x="43" y="83"/>
                  </a:cubicBezTo>
                  <a:close/>
                </a:path>
              </a:pathLst>
            </a:custGeom>
            <a:solidFill>
              <a:srgbClr val="351F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C92421D2-3F31-A0C3-EBC1-5B0C5851FF06}"/>
                </a:ext>
              </a:extLst>
            </p:cNvPr>
            <p:cNvSpPr/>
            <p:nvPr/>
          </p:nvSpPr>
          <p:spPr>
            <a:xfrm>
              <a:off x="715764" y="3334255"/>
              <a:ext cx="3635940" cy="1464759"/>
            </a:xfrm>
            <a:custGeom>
              <a:avLst/>
              <a:gdLst>
                <a:gd name="connsiteX0" fmla="*/ 3635940 w 3635940"/>
                <a:gd name="connsiteY0" fmla="*/ 0 h 1464759"/>
                <a:gd name="connsiteX1" fmla="*/ 3634609 w 3635940"/>
                <a:gd name="connsiteY1" fmla="*/ 28965 h 1464759"/>
                <a:gd name="connsiteX2" fmla="*/ 3573457 w 3635940"/>
                <a:gd name="connsiteY2" fmla="*/ 1359130 h 1464759"/>
                <a:gd name="connsiteX3" fmla="*/ 3460342 w 3635940"/>
                <a:gd name="connsiteY3" fmla="*/ 1464759 h 1464759"/>
                <a:gd name="connsiteX4" fmla="*/ 127208 w 3635940"/>
                <a:gd name="connsiteY4" fmla="*/ 1464759 h 1464759"/>
                <a:gd name="connsiteX5" fmla="*/ 14092 w 3635940"/>
                <a:gd name="connsiteY5" fmla="*/ 1359130 h 1464759"/>
                <a:gd name="connsiteX6" fmla="*/ 2146 w 3635940"/>
                <a:gd name="connsiteY6" fmla="*/ 969332 h 1464759"/>
                <a:gd name="connsiteX7" fmla="*/ 0 w 3635940"/>
                <a:gd name="connsiteY7" fmla="*/ 899313 h 1464759"/>
                <a:gd name="connsiteX8" fmla="*/ 73365 w 3635940"/>
                <a:gd name="connsiteY8" fmla="*/ 813749 h 1464759"/>
                <a:gd name="connsiteX9" fmla="*/ 793949 w 3635940"/>
                <a:gd name="connsiteY9" fmla="*/ 332871 h 1464759"/>
                <a:gd name="connsiteX10" fmla="*/ 2389386 w 3635940"/>
                <a:gd name="connsiteY10" fmla="*/ 766259 h 1464759"/>
                <a:gd name="connsiteX11" fmla="*/ 3541911 w 3635940"/>
                <a:gd name="connsiteY11" fmla="*/ 47121 h 146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35940" h="1464759">
                  <a:moveTo>
                    <a:pt x="3635940" y="0"/>
                  </a:moveTo>
                  <a:lnTo>
                    <a:pt x="3634609" y="28965"/>
                  </a:lnTo>
                  <a:cubicBezTo>
                    <a:pt x="3573457" y="1359130"/>
                    <a:pt x="3573457" y="1359130"/>
                    <a:pt x="3573457" y="1359130"/>
                  </a:cubicBezTo>
                  <a:cubicBezTo>
                    <a:pt x="3573457" y="1415717"/>
                    <a:pt x="3520670" y="1464759"/>
                    <a:pt x="3460342" y="1464759"/>
                  </a:cubicBezTo>
                  <a:cubicBezTo>
                    <a:pt x="127208" y="1464759"/>
                    <a:pt x="127208" y="1464759"/>
                    <a:pt x="127208" y="1464759"/>
                  </a:cubicBezTo>
                  <a:cubicBezTo>
                    <a:pt x="63109" y="1464759"/>
                    <a:pt x="14092" y="1415717"/>
                    <a:pt x="14092" y="1359130"/>
                  </a:cubicBezTo>
                  <a:cubicBezTo>
                    <a:pt x="9851" y="1220728"/>
                    <a:pt x="5874" y="1090975"/>
                    <a:pt x="2146" y="969332"/>
                  </a:cubicBezTo>
                  <a:lnTo>
                    <a:pt x="0" y="899313"/>
                  </a:lnTo>
                  <a:lnTo>
                    <a:pt x="73365" y="813749"/>
                  </a:lnTo>
                  <a:cubicBezTo>
                    <a:pt x="271624" y="593382"/>
                    <a:pt x="522090" y="375535"/>
                    <a:pt x="793949" y="332871"/>
                  </a:cubicBezTo>
                  <a:cubicBezTo>
                    <a:pt x="1228924" y="264609"/>
                    <a:pt x="1931392" y="813884"/>
                    <a:pt x="2389386" y="766259"/>
                  </a:cubicBezTo>
                  <a:cubicBezTo>
                    <a:pt x="2847380" y="718634"/>
                    <a:pt x="3215680" y="193171"/>
                    <a:pt x="3541911" y="47121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37000"/>
                  </a:schemeClr>
                </a:gs>
                <a:gs pos="100000">
                  <a:schemeClr val="bg1">
                    <a:alpha val="12000"/>
                  </a:scheme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231" name="Group 1230">
              <a:extLst>
                <a:ext uri="{FF2B5EF4-FFF2-40B4-BE49-F238E27FC236}">
                  <a16:creationId xmlns:a16="http://schemas.microsoft.com/office/drawing/2014/main" id="{5E3E44C3-2B7A-ABA9-3F34-B2F4012CE055}"/>
                </a:ext>
              </a:extLst>
            </p:cNvPr>
            <p:cNvGrpSpPr/>
            <p:nvPr/>
          </p:nvGrpSpPr>
          <p:grpSpPr>
            <a:xfrm>
              <a:off x="-295275" y="1512888"/>
              <a:ext cx="4678363" cy="3497263"/>
              <a:chOff x="-295275" y="1512888"/>
              <a:chExt cx="4678363" cy="3497263"/>
            </a:xfrm>
          </p:grpSpPr>
          <p:sp>
            <p:nvSpPr>
              <p:cNvPr id="1134" name="Freeform 164">
                <a:extLst>
                  <a:ext uri="{FF2B5EF4-FFF2-40B4-BE49-F238E27FC236}">
                    <a16:creationId xmlns:a16="http://schemas.microsoft.com/office/drawing/2014/main" id="{7CDE9676-9EBD-F323-C7A1-5FF9922F52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375" y="4183063"/>
                <a:ext cx="3575051" cy="509588"/>
              </a:xfrm>
              <a:custGeom>
                <a:avLst/>
                <a:gdLst>
                  <a:gd name="T0" fmla="*/ 2252 w 2252"/>
                  <a:gd name="T1" fmla="*/ 304 h 321"/>
                  <a:gd name="T2" fmla="*/ 2252 w 2252"/>
                  <a:gd name="T3" fmla="*/ 304 h 321"/>
                  <a:gd name="T4" fmla="*/ 2252 w 2252"/>
                  <a:gd name="T5" fmla="*/ 321 h 321"/>
                  <a:gd name="T6" fmla="*/ 2252 w 2252"/>
                  <a:gd name="T7" fmla="*/ 304 h 321"/>
                  <a:gd name="T8" fmla="*/ 0 w 2252"/>
                  <a:gd name="T9" fmla="*/ 0 h 321"/>
                  <a:gd name="T10" fmla="*/ 0 w 2252"/>
                  <a:gd name="T11" fmla="*/ 0 h 321"/>
                  <a:gd name="T12" fmla="*/ 0 w 2252"/>
                  <a:gd name="T13" fmla="*/ 29 h 321"/>
                  <a:gd name="T14" fmla="*/ 0 w 2252"/>
                  <a:gd name="T15" fmla="*/ 29 h 321"/>
                  <a:gd name="T16" fmla="*/ 0 w 2252"/>
                  <a:gd name="T17" fmla="*/ 0 h 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52" h="321">
                    <a:moveTo>
                      <a:pt x="2252" y="304"/>
                    </a:moveTo>
                    <a:lnTo>
                      <a:pt x="2252" y="304"/>
                    </a:lnTo>
                    <a:lnTo>
                      <a:pt x="2252" y="321"/>
                    </a:lnTo>
                    <a:lnTo>
                      <a:pt x="2252" y="304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FEE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5" name="Freeform 165">
                <a:extLst>
                  <a:ext uri="{FF2B5EF4-FFF2-40B4-BE49-F238E27FC236}">
                    <a16:creationId xmlns:a16="http://schemas.microsoft.com/office/drawing/2014/main" id="{19CBC99C-A31B-301D-9CD0-8ADDBD7D9E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375" y="4183063"/>
                <a:ext cx="3575051" cy="509588"/>
              </a:xfrm>
              <a:custGeom>
                <a:avLst/>
                <a:gdLst>
                  <a:gd name="T0" fmla="*/ 2252 w 2252"/>
                  <a:gd name="T1" fmla="*/ 304 h 321"/>
                  <a:gd name="T2" fmla="*/ 2252 w 2252"/>
                  <a:gd name="T3" fmla="*/ 304 h 321"/>
                  <a:gd name="T4" fmla="*/ 2252 w 2252"/>
                  <a:gd name="T5" fmla="*/ 321 h 321"/>
                  <a:gd name="T6" fmla="*/ 2252 w 2252"/>
                  <a:gd name="T7" fmla="*/ 304 h 321"/>
                  <a:gd name="T8" fmla="*/ 0 w 2252"/>
                  <a:gd name="T9" fmla="*/ 0 h 321"/>
                  <a:gd name="T10" fmla="*/ 0 w 2252"/>
                  <a:gd name="T11" fmla="*/ 0 h 321"/>
                  <a:gd name="T12" fmla="*/ 0 w 2252"/>
                  <a:gd name="T13" fmla="*/ 29 h 321"/>
                  <a:gd name="T14" fmla="*/ 0 w 2252"/>
                  <a:gd name="T15" fmla="*/ 29 h 321"/>
                  <a:gd name="T16" fmla="*/ 0 w 2252"/>
                  <a:gd name="T17" fmla="*/ 0 h 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52" h="321">
                    <a:moveTo>
                      <a:pt x="2252" y="304"/>
                    </a:moveTo>
                    <a:lnTo>
                      <a:pt x="2252" y="304"/>
                    </a:lnTo>
                    <a:lnTo>
                      <a:pt x="2252" y="321"/>
                    </a:lnTo>
                    <a:lnTo>
                      <a:pt x="2252" y="304"/>
                    </a:lnTo>
                    <a:moveTo>
                      <a:pt x="0" y="0"/>
                    </a:moveTo>
                    <a:lnTo>
                      <a:pt x="0" y="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9" name="Freeform 169">
                <a:extLst>
                  <a:ext uri="{FF2B5EF4-FFF2-40B4-BE49-F238E27FC236}">
                    <a16:creationId xmlns:a16="http://schemas.microsoft.com/office/drawing/2014/main" id="{65655B99-00B4-5B24-32EA-A226683EC80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8512" y="2505076"/>
                <a:ext cx="3455988" cy="2157413"/>
              </a:xfrm>
              <a:custGeom>
                <a:avLst/>
                <a:gdLst>
                  <a:gd name="T0" fmla="*/ 891 w 917"/>
                  <a:gd name="T1" fmla="*/ 566 h 572"/>
                  <a:gd name="T2" fmla="*/ 852 w 917"/>
                  <a:gd name="T3" fmla="*/ 572 h 572"/>
                  <a:gd name="T4" fmla="*/ 765 w 917"/>
                  <a:gd name="T5" fmla="*/ 572 h 572"/>
                  <a:gd name="T6" fmla="*/ 699 w 917"/>
                  <a:gd name="T7" fmla="*/ 572 h 572"/>
                  <a:gd name="T8" fmla="*/ 655 w 917"/>
                  <a:gd name="T9" fmla="*/ 571 h 572"/>
                  <a:gd name="T10" fmla="*/ 612 w 917"/>
                  <a:gd name="T11" fmla="*/ 571 h 572"/>
                  <a:gd name="T12" fmla="*/ 590 w 917"/>
                  <a:gd name="T13" fmla="*/ 571 h 572"/>
                  <a:gd name="T14" fmla="*/ 547 w 917"/>
                  <a:gd name="T15" fmla="*/ 571 h 572"/>
                  <a:gd name="T16" fmla="*/ 503 w 917"/>
                  <a:gd name="T17" fmla="*/ 572 h 572"/>
                  <a:gd name="T18" fmla="*/ 416 w 917"/>
                  <a:gd name="T19" fmla="*/ 572 h 572"/>
                  <a:gd name="T20" fmla="*/ 350 w 917"/>
                  <a:gd name="T21" fmla="*/ 572 h 572"/>
                  <a:gd name="T22" fmla="*/ 306 w 917"/>
                  <a:gd name="T23" fmla="*/ 571 h 572"/>
                  <a:gd name="T24" fmla="*/ 263 w 917"/>
                  <a:gd name="T25" fmla="*/ 571 h 572"/>
                  <a:gd name="T26" fmla="*/ 241 w 917"/>
                  <a:gd name="T27" fmla="*/ 571 h 572"/>
                  <a:gd name="T28" fmla="*/ 198 w 917"/>
                  <a:gd name="T29" fmla="*/ 571 h 572"/>
                  <a:gd name="T30" fmla="*/ 154 w 917"/>
                  <a:gd name="T31" fmla="*/ 572 h 572"/>
                  <a:gd name="T32" fmla="*/ 67 w 917"/>
                  <a:gd name="T33" fmla="*/ 572 h 572"/>
                  <a:gd name="T34" fmla="*/ 17 w 917"/>
                  <a:gd name="T35" fmla="*/ 572 h 572"/>
                  <a:gd name="T36" fmla="*/ 891 w 917"/>
                  <a:gd name="T37" fmla="*/ 545 h 572"/>
                  <a:gd name="T38" fmla="*/ 17 w 917"/>
                  <a:gd name="T39" fmla="*/ 529 h 572"/>
                  <a:gd name="T40" fmla="*/ 893 w 917"/>
                  <a:gd name="T41" fmla="*/ 501 h 572"/>
                  <a:gd name="T42" fmla="*/ 15 w 917"/>
                  <a:gd name="T43" fmla="*/ 485 h 572"/>
                  <a:gd name="T44" fmla="*/ 895 w 917"/>
                  <a:gd name="T45" fmla="*/ 457 h 572"/>
                  <a:gd name="T46" fmla="*/ 14 w 917"/>
                  <a:gd name="T47" fmla="*/ 442 h 572"/>
                  <a:gd name="T48" fmla="*/ 897 w 917"/>
                  <a:gd name="T49" fmla="*/ 414 h 572"/>
                  <a:gd name="T50" fmla="*/ 13 w 917"/>
                  <a:gd name="T51" fmla="*/ 398 h 572"/>
                  <a:gd name="T52" fmla="*/ 899 w 917"/>
                  <a:gd name="T53" fmla="*/ 370 h 572"/>
                  <a:gd name="T54" fmla="*/ 11 w 917"/>
                  <a:gd name="T55" fmla="*/ 354 h 572"/>
                  <a:gd name="T56" fmla="*/ 901 w 917"/>
                  <a:gd name="T57" fmla="*/ 327 h 572"/>
                  <a:gd name="T58" fmla="*/ 10 w 917"/>
                  <a:gd name="T59" fmla="*/ 311 h 572"/>
                  <a:gd name="T60" fmla="*/ 903 w 917"/>
                  <a:gd name="T61" fmla="*/ 283 h 572"/>
                  <a:gd name="T62" fmla="*/ 9 w 917"/>
                  <a:gd name="T63" fmla="*/ 267 h 572"/>
                  <a:gd name="T64" fmla="*/ 905 w 917"/>
                  <a:gd name="T65" fmla="*/ 240 h 572"/>
                  <a:gd name="T66" fmla="*/ 7 w 917"/>
                  <a:gd name="T67" fmla="*/ 223 h 572"/>
                  <a:gd name="T68" fmla="*/ 907 w 917"/>
                  <a:gd name="T69" fmla="*/ 196 h 572"/>
                  <a:gd name="T70" fmla="*/ 6 w 917"/>
                  <a:gd name="T71" fmla="*/ 180 h 572"/>
                  <a:gd name="T72" fmla="*/ 909 w 917"/>
                  <a:gd name="T73" fmla="*/ 152 h 572"/>
                  <a:gd name="T74" fmla="*/ 5 w 917"/>
                  <a:gd name="T75" fmla="*/ 136 h 572"/>
                  <a:gd name="T76" fmla="*/ 911 w 917"/>
                  <a:gd name="T77" fmla="*/ 109 h 572"/>
                  <a:gd name="T78" fmla="*/ 3 w 917"/>
                  <a:gd name="T79" fmla="*/ 93 h 572"/>
                  <a:gd name="T80" fmla="*/ 913 w 917"/>
                  <a:gd name="T81" fmla="*/ 65 h 572"/>
                  <a:gd name="T82" fmla="*/ 2 w 917"/>
                  <a:gd name="T83" fmla="*/ 49 h 572"/>
                  <a:gd name="T84" fmla="*/ 915 w 917"/>
                  <a:gd name="T85" fmla="*/ 22 h 572"/>
                  <a:gd name="T86" fmla="*/ 916 w 917"/>
                  <a:gd name="T87" fmla="*/ 21 h 572"/>
                  <a:gd name="T88" fmla="*/ 1 w 917"/>
                  <a:gd name="T89" fmla="*/ 2 h 572"/>
                  <a:gd name="T90" fmla="*/ 892 w 917"/>
                  <a:gd name="T91" fmla="*/ 0 h 572"/>
                  <a:gd name="T92" fmla="*/ 849 w 917"/>
                  <a:gd name="T93" fmla="*/ 1 h 572"/>
                  <a:gd name="T94" fmla="*/ 805 w 917"/>
                  <a:gd name="T95" fmla="*/ 2 h 572"/>
                  <a:gd name="T96" fmla="*/ 717 w 917"/>
                  <a:gd name="T97" fmla="*/ 2 h 572"/>
                  <a:gd name="T98" fmla="*/ 652 w 917"/>
                  <a:gd name="T99" fmla="*/ 2 h 572"/>
                  <a:gd name="T100" fmla="*/ 607 w 917"/>
                  <a:gd name="T101" fmla="*/ 1 h 572"/>
                  <a:gd name="T102" fmla="*/ 565 w 917"/>
                  <a:gd name="T103" fmla="*/ 0 h 572"/>
                  <a:gd name="T104" fmla="*/ 543 w 917"/>
                  <a:gd name="T105" fmla="*/ 0 h 572"/>
                  <a:gd name="T106" fmla="*/ 500 w 917"/>
                  <a:gd name="T107" fmla="*/ 1 h 572"/>
                  <a:gd name="T108" fmla="*/ 456 w 917"/>
                  <a:gd name="T109" fmla="*/ 2 h 572"/>
                  <a:gd name="T110" fmla="*/ 368 w 917"/>
                  <a:gd name="T111" fmla="*/ 2 h 572"/>
                  <a:gd name="T112" fmla="*/ 303 w 917"/>
                  <a:gd name="T113" fmla="*/ 2 h 572"/>
                  <a:gd name="T114" fmla="*/ 258 w 917"/>
                  <a:gd name="T115" fmla="*/ 1 h 572"/>
                  <a:gd name="T116" fmla="*/ 216 w 917"/>
                  <a:gd name="T117" fmla="*/ 0 h 572"/>
                  <a:gd name="T118" fmla="*/ 194 w 917"/>
                  <a:gd name="T119" fmla="*/ 0 h 572"/>
                  <a:gd name="T120" fmla="*/ 151 w 917"/>
                  <a:gd name="T121" fmla="*/ 1 h 572"/>
                  <a:gd name="T122" fmla="*/ 106 w 917"/>
                  <a:gd name="T123" fmla="*/ 2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17" h="572">
                    <a:moveTo>
                      <a:pt x="891" y="572"/>
                    </a:moveTo>
                    <a:cubicBezTo>
                      <a:pt x="874" y="572"/>
                      <a:pt x="874" y="572"/>
                      <a:pt x="874" y="572"/>
                    </a:cubicBezTo>
                    <a:cubicBezTo>
                      <a:pt x="873" y="572"/>
                      <a:pt x="873" y="572"/>
                      <a:pt x="873" y="571"/>
                    </a:cubicBezTo>
                    <a:cubicBezTo>
                      <a:pt x="873" y="571"/>
                      <a:pt x="873" y="571"/>
                      <a:pt x="874" y="571"/>
                    </a:cubicBezTo>
                    <a:cubicBezTo>
                      <a:pt x="889" y="571"/>
                      <a:pt x="889" y="571"/>
                      <a:pt x="889" y="571"/>
                    </a:cubicBezTo>
                    <a:cubicBezTo>
                      <a:pt x="889" y="566"/>
                      <a:pt x="889" y="566"/>
                      <a:pt x="889" y="566"/>
                    </a:cubicBezTo>
                    <a:cubicBezTo>
                      <a:pt x="889" y="565"/>
                      <a:pt x="890" y="565"/>
                      <a:pt x="890" y="565"/>
                    </a:cubicBezTo>
                    <a:cubicBezTo>
                      <a:pt x="890" y="565"/>
                      <a:pt x="891" y="565"/>
                      <a:pt x="891" y="566"/>
                    </a:cubicBezTo>
                    <a:cubicBezTo>
                      <a:pt x="891" y="572"/>
                      <a:pt x="891" y="572"/>
                      <a:pt x="891" y="572"/>
                    </a:cubicBezTo>
                    <a:moveTo>
                      <a:pt x="852" y="572"/>
                    </a:moveTo>
                    <a:cubicBezTo>
                      <a:pt x="830" y="572"/>
                      <a:pt x="830" y="572"/>
                      <a:pt x="830" y="572"/>
                    </a:cubicBezTo>
                    <a:cubicBezTo>
                      <a:pt x="830" y="572"/>
                      <a:pt x="829" y="572"/>
                      <a:pt x="829" y="571"/>
                    </a:cubicBezTo>
                    <a:cubicBezTo>
                      <a:pt x="829" y="571"/>
                      <a:pt x="830" y="571"/>
                      <a:pt x="830" y="571"/>
                    </a:cubicBezTo>
                    <a:cubicBezTo>
                      <a:pt x="852" y="571"/>
                      <a:pt x="852" y="571"/>
                      <a:pt x="852" y="571"/>
                    </a:cubicBezTo>
                    <a:cubicBezTo>
                      <a:pt x="852" y="571"/>
                      <a:pt x="853" y="571"/>
                      <a:pt x="853" y="571"/>
                    </a:cubicBezTo>
                    <a:cubicBezTo>
                      <a:pt x="853" y="572"/>
                      <a:pt x="852" y="572"/>
                      <a:pt x="852" y="572"/>
                    </a:cubicBezTo>
                    <a:moveTo>
                      <a:pt x="808" y="572"/>
                    </a:moveTo>
                    <a:cubicBezTo>
                      <a:pt x="787" y="572"/>
                      <a:pt x="787" y="572"/>
                      <a:pt x="787" y="572"/>
                    </a:cubicBezTo>
                    <a:cubicBezTo>
                      <a:pt x="786" y="572"/>
                      <a:pt x="786" y="572"/>
                      <a:pt x="786" y="571"/>
                    </a:cubicBezTo>
                    <a:cubicBezTo>
                      <a:pt x="786" y="571"/>
                      <a:pt x="786" y="571"/>
                      <a:pt x="787" y="571"/>
                    </a:cubicBezTo>
                    <a:cubicBezTo>
                      <a:pt x="808" y="571"/>
                      <a:pt x="808" y="571"/>
                      <a:pt x="808" y="571"/>
                    </a:cubicBezTo>
                    <a:cubicBezTo>
                      <a:pt x="809" y="571"/>
                      <a:pt x="809" y="571"/>
                      <a:pt x="809" y="571"/>
                    </a:cubicBezTo>
                    <a:cubicBezTo>
                      <a:pt x="809" y="572"/>
                      <a:pt x="809" y="572"/>
                      <a:pt x="808" y="572"/>
                    </a:cubicBezTo>
                    <a:moveTo>
                      <a:pt x="765" y="572"/>
                    </a:moveTo>
                    <a:cubicBezTo>
                      <a:pt x="743" y="572"/>
                      <a:pt x="743" y="572"/>
                      <a:pt x="743" y="572"/>
                    </a:cubicBezTo>
                    <a:cubicBezTo>
                      <a:pt x="742" y="572"/>
                      <a:pt x="742" y="572"/>
                      <a:pt x="742" y="571"/>
                    </a:cubicBezTo>
                    <a:cubicBezTo>
                      <a:pt x="742" y="571"/>
                      <a:pt x="742" y="571"/>
                      <a:pt x="743" y="571"/>
                    </a:cubicBezTo>
                    <a:cubicBezTo>
                      <a:pt x="765" y="571"/>
                      <a:pt x="765" y="571"/>
                      <a:pt x="765" y="571"/>
                    </a:cubicBezTo>
                    <a:cubicBezTo>
                      <a:pt x="765" y="571"/>
                      <a:pt x="766" y="571"/>
                      <a:pt x="766" y="571"/>
                    </a:cubicBezTo>
                    <a:cubicBezTo>
                      <a:pt x="766" y="572"/>
                      <a:pt x="765" y="572"/>
                      <a:pt x="765" y="572"/>
                    </a:cubicBezTo>
                    <a:moveTo>
                      <a:pt x="721" y="572"/>
                    </a:moveTo>
                    <a:cubicBezTo>
                      <a:pt x="699" y="572"/>
                      <a:pt x="699" y="572"/>
                      <a:pt x="699" y="572"/>
                    </a:cubicBezTo>
                    <a:cubicBezTo>
                      <a:pt x="699" y="572"/>
                      <a:pt x="698" y="572"/>
                      <a:pt x="698" y="571"/>
                    </a:cubicBezTo>
                    <a:cubicBezTo>
                      <a:pt x="698" y="571"/>
                      <a:pt x="699" y="571"/>
                      <a:pt x="699" y="571"/>
                    </a:cubicBezTo>
                    <a:cubicBezTo>
                      <a:pt x="721" y="571"/>
                      <a:pt x="721" y="571"/>
                      <a:pt x="721" y="571"/>
                    </a:cubicBezTo>
                    <a:cubicBezTo>
                      <a:pt x="722" y="571"/>
                      <a:pt x="722" y="571"/>
                      <a:pt x="722" y="571"/>
                    </a:cubicBezTo>
                    <a:cubicBezTo>
                      <a:pt x="722" y="572"/>
                      <a:pt x="722" y="572"/>
                      <a:pt x="721" y="572"/>
                    </a:cubicBezTo>
                    <a:moveTo>
                      <a:pt x="677" y="572"/>
                    </a:moveTo>
                    <a:cubicBezTo>
                      <a:pt x="656" y="572"/>
                      <a:pt x="656" y="572"/>
                      <a:pt x="656" y="572"/>
                    </a:cubicBezTo>
                    <a:cubicBezTo>
                      <a:pt x="655" y="572"/>
                      <a:pt x="655" y="572"/>
                      <a:pt x="655" y="571"/>
                    </a:cubicBezTo>
                    <a:cubicBezTo>
                      <a:pt x="655" y="571"/>
                      <a:pt x="655" y="571"/>
                      <a:pt x="656" y="571"/>
                    </a:cubicBezTo>
                    <a:cubicBezTo>
                      <a:pt x="677" y="571"/>
                      <a:pt x="677" y="571"/>
                      <a:pt x="677" y="571"/>
                    </a:cubicBezTo>
                    <a:cubicBezTo>
                      <a:pt x="678" y="571"/>
                      <a:pt x="678" y="571"/>
                      <a:pt x="678" y="571"/>
                    </a:cubicBezTo>
                    <a:cubicBezTo>
                      <a:pt x="678" y="572"/>
                      <a:pt x="678" y="572"/>
                      <a:pt x="677" y="572"/>
                    </a:cubicBezTo>
                    <a:moveTo>
                      <a:pt x="634" y="572"/>
                    </a:moveTo>
                    <a:cubicBezTo>
                      <a:pt x="612" y="572"/>
                      <a:pt x="612" y="572"/>
                      <a:pt x="612" y="572"/>
                    </a:cubicBezTo>
                    <a:cubicBezTo>
                      <a:pt x="611" y="572"/>
                      <a:pt x="611" y="572"/>
                      <a:pt x="611" y="571"/>
                    </a:cubicBezTo>
                    <a:cubicBezTo>
                      <a:pt x="611" y="571"/>
                      <a:pt x="611" y="571"/>
                      <a:pt x="612" y="571"/>
                    </a:cubicBezTo>
                    <a:cubicBezTo>
                      <a:pt x="634" y="571"/>
                      <a:pt x="634" y="571"/>
                      <a:pt x="634" y="571"/>
                    </a:cubicBezTo>
                    <a:cubicBezTo>
                      <a:pt x="634" y="571"/>
                      <a:pt x="635" y="571"/>
                      <a:pt x="635" y="571"/>
                    </a:cubicBezTo>
                    <a:cubicBezTo>
                      <a:pt x="635" y="572"/>
                      <a:pt x="634" y="572"/>
                      <a:pt x="634" y="572"/>
                    </a:cubicBezTo>
                    <a:moveTo>
                      <a:pt x="590" y="572"/>
                    </a:moveTo>
                    <a:cubicBezTo>
                      <a:pt x="568" y="572"/>
                      <a:pt x="568" y="572"/>
                      <a:pt x="568" y="572"/>
                    </a:cubicBezTo>
                    <a:cubicBezTo>
                      <a:pt x="568" y="572"/>
                      <a:pt x="567" y="572"/>
                      <a:pt x="567" y="571"/>
                    </a:cubicBezTo>
                    <a:cubicBezTo>
                      <a:pt x="567" y="571"/>
                      <a:pt x="568" y="571"/>
                      <a:pt x="568" y="571"/>
                    </a:cubicBezTo>
                    <a:cubicBezTo>
                      <a:pt x="590" y="571"/>
                      <a:pt x="590" y="571"/>
                      <a:pt x="590" y="571"/>
                    </a:cubicBezTo>
                    <a:cubicBezTo>
                      <a:pt x="591" y="571"/>
                      <a:pt x="591" y="571"/>
                      <a:pt x="591" y="571"/>
                    </a:cubicBezTo>
                    <a:cubicBezTo>
                      <a:pt x="591" y="572"/>
                      <a:pt x="591" y="572"/>
                      <a:pt x="590" y="572"/>
                    </a:cubicBezTo>
                    <a:moveTo>
                      <a:pt x="547" y="572"/>
                    </a:moveTo>
                    <a:cubicBezTo>
                      <a:pt x="525" y="572"/>
                      <a:pt x="525" y="572"/>
                      <a:pt x="525" y="572"/>
                    </a:cubicBezTo>
                    <a:cubicBezTo>
                      <a:pt x="524" y="572"/>
                      <a:pt x="524" y="572"/>
                      <a:pt x="524" y="571"/>
                    </a:cubicBezTo>
                    <a:cubicBezTo>
                      <a:pt x="524" y="571"/>
                      <a:pt x="524" y="571"/>
                      <a:pt x="525" y="571"/>
                    </a:cubicBezTo>
                    <a:cubicBezTo>
                      <a:pt x="547" y="571"/>
                      <a:pt x="547" y="571"/>
                      <a:pt x="547" y="571"/>
                    </a:cubicBezTo>
                    <a:cubicBezTo>
                      <a:pt x="547" y="571"/>
                      <a:pt x="547" y="571"/>
                      <a:pt x="547" y="571"/>
                    </a:cubicBezTo>
                    <a:cubicBezTo>
                      <a:pt x="547" y="572"/>
                      <a:pt x="547" y="572"/>
                      <a:pt x="547" y="572"/>
                    </a:cubicBezTo>
                    <a:moveTo>
                      <a:pt x="503" y="572"/>
                    </a:moveTo>
                    <a:cubicBezTo>
                      <a:pt x="481" y="572"/>
                      <a:pt x="481" y="572"/>
                      <a:pt x="481" y="572"/>
                    </a:cubicBezTo>
                    <a:cubicBezTo>
                      <a:pt x="481" y="572"/>
                      <a:pt x="480" y="572"/>
                      <a:pt x="480" y="571"/>
                    </a:cubicBezTo>
                    <a:cubicBezTo>
                      <a:pt x="480" y="571"/>
                      <a:pt x="481" y="571"/>
                      <a:pt x="481" y="571"/>
                    </a:cubicBezTo>
                    <a:cubicBezTo>
                      <a:pt x="503" y="571"/>
                      <a:pt x="503" y="571"/>
                      <a:pt x="503" y="571"/>
                    </a:cubicBezTo>
                    <a:cubicBezTo>
                      <a:pt x="503" y="571"/>
                      <a:pt x="504" y="571"/>
                      <a:pt x="504" y="571"/>
                    </a:cubicBezTo>
                    <a:cubicBezTo>
                      <a:pt x="504" y="572"/>
                      <a:pt x="503" y="572"/>
                      <a:pt x="503" y="572"/>
                    </a:cubicBezTo>
                    <a:moveTo>
                      <a:pt x="459" y="572"/>
                    </a:moveTo>
                    <a:cubicBezTo>
                      <a:pt x="437" y="572"/>
                      <a:pt x="437" y="572"/>
                      <a:pt x="437" y="572"/>
                    </a:cubicBezTo>
                    <a:cubicBezTo>
                      <a:pt x="437" y="572"/>
                      <a:pt x="437" y="572"/>
                      <a:pt x="437" y="571"/>
                    </a:cubicBezTo>
                    <a:cubicBezTo>
                      <a:pt x="437" y="571"/>
                      <a:pt x="437" y="571"/>
                      <a:pt x="437" y="571"/>
                    </a:cubicBezTo>
                    <a:cubicBezTo>
                      <a:pt x="459" y="571"/>
                      <a:pt x="459" y="571"/>
                      <a:pt x="459" y="571"/>
                    </a:cubicBezTo>
                    <a:cubicBezTo>
                      <a:pt x="460" y="571"/>
                      <a:pt x="460" y="571"/>
                      <a:pt x="460" y="571"/>
                    </a:cubicBezTo>
                    <a:cubicBezTo>
                      <a:pt x="460" y="572"/>
                      <a:pt x="460" y="572"/>
                      <a:pt x="459" y="572"/>
                    </a:cubicBezTo>
                    <a:moveTo>
                      <a:pt x="416" y="572"/>
                    </a:moveTo>
                    <a:cubicBezTo>
                      <a:pt x="394" y="572"/>
                      <a:pt x="394" y="572"/>
                      <a:pt x="394" y="572"/>
                    </a:cubicBezTo>
                    <a:cubicBezTo>
                      <a:pt x="393" y="572"/>
                      <a:pt x="393" y="572"/>
                      <a:pt x="393" y="571"/>
                    </a:cubicBezTo>
                    <a:cubicBezTo>
                      <a:pt x="393" y="571"/>
                      <a:pt x="393" y="571"/>
                      <a:pt x="394" y="571"/>
                    </a:cubicBezTo>
                    <a:cubicBezTo>
                      <a:pt x="416" y="571"/>
                      <a:pt x="416" y="571"/>
                      <a:pt x="416" y="571"/>
                    </a:cubicBezTo>
                    <a:cubicBezTo>
                      <a:pt x="416" y="571"/>
                      <a:pt x="417" y="571"/>
                      <a:pt x="417" y="571"/>
                    </a:cubicBezTo>
                    <a:cubicBezTo>
                      <a:pt x="417" y="572"/>
                      <a:pt x="416" y="572"/>
                      <a:pt x="416" y="572"/>
                    </a:cubicBezTo>
                    <a:moveTo>
                      <a:pt x="372" y="572"/>
                    </a:moveTo>
                    <a:cubicBezTo>
                      <a:pt x="350" y="572"/>
                      <a:pt x="350" y="572"/>
                      <a:pt x="350" y="572"/>
                    </a:cubicBezTo>
                    <a:cubicBezTo>
                      <a:pt x="350" y="572"/>
                      <a:pt x="349" y="572"/>
                      <a:pt x="349" y="571"/>
                    </a:cubicBezTo>
                    <a:cubicBezTo>
                      <a:pt x="349" y="571"/>
                      <a:pt x="350" y="571"/>
                      <a:pt x="350" y="571"/>
                    </a:cubicBezTo>
                    <a:cubicBezTo>
                      <a:pt x="372" y="571"/>
                      <a:pt x="372" y="571"/>
                      <a:pt x="372" y="571"/>
                    </a:cubicBezTo>
                    <a:cubicBezTo>
                      <a:pt x="372" y="571"/>
                      <a:pt x="373" y="571"/>
                      <a:pt x="373" y="571"/>
                    </a:cubicBezTo>
                    <a:cubicBezTo>
                      <a:pt x="373" y="572"/>
                      <a:pt x="372" y="572"/>
                      <a:pt x="372" y="572"/>
                    </a:cubicBezTo>
                    <a:moveTo>
                      <a:pt x="328" y="572"/>
                    </a:moveTo>
                    <a:cubicBezTo>
                      <a:pt x="307" y="572"/>
                      <a:pt x="307" y="572"/>
                      <a:pt x="307" y="572"/>
                    </a:cubicBezTo>
                    <a:cubicBezTo>
                      <a:pt x="306" y="572"/>
                      <a:pt x="306" y="572"/>
                      <a:pt x="306" y="571"/>
                    </a:cubicBezTo>
                    <a:cubicBezTo>
                      <a:pt x="306" y="571"/>
                      <a:pt x="306" y="571"/>
                      <a:pt x="307" y="571"/>
                    </a:cubicBezTo>
                    <a:cubicBezTo>
                      <a:pt x="328" y="571"/>
                      <a:pt x="328" y="571"/>
                      <a:pt x="328" y="571"/>
                    </a:cubicBezTo>
                    <a:cubicBezTo>
                      <a:pt x="329" y="571"/>
                      <a:pt x="329" y="571"/>
                      <a:pt x="329" y="571"/>
                    </a:cubicBezTo>
                    <a:cubicBezTo>
                      <a:pt x="329" y="572"/>
                      <a:pt x="329" y="572"/>
                      <a:pt x="328" y="572"/>
                    </a:cubicBezTo>
                    <a:moveTo>
                      <a:pt x="285" y="572"/>
                    </a:moveTo>
                    <a:cubicBezTo>
                      <a:pt x="263" y="572"/>
                      <a:pt x="263" y="572"/>
                      <a:pt x="263" y="572"/>
                    </a:cubicBezTo>
                    <a:cubicBezTo>
                      <a:pt x="262" y="572"/>
                      <a:pt x="262" y="572"/>
                      <a:pt x="262" y="571"/>
                    </a:cubicBezTo>
                    <a:cubicBezTo>
                      <a:pt x="262" y="571"/>
                      <a:pt x="262" y="571"/>
                      <a:pt x="263" y="571"/>
                    </a:cubicBezTo>
                    <a:cubicBezTo>
                      <a:pt x="285" y="571"/>
                      <a:pt x="285" y="571"/>
                      <a:pt x="285" y="571"/>
                    </a:cubicBezTo>
                    <a:cubicBezTo>
                      <a:pt x="285" y="571"/>
                      <a:pt x="286" y="571"/>
                      <a:pt x="286" y="571"/>
                    </a:cubicBezTo>
                    <a:cubicBezTo>
                      <a:pt x="286" y="572"/>
                      <a:pt x="285" y="572"/>
                      <a:pt x="285" y="572"/>
                    </a:cubicBezTo>
                    <a:moveTo>
                      <a:pt x="241" y="572"/>
                    </a:moveTo>
                    <a:cubicBezTo>
                      <a:pt x="219" y="572"/>
                      <a:pt x="219" y="572"/>
                      <a:pt x="219" y="572"/>
                    </a:cubicBezTo>
                    <a:cubicBezTo>
                      <a:pt x="219" y="572"/>
                      <a:pt x="218" y="572"/>
                      <a:pt x="218" y="571"/>
                    </a:cubicBezTo>
                    <a:cubicBezTo>
                      <a:pt x="218" y="571"/>
                      <a:pt x="219" y="571"/>
                      <a:pt x="219" y="571"/>
                    </a:cubicBezTo>
                    <a:cubicBezTo>
                      <a:pt x="241" y="571"/>
                      <a:pt x="241" y="571"/>
                      <a:pt x="241" y="571"/>
                    </a:cubicBezTo>
                    <a:cubicBezTo>
                      <a:pt x="242" y="571"/>
                      <a:pt x="242" y="571"/>
                      <a:pt x="242" y="571"/>
                    </a:cubicBezTo>
                    <a:cubicBezTo>
                      <a:pt x="242" y="572"/>
                      <a:pt x="242" y="572"/>
                      <a:pt x="241" y="572"/>
                    </a:cubicBezTo>
                    <a:moveTo>
                      <a:pt x="197" y="572"/>
                    </a:moveTo>
                    <a:cubicBezTo>
                      <a:pt x="176" y="572"/>
                      <a:pt x="176" y="572"/>
                      <a:pt x="176" y="572"/>
                    </a:cubicBezTo>
                    <a:cubicBezTo>
                      <a:pt x="175" y="572"/>
                      <a:pt x="175" y="572"/>
                      <a:pt x="175" y="571"/>
                    </a:cubicBezTo>
                    <a:cubicBezTo>
                      <a:pt x="175" y="571"/>
                      <a:pt x="175" y="571"/>
                      <a:pt x="176" y="571"/>
                    </a:cubicBezTo>
                    <a:cubicBezTo>
                      <a:pt x="197" y="571"/>
                      <a:pt x="197" y="571"/>
                      <a:pt x="197" y="571"/>
                    </a:cubicBezTo>
                    <a:cubicBezTo>
                      <a:pt x="198" y="571"/>
                      <a:pt x="198" y="571"/>
                      <a:pt x="198" y="571"/>
                    </a:cubicBezTo>
                    <a:cubicBezTo>
                      <a:pt x="198" y="572"/>
                      <a:pt x="198" y="572"/>
                      <a:pt x="197" y="572"/>
                    </a:cubicBezTo>
                    <a:moveTo>
                      <a:pt x="154" y="572"/>
                    </a:moveTo>
                    <a:cubicBezTo>
                      <a:pt x="132" y="572"/>
                      <a:pt x="132" y="572"/>
                      <a:pt x="132" y="572"/>
                    </a:cubicBezTo>
                    <a:cubicBezTo>
                      <a:pt x="131" y="572"/>
                      <a:pt x="131" y="572"/>
                      <a:pt x="131" y="571"/>
                    </a:cubicBezTo>
                    <a:cubicBezTo>
                      <a:pt x="131" y="571"/>
                      <a:pt x="131" y="571"/>
                      <a:pt x="132" y="571"/>
                    </a:cubicBezTo>
                    <a:cubicBezTo>
                      <a:pt x="154" y="571"/>
                      <a:pt x="154" y="571"/>
                      <a:pt x="154" y="571"/>
                    </a:cubicBezTo>
                    <a:cubicBezTo>
                      <a:pt x="154" y="571"/>
                      <a:pt x="155" y="571"/>
                      <a:pt x="155" y="571"/>
                    </a:cubicBezTo>
                    <a:cubicBezTo>
                      <a:pt x="155" y="572"/>
                      <a:pt x="154" y="572"/>
                      <a:pt x="154" y="572"/>
                    </a:cubicBezTo>
                    <a:moveTo>
                      <a:pt x="110" y="572"/>
                    </a:moveTo>
                    <a:cubicBezTo>
                      <a:pt x="88" y="572"/>
                      <a:pt x="88" y="572"/>
                      <a:pt x="88" y="572"/>
                    </a:cubicBezTo>
                    <a:cubicBezTo>
                      <a:pt x="88" y="572"/>
                      <a:pt x="87" y="572"/>
                      <a:pt x="87" y="571"/>
                    </a:cubicBezTo>
                    <a:cubicBezTo>
                      <a:pt x="87" y="571"/>
                      <a:pt x="88" y="571"/>
                      <a:pt x="88" y="571"/>
                    </a:cubicBezTo>
                    <a:cubicBezTo>
                      <a:pt x="110" y="571"/>
                      <a:pt x="110" y="571"/>
                      <a:pt x="110" y="571"/>
                    </a:cubicBezTo>
                    <a:cubicBezTo>
                      <a:pt x="111" y="571"/>
                      <a:pt x="111" y="571"/>
                      <a:pt x="111" y="571"/>
                    </a:cubicBezTo>
                    <a:cubicBezTo>
                      <a:pt x="111" y="572"/>
                      <a:pt x="111" y="572"/>
                      <a:pt x="110" y="572"/>
                    </a:cubicBezTo>
                    <a:moveTo>
                      <a:pt x="67" y="572"/>
                    </a:moveTo>
                    <a:cubicBezTo>
                      <a:pt x="45" y="572"/>
                      <a:pt x="45" y="572"/>
                      <a:pt x="45" y="572"/>
                    </a:cubicBezTo>
                    <a:cubicBezTo>
                      <a:pt x="44" y="572"/>
                      <a:pt x="44" y="572"/>
                      <a:pt x="44" y="571"/>
                    </a:cubicBezTo>
                    <a:cubicBezTo>
                      <a:pt x="44" y="571"/>
                      <a:pt x="44" y="571"/>
                      <a:pt x="45" y="571"/>
                    </a:cubicBezTo>
                    <a:cubicBezTo>
                      <a:pt x="67" y="571"/>
                      <a:pt x="67" y="571"/>
                      <a:pt x="67" y="571"/>
                    </a:cubicBezTo>
                    <a:cubicBezTo>
                      <a:pt x="67" y="571"/>
                      <a:pt x="67" y="571"/>
                      <a:pt x="67" y="571"/>
                    </a:cubicBezTo>
                    <a:cubicBezTo>
                      <a:pt x="67" y="572"/>
                      <a:pt x="67" y="572"/>
                      <a:pt x="67" y="572"/>
                    </a:cubicBezTo>
                    <a:moveTo>
                      <a:pt x="23" y="572"/>
                    </a:moveTo>
                    <a:cubicBezTo>
                      <a:pt x="17" y="572"/>
                      <a:pt x="17" y="572"/>
                      <a:pt x="17" y="572"/>
                    </a:cubicBezTo>
                    <a:cubicBezTo>
                      <a:pt x="17" y="550"/>
                      <a:pt x="17" y="550"/>
                      <a:pt x="17" y="550"/>
                    </a:cubicBezTo>
                    <a:cubicBezTo>
                      <a:pt x="17" y="549"/>
                      <a:pt x="17" y="549"/>
                      <a:pt x="17" y="549"/>
                    </a:cubicBezTo>
                    <a:cubicBezTo>
                      <a:pt x="18" y="549"/>
                      <a:pt x="18" y="549"/>
                      <a:pt x="18" y="550"/>
                    </a:cubicBezTo>
                    <a:cubicBezTo>
                      <a:pt x="19" y="571"/>
                      <a:pt x="19" y="571"/>
                      <a:pt x="19" y="571"/>
                    </a:cubicBezTo>
                    <a:cubicBezTo>
                      <a:pt x="23" y="571"/>
                      <a:pt x="23" y="571"/>
                      <a:pt x="23" y="571"/>
                    </a:cubicBezTo>
                    <a:cubicBezTo>
                      <a:pt x="23" y="571"/>
                      <a:pt x="24" y="571"/>
                      <a:pt x="24" y="571"/>
                    </a:cubicBezTo>
                    <a:cubicBezTo>
                      <a:pt x="24" y="572"/>
                      <a:pt x="23" y="572"/>
                      <a:pt x="23" y="572"/>
                    </a:cubicBezTo>
                    <a:moveTo>
                      <a:pt x="891" y="545"/>
                    </a:moveTo>
                    <a:cubicBezTo>
                      <a:pt x="891" y="545"/>
                      <a:pt x="891" y="545"/>
                      <a:pt x="891" y="545"/>
                    </a:cubicBezTo>
                    <a:cubicBezTo>
                      <a:pt x="890" y="545"/>
                      <a:pt x="890" y="544"/>
                      <a:pt x="890" y="544"/>
                    </a:cubicBezTo>
                    <a:cubicBezTo>
                      <a:pt x="891" y="522"/>
                      <a:pt x="891" y="522"/>
                      <a:pt x="891" y="522"/>
                    </a:cubicBezTo>
                    <a:cubicBezTo>
                      <a:pt x="891" y="521"/>
                      <a:pt x="892" y="521"/>
                      <a:pt x="892" y="521"/>
                    </a:cubicBezTo>
                    <a:cubicBezTo>
                      <a:pt x="893" y="521"/>
                      <a:pt x="893" y="521"/>
                      <a:pt x="893" y="522"/>
                    </a:cubicBezTo>
                    <a:cubicBezTo>
                      <a:pt x="892" y="544"/>
                      <a:pt x="892" y="544"/>
                      <a:pt x="892" y="544"/>
                    </a:cubicBezTo>
                    <a:cubicBezTo>
                      <a:pt x="892" y="544"/>
                      <a:pt x="891" y="545"/>
                      <a:pt x="891" y="545"/>
                    </a:cubicBezTo>
                    <a:moveTo>
                      <a:pt x="17" y="529"/>
                    </a:moveTo>
                    <a:cubicBezTo>
                      <a:pt x="16" y="529"/>
                      <a:pt x="16" y="528"/>
                      <a:pt x="16" y="528"/>
                    </a:cubicBezTo>
                    <a:cubicBezTo>
                      <a:pt x="15" y="506"/>
                      <a:pt x="15" y="506"/>
                      <a:pt x="15" y="506"/>
                    </a:cubicBezTo>
                    <a:cubicBezTo>
                      <a:pt x="15" y="506"/>
                      <a:pt x="16" y="505"/>
                      <a:pt x="16" y="505"/>
                    </a:cubicBezTo>
                    <a:cubicBezTo>
                      <a:pt x="17" y="505"/>
                      <a:pt x="17" y="506"/>
                      <a:pt x="17" y="506"/>
                    </a:cubicBezTo>
                    <a:cubicBezTo>
                      <a:pt x="18" y="528"/>
                      <a:pt x="18" y="528"/>
                      <a:pt x="18" y="528"/>
                    </a:cubicBezTo>
                    <a:cubicBezTo>
                      <a:pt x="18" y="528"/>
                      <a:pt x="17" y="529"/>
                      <a:pt x="17" y="529"/>
                    </a:cubicBezTo>
                    <a:cubicBezTo>
                      <a:pt x="17" y="529"/>
                      <a:pt x="17" y="529"/>
                      <a:pt x="17" y="529"/>
                    </a:cubicBezTo>
                    <a:moveTo>
                      <a:pt x="893" y="501"/>
                    </a:moveTo>
                    <a:cubicBezTo>
                      <a:pt x="893" y="501"/>
                      <a:pt x="893" y="501"/>
                      <a:pt x="893" y="501"/>
                    </a:cubicBezTo>
                    <a:cubicBezTo>
                      <a:pt x="892" y="501"/>
                      <a:pt x="892" y="501"/>
                      <a:pt x="892" y="500"/>
                    </a:cubicBezTo>
                    <a:cubicBezTo>
                      <a:pt x="893" y="478"/>
                      <a:pt x="893" y="478"/>
                      <a:pt x="893" y="478"/>
                    </a:cubicBezTo>
                    <a:cubicBezTo>
                      <a:pt x="893" y="478"/>
                      <a:pt x="894" y="477"/>
                      <a:pt x="894" y="477"/>
                    </a:cubicBezTo>
                    <a:cubicBezTo>
                      <a:pt x="895" y="477"/>
                      <a:pt x="895" y="478"/>
                      <a:pt x="895" y="478"/>
                    </a:cubicBezTo>
                    <a:cubicBezTo>
                      <a:pt x="894" y="500"/>
                      <a:pt x="894" y="500"/>
                      <a:pt x="894" y="500"/>
                    </a:cubicBezTo>
                    <a:cubicBezTo>
                      <a:pt x="894" y="501"/>
                      <a:pt x="893" y="501"/>
                      <a:pt x="893" y="501"/>
                    </a:cubicBezTo>
                    <a:moveTo>
                      <a:pt x="15" y="485"/>
                    </a:moveTo>
                    <a:cubicBezTo>
                      <a:pt x="15" y="485"/>
                      <a:pt x="15" y="485"/>
                      <a:pt x="15" y="484"/>
                    </a:cubicBezTo>
                    <a:cubicBezTo>
                      <a:pt x="14" y="462"/>
                      <a:pt x="14" y="462"/>
                      <a:pt x="14" y="462"/>
                    </a:cubicBezTo>
                    <a:cubicBezTo>
                      <a:pt x="14" y="462"/>
                      <a:pt x="14" y="462"/>
                      <a:pt x="15" y="462"/>
                    </a:cubicBezTo>
                    <a:cubicBezTo>
                      <a:pt x="15" y="462"/>
                      <a:pt x="16" y="462"/>
                      <a:pt x="16" y="462"/>
                    </a:cubicBezTo>
                    <a:cubicBezTo>
                      <a:pt x="16" y="484"/>
                      <a:pt x="16" y="484"/>
                      <a:pt x="16" y="484"/>
                    </a:cubicBezTo>
                    <a:cubicBezTo>
                      <a:pt x="16" y="485"/>
                      <a:pt x="16" y="485"/>
                      <a:pt x="15" y="485"/>
                    </a:cubicBezTo>
                    <a:cubicBezTo>
                      <a:pt x="15" y="485"/>
                      <a:pt x="15" y="485"/>
                      <a:pt x="15" y="485"/>
                    </a:cubicBezTo>
                    <a:moveTo>
                      <a:pt x="895" y="457"/>
                    </a:moveTo>
                    <a:cubicBezTo>
                      <a:pt x="895" y="457"/>
                      <a:pt x="895" y="457"/>
                      <a:pt x="895" y="457"/>
                    </a:cubicBezTo>
                    <a:cubicBezTo>
                      <a:pt x="894" y="457"/>
                      <a:pt x="894" y="457"/>
                      <a:pt x="894" y="457"/>
                    </a:cubicBezTo>
                    <a:cubicBezTo>
                      <a:pt x="895" y="435"/>
                      <a:pt x="895" y="435"/>
                      <a:pt x="895" y="435"/>
                    </a:cubicBezTo>
                    <a:cubicBezTo>
                      <a:pt x="895" y="434"/>
                      <a:pt x="896" y="434"/>
                      <a:pt x="896" y="434"/>
                    </a:cubicBezTo>
                    <a:cubicBezTo>
                      <a:pt x="897" y="434"/>
                      <a:pt x="897" y="434"/>
                      <a:pt x="897" y="435"/>
                    </a:cubicBezTo>
                    <a:cubicBezTo>
                      <a:pt x="896" y="457"/>
                      <a:pt x="896" y="457"/>
                      <a:pt x="896" y="457"/>
                    </a:cubicBezTo>
                    <a:cubicBezTo>
                      <a:pt x="896" y="457"/>
                      <a:pt x="896" y="457"/>
                      <a:pt x="895" y="457"/>
                    </a:cubicBezTo>
                    <a:moveTo>
                      <a:pt x="14" y="442"/>
                    </a:moveTo>
                    <a:cubicBezTo>
                      <a:pt x="14" y="442"/>
                      <a:pt x="13" y="441"/>
                      <a:pt x="13" y="441"/>
                    </a:cubicBezTo>
                    <a:cubicBezTo>
                      <a:pt x="13" y="419"/>
                      <a:pt x="13" y="419"/>
                      <a:pt x="13" y="419"/>
                    </a:cubicBezTo>
                    <a:cubicBezTo>
                      <a:pt x="12" y="418"/>
                      <a:pt x="13" y="418"/>
                      <a:pt x="13" y="418"/>
                    </a:cubicBezTo>
                    <a:cubicBezTo>
                      <a:pt x="14" y="418"/>
                      <a:pt x="14" y="418"/>
                      <a:pt x="14" y="419"/>
                    </a:cubicBezTo>
                    <a:cubicBezTo>
                      <a:pt x="15" y="441"/>
                      <a:pt x="15" y="441"/>
                      <a:pt x="15" y="441"/>
                    </a:cubicBezTo>
                    <a:cubicBezTo>
                      <a:pt x="15" y="441"/>
                      <a:pt x="15" y="442"/>
                      <a:pt x="14" y="442"/>
                    </a:cubicBezTo>
                    <a:cubicBezTo>
                      <a:pt x="14" y="442"/>
                      <a:pt x="14" y="442"/>
                      <a:pt x="14" y="442"/>
                    </a:cubicBezTo>
                    <a:moveTo>
                      <a:pt x="897" y="414"/>
                    </a:moveTo>
                    <a:cubicBezTo>
                      <a:pt x="897" y="414"/>
                      <a:pt x="897" y="414"/>
                      <a:pt x="897" y="414"/>
                    </a:cubicBezTo>
                    <a:cubicBezTo>
                      <a:pt x="897" y="414"/>
                      <a:pt x="896" y="413"/>
                      <a:pt x="896" y="413"/>
                    </a:cubicBezTo>
                    <a:cubicBezTo>
                      <a:pt x="897" y="391"/>
                      <a:pt x="897" y="391"/>
                      <a:pt x="897" y="391"/>
                    </a:cubicBezTo>
                    <a:cubicBezTo>
                      <a:pt x="897" y="391"/>
                      <a:pt x="898" y="390"/>
                      <a:pt x="898" y="390"/>
                    </a:cubicBezTo>
                    <a:cubicBezTo>
                      <a:pt x="899" y="390"/>
                      <a:pt x="899" y="391"/>
                      <a:pt x="899" y="391"/>
                    </a:cubicBezTo>
                    <a:cubicBezTo>
                      <a:pt x="898" y="413"/>
                      <a:pt x="898" y="413"/>
                      <a:pt x="898" y="413"/>
                    </a:cubicBezTo>
                    <a:cubicBezTo>
                      <a:pt x="898" y="414"/>
                      <a:pt x="898" y="414"/>
                      <a:pt x="897" y="414"/>
                    </a:cubicBezTo>
                    <a:moveTo>
                      <a:pt x="13" y="398"/>
                    </a:moveTo>
                    <a:cubicBezTo>
                      <a:pt x="12" y="398"/>
                      <a:pt x="12" y="398"/>
                      <a:pt x="12" y="397"/>
                    </a:cubicBezTo>
                    <a:cubicBezTo>
                      <a:pt x="11" y="375"/>
                      <a:pt x="11" y="375"/>
                      <a:pt x="11" y="375"/>
                    </a:cubicBezTo>
                    <a:cubicBezTo>
                      <a:pt x="11" y="375"/>
                      <a:pt x="12" y="374"/>
                      <a:pt x="12" y="374"/>
                    </a:cubicBezTo>
                    <a:cubicBezTo>
                      <a:pt x="13" y="374"/>
                      <a:pt x="13" y="375"/>
                      <a:pt x="13" y="375"/>
                    </a:cubicBezTo>
                    <a:cubicBezTo>
                      <a:pt x="14" y="397"/>
                      <a:pt x="14" y="397"/>
                      <a:pt x="14" y="397"/>
                    </a:cubicBezTo>
                    <a:cubicBezTo>
                      <a:pt x="14" y="397"/>
                      <a:pt x="13" y="398"/>
                      <a:pt x="13" y="398"/>
                    </a:cubicBezTo>
                    <a:cubicBezTo>
                      <a:pt x="13" y="398"/>
                      <a:pt x="13" y="398"/>
                      <a:pt x="13" y="398"/>
                    </a:cubicBezTo>
                    <a:moveTo>
                      <a:pt x="899" y="370"/>
                    </a:moveTo>
                    <a:cubicBezTo>
                      <a:pt x="899" y="370"/>
                      <a:pt x="899" y="370"/>
                      <a:pt x="899" y="370"/>
                    </a:cubicBezTo>
                    <a:cubicBezTo>
                      <a:pt x="899" y="370"/>
                      <a:pt x="898" y="370"/>
                      <a:pt x="898" y="369"/>
                    </a:cubicBezTo>
                    <a:cubicBezTo>
                      <a:pt x="899" y="348"/>
                      <a:pt x="899" y="348"/>
                      <a:pt x="899" y="348"/>
                    </a:cubicBezTo>
                    <a:cubicBezTo>
                      <a:pt x="899" y="347"/>
                      <a:pt x="900" y="347"/>
                      <a:pt x="900" y="347"/>
                    </a:cubicBezTo>
                    <a:cubicBezTo>
                      <a:pt x="901" y="347"/>
                      <a:pt x="901" y="347"/>
                      <a:pt x="901" y="348"/>
                    </a:cubicBezTo>
                    <a:cubicBezTo>
                      <a:pt x="900" y="369"/>
                      <a:pt x="900" y="369"/>
                      <a:pt x="900" y="369"/>
                    </a:cubicBezTo>
                    <a:cubicBezTo>
                      <a:pt x="900" y="370"/>
                      <a:pt x="900" y="370"/>
                      <a:pt x="899" y="370"/>
                    </a:cubicBezTo>
                    <a:moveTo>
                      <a:pt x="11" y="354"/>
                    </a:moveTo>
                    <a:cubicBezTo>
                      <a:pt x="11" y="354"/>
                      <a:pt x="10" y="354"/>
                      <a:pt x="10" y="353"/>
                    </a:cubicBezTo>
                    <a:cubicBezTo>
                      <a:pt x="10" y="332"/>
                      <a:pt x="10" y="332"/>
                      <a:pt x="10" y="332"/>
                    </a:cubicBezTo>
                    <a:cubicBezTo>
                      <a:pt x="10" y="331"/>
                      <a:pt x="10" y="331"/>
                      <a:pt x="11" y="331"/>
                    </a:cubicBezTo>
                    <a:cubicBezTo>
                      <a:pt x="11" y="331"/>
                      <a:pt x="12" y="331"/>
                      <a:pt x="12" y="332"/>
                    </a:cubicBezTo>
                    <a:cubicBezTo>
                      <a:pt x="12" y="353"/>
                      <a:pt x="12" y="353"/>
                      <a:pt x="12" y="353"/>
                    </a:cubicBezTo>
                    <a:cubicBezTo>
                      <a:pt x="12" y="354"/>
                      <a:pt x="12" y="354"/>
                      <a:pt x="11" y="354"/>
                    </a:cubicBezTo>
                    <a:cubicBezTo>
                      <a:pt x="11" y="354"/>
                      <a:pt x="11" y="354"/>
                      <a:pt x="11" y="354"/>
                    </a:cubicBezTo>
                    <a:moveTo>
                      <a:pt x="901" y="327"/>
                    </a:moveTo>
                    <a:cubicBezTo>
                      <a:pt x="901" y="327"/>
                      <a:pt x="901" y="327"/>
                      <a:pt x="901" y="327"/>
                    </a:cubicBezTo>
                    <a:cubicBezTo>
                      <a:pt x="901" y="327"/>
                      <a:pt x="900" y="326"/>
                      <a:pt x="900" y="326"/>
                    </a:cubicBezTo>
                    <a:cubicBezTo>
                      <a:pt x="901" y="304"/>
                      <a:pt x="901" y="304"/>
                      <a:pt x="901" y="304"/>
                    </a:cubicBezTo>
                    <a:cubicBezTo>
                      <a:pt x="901" y="303"/>
                      <a:pt x="902" y="303"/>
                      <a:pt x="902" y="303"/>
                    </a:cubicBezTo>
                    <a:cubicBezTo>
                      <a:pt x="903" y="303"/>
                      <a:pt x="903" y="304"/>
                      <a:pt x="903" y="304"/>
                    </a:cubicBezTo>
                    <a:cubicBezTo>
                      <a:pt x="902" y="326"/>
                      <a:pt x="902" y="326"/>
                      <a:pt x="902" y="326"/>
                    </a:cubicBezTo>
                    <a:cubicBezTo>
                      <a:pt x="902" y="326"/>
                      <a:pt x="902" y="327"/>
                      <a:pt x="901" y="327"/>
                    </a:cubicBezTo>
                    <a:moveTo>
                      <a:pt x="10" y="311"/>
                    </a:moveTo>
                    <a:cubicBezTo>
                      <a:pt x="10" y="311"/>
                      <a:pt x="9" y="310"/>
                      <a:pt x="9" y="310"/>
                    </a:cubicBezTo>
                    <a:cubicBezTo>
                      <a:pt x="8" y="288"/>
                      <a:pt x="8" y="288"/>
                      <a:pt x="8" y="288"/>
                    </a:cubicBezTo>
                    <a:cubicBezTo>
                      <a:pt x="8" y="287"/>
                      <a:pt x="9" y="287"/>
                      <a:pt x="9" y="287"/>
                    </a:cubicBezTo>
                    <a:cubicBezTo>
                      <a:pt x="10" y="287"/>
                      <a:pt x="10" y="287"/>
                      <a:pt x="10" y="288"/>
                    </a:cubicBezTo>
                    <a:cubicBezTo>
                      <a:pt x="11" y="310"/>
                      <a:pt x="11" y="310"/>
                      <a:pt x="11" y="310"/>
                    </a:cubicBezTo>
                    <a:cubicBezTo>
                      <a:pt x="11" y="310"/>
                      <a:pt x="11" y="311"/>
                      <a:pt x="10" y="311"/>
                    </a:cubicBezTo>
                    <a:cubicBezTo>
                      <a:pt x="10" y="311"/>
                      <a:pt x="10" y="311"/>
                      <a:pt x="10" y="311"/>
                    </a:cubicBezTo>
                    <a:moveTo>
                      <a:pt x="903" y="283"/>
                    </a:moveTo>
                    <a:cubicBezTo>
                      <a:pt x="903" y="283"/>
                      <a:pt x="903" y="283"/>
                      <a:pt x="903" y="283"/>
                    </a:cubicBezTo>
                    <a:cubicBezTo>
                      <a:pt x="903" y="283"/>
                      <a:pt x="902" y="283"/>
                      <a:pt x="902" y="282"/>
                    </a:cubicBezTo>
                    <a:cubicBezTo>
                      <a:pt x="903" y="260"/>
                      <a:pt x="903" y="260"/>
                      <a:pt x="903" y="260"/>
                    </a:cubicBezTo>
                    <a:cubicBezTo>
                      <a:pt x="903" y="260"/>
                      <a:pt x="904" y="259"/>
                      <a:pt x="904" y="259"/>
                    </a:cubicBezTo>
                    <a:cubicBezTo>
                      <a:pt x="905" y="260"/>
                      <a:pt x="905" y="260"/>
                      <a:pt x="905" y="260"/>
                    </a:cubicBezTo>
                    <a:cubicBezTo>
                      <a:pt x="904" y="282"/>
                      <a:pt x="904" y="282"/>
                      <a:pt x="904" y="282"/>
                    </a:cubicBezTo>
                    <a:cubicBezTo>
                      <a:pt x="904" y="283"/>
                      <a:pt x="904" y="283"/>
                      <a:pt x="903" y="283"/>
                    </a:cubicBezTo>
                    <a:moveTo>
                      <a:pt x="9" y="267"/>
                    </a:moveTo>
                    <a:cubicBezTo>
                      <a:pt x="8" y="267"/>
                      <a:pt x="8" y="267"/>
                      <a:pt x="8" y="266"/>
                    </a:cubicBezTo>
                    <a:cubicBezTo>
                      <a:pt x="7" y="244"/>
                      <a:pt x="7" y="244"/>
                      <a:pt x="7" y="244"/>
                    </a:cubicBezTo>
                    <a:cubicBezTo>
                      <a:pt x="7" y="244"/>
                      <a:pt x="7" y="243"/>
                      <a:pt x="8" y="243"/>
                    </a:cubicBezTo>
                    <a:cubicBezTo>
                      <a:pt x="9" y="243"/>
                      <a:pt x="9" y="244"/>
                      <a:pt x="9" y="244"/>
                    </a:cubicBezTo>
                    <a:cubicBezTo>
                      <a:pt x="10" y="266"/>
                      <a:pt x="10" y="266"/>
                      <a:pt x="10" y="266"/>
                    </a:cubicBezTo>
                    <a:cubicBezTo>
                      <a:pt x="10" y="267"/>
                      <a:pt x="9" y="267"/>
                      <a:pt x="9" y="267"/>
                    </a:cubicBezTo>
                    <a:cubicBezTo>
                      <a:pt x="9" y="267"/>
                      <a:pt x="9" y="267"/>
                      <a:pt x="9" y="267"/>
                    </a:cubicBezTo>
                    <a:moveTo>
                      <a:pt x="905" y="240"/>
                    </a:moveTo>
                    <a:cubicBezTo>
                      <a:pt x="905" y="240"/>
                      <a:pt x="905" y="240"/>
                      <a:pt x="905" y="240"/>
                    </a:cubicBezTo>
                    <a:cubicBezTo>
                      <a:pt x="905" y="239"/>
                      <a:pt x="904" y="239"/>
                      <a:pt x="904" y="239"/>
                    </a:cubicBezTo>
                    <a:cubicBezTo>
                      <a:pt x="905" y="217"/>
                      <a:pt x="905" y="217"/>
                      <a:pt x="905" y="217"/>
                    </a:cubicBezTo>
                    <a:cubicBezTo>
                      <a:pt x="905" y="216"/>
                      <a:pt x="906" y="216"/>
                      <a:pt x="906" y="216"/>
                    </a:cubicBezTo>
                    <a:cubicBezTo>
                      <a:pt x="907" y="216"/>
                      <a:pt x="907" y="216"/>
                      <a:pt x="907" y="217"/>
                    </a:cubicBezTo>
                    <a:cubicBezTo>
                      <a:pt x="906" y="239"/>
                      <a:pt x="906" y="239"/>
                      <a:pt x="906" y="239"/>
                    </a:cubicBezTo>
                    <a:cubicBezTo>
                      <a:pt x="906" y="239"/>
                      <a:pt x="906" y="240"/>
                      <a:pt x="905" y="240"/>
                    </a:cubicBezTo>
                    <a:moveTo>
                      <a:pt x="7" y="223"/>
                    </a:moveTo>
                    <a:cubicBezTo>
                      <a:pt x="7" y="223"/>
                      <a:pt x="6" y="223"/>
                      <a:pt x="6" y="223"/>
                    </a:cubicBezTo>
                    <a:cubicBezTo>
                      <a:pt x="6" y="201"/>
                      <a:pt x="6" y="201"/>
                      <a:pt x="6" y="201"/>
                    </a:cubicBezTo>
                    <a:cubicBezTo>
                      <a:pt x="6" y="200"/>
                      <a:pt x="6" y="200"/>
                      <a:pt x="7" y="200"/>
                    </a:cubicBezTo>
                    <a:cubicBezTo>
                      <a:pt x="7" y="200"/>
                      <a:pt x="8" y="200"/>
                      <a:pt x="8" y="201"/>
                    </a:cubicBezTo>
                    <a:cubicBezTo>
                      <a:pt x="8" y="223"/>
                      <a:pt x="8" y="223"/>
                      <a:pt x="8" y="223"/>
                    </a:cubicBezTo>
                    <a:cubicBezTo>
                      <a:pt x="8" y="223"/>
                      <a:pt x="8" y="223"/>
                      <a:pt x="7" y="223"/>
                    </a:cubicBezTo>
                    <a:cubicBezTo>
                      <a:pt x="7" y="223"/>
                      <a:pt x="7" y="223"/>
                      <a:pt x="7" y="223"/>
                    </a:cubicBezTo>
                    <a:moveTo>
                      <a:pt x="907" y="196"/>
                    </a:moveTo>
                    <a:cubicBezTo>
                      <a:pt x="907" y="196"/>
                      <a:pt x="907" y="196"/>
                      <a:pt x="907" y="196"/>
                    </a:cubicBezTo>
                    <a:cubicBezTo>
                      <a:pt x="907" y="196"/>
                      <a:pt x="906" y="195"/>
                      <a:pt x="906" y="195"/>
                    </a:cubicBezTo>
                    <a:cubicBezTo>
                      <a:pt x="907" y="173"/>
                      <a:pt x="907" y="173"/>
                      <a:pt x="907" y="173"/>
                    </a:cubicBezTo>
                    <a:cubicBezTo>
                      <a:pt x="907" y="173"/>
                      <a:pt x="908" y="172"/>
                      <a:pt x="908" y="172"/>
                    </a:cubicBezTo>
                    <a:cubicBezTo>
                      <a:pt x="909" y="172"/>
                      <a:pt x="909" y="173"/>
                      <a:pt x="909" y="173"/>
                    </a:cubicBezTo>
                    <a:cubicBezTo>
                      <a:pt x="908" y="195"/>
                      <a:pt x="908" y="195"/>
                      <a:pt x="908" y="195"/>
                    </a:cubicBezTo>
                    <a:cubicBezTo>
                      <a:pt x="908" y="196"/>
                      <a:pt x="908" y="196"/>
                      <a:pt x="907" y="196"/>
                    </a:cubicBezTo>
                    <a:moveTo>
                      <a:pt x="6" y="180"/>
                    </a:moveTo>
                    <a:cubicBezTo>
                      <a:pt x="5" y="180"/>
                      <a:pt x="5" y="179"/>
                      <a:pt x="5" y="179"/>
                    </a:cubicBezTo>
                    <a:cubicBezTo>
                      <a:pt x="4" y="157"/>
                      <a:pt x="4" y="157"/>
                      <a:pt x="4" y="157"/>
                    </a:cubicBezTo>
                    <a:cubicBezTo>
                      <a:pt x="4" y="157"/>
                      <a:pt x="5" y="156"/>
                      <a:pt x="5" y="156"/>
                    </a:cubicBezTo>
                    <a:cubicBezTo>
                      <a:pt x="6" y="156"/>
                      <a:pt x="6" y="157"/>
                      <a:pt x="6" y="157"/>
                    </a:cubicBezTo>
                    <a:cubicBezTo>
                      <a:pt x="7" y="179"/>
                      <a:pt x="7" y="179"/>
                      <a:pt x="7" y="179"/>
                    </a:cubicBezTo>
                    <a:cubicBezTo>
                      <a:pt x="7" y="179"/>
                      <a:pt x="7" y="180"/>
                      <a:pt x="6" y="180"/>
                    </a:cubicBezTo>
                    <a:cubicBezTo>
                      <a:pt x="6" y="180"/>
                      <a:pt x="6" y="180"/>
                      <a:pt x="6" y="180"/>
                    </a:cubicBezTo>
                    <a:moveTo>
                      <a:pt x="909" y="152"/>
                    </a:moveTo>
                    <a:cubicBezTo>
                      <a:pt x="909" y="152"/>
                      <a:pt x="909" y="152"/>
                      <a:pt x="909" y="152"/>
                    </a:cubicBezTo>
                    <a:cubicBezTo>
                      <a:pt x="909" y="152"/>
                      <a:pt x="908" y="152"/>
                      <a:pt x="908" y="151"/>
                    </a:cubicBezTo>
                    <a:cubicBezTo>
                      <a:pt x="909" y="130"/>
                      <a:pt x="909" y="130"/>
                      <a:pt x="909" y="130"/>
                    </a:cubicBezTo>
                    <a:cubicBezTo>
                      <a:pt x="909" y="129"/>
                      <a:pt x="910" y="129"/>
                      <a:pt x="910" y="129"/>
                    </a:cubicBezTo>
                    <a:cubicBezTo>
                      <a:pt x="911" y="129"/>
                      <a:pt x="911" y="129"/>
                      <a:pt x="911" y="130"/>
                    </a:cubicBezTo>
                    <a:cubicBezTo>
                      <a:pt x="910" y="151"/>
                      <a:pt x="910" y="151"/>
                      <a:pt x="910" y="151"/>
                    </a:cubicBezTo>
                    <a:cubicBezTo>
                      <a:pt x="910" y="152"/>
                      <a:pt x="910" y="152"/>
                      <a:pt x="909" y="152"/>
                    </a:cubicBezTo>
                    <a:moveTo>
                      <a:pt x="5" y="136"/>
                    </a:moveTo>
                    <a:cubicBezTo>
                      <a:pt x="4" y="136"/>
                      <a:pt x="4" y="136"/>
                      <a:pt x="4" y="135"/>
                    </a:cubicBezTo>
                    <a:cubicBezTo>
                      <a:pt x="3" y="114"/>
                      <a:pt x="3" y="114"/>
                      <a:pt x="3" y="114"/>
                    </a:cubicBezTo>
                    <a:cubicBezTo>
                      <a:pt x="3" y="113"/>
                      <a:pt x="3" y="113"/>
                      <a:pt x="4" y="113"/>
                    </a:cubicBezTo>
                    <a:cubicBezTo>
                      <a:pt x="4" y="113"/>
                      <a:pt x="5" y="113"/>
                      <a:pt x="5" y="113"/>
                    </a:cubicBezTo>
                    <a:cubicBezTo>
                      <a:pt x="6" y="135"/>
                      <a:pt x="6" y="135"/>
                      <a:pt x="6" y="135"/>
                    </a:cubicBezTo>
                    <a:cubicBezTo>
                      <a:pt x="6" y="136"/>
                      <a:pt x="5" y="136"/>
                      <a:pt x="5" y="136"/>
                    </a:cubicBezTo>
                    <a:cubicBezTo>
                      <a:pt x="5" y="136"/>
                      <a:pt x="5" y="136"/>
                      <a:pt x="5" y="136"/>
                    </a:cubicBezTo>
                    <a:moveTo>
                      <a:pt x="911" y="109"/>
                    </a:moveTo>
                    <a:cubicBezTo>
                      <a:pt x="911" y="109"/>
                      <a:pt x="911" y="109"/>
                      <a:pt x="911" y="109"/>
                    </a:cubicBezTo>
                    <a:cubicBezTo>
                      <a:pt x="911" y="109"/>
                      <a:pt x="910" y="108"/>
                      <a:pt x="910" y="108"/>
                    </a:cubicBezTo>
                    <a:cubicBezTo>
                      <a:pt x="911" y="86"/>
                      <a:pt x="911" y="86"/>
                      <a:pt x="911" y="86"/>
                    </a:cubicBezTo>
                    <a:cubicBezTo>
                      <a:pt x="911" y="86"/>
                      <a:pt x="912" y="85"/>
                      <a:pt x="912" y="85"/>
                    </a:cubicBezTo>
                    <a:cubicBezTo>
                      <a:pt x="913" y="85"/>
                      <a:pt x="913" y="86"/>
                      <a:pt x="913" y="86"/>
                    </a:cubicBezTo>
                    <a:cubicBezTo>
                      <a:pt x="912" y="108"/>
                      <a:pt x="912" y="108"/>
                      <a:pt x="912" y="108"/>
                    </a:cubicBezTo>
                    <a:cubicBezTo>
                      <a:pt x="912" y="108"/>
                      <a:pt x="912" y="109"/>
                      <a:pt x="911" y="109"/>
                    </a:cubicBezTo>
                    <a:moveTo>
                      <a:pt x="3" y="93"/>
                    </a:moveTo>
                    <a:cubicBezTo>
                      <a:pt x="3" y="93"/>
                      <a:pt x="2" y="92"/>
                      <a:pt x="2" y="92"/>
                    </a:cubicBezTo>
                    <a:cubicBezTo>
                      <a:pt x="2" y="70"/>
                      <a:pt x="2" y="70"/>
                      <a:pt x="2" y="70"/>
                    </a:cubicBezTo>
                    <a:cubicBezTo>
                      <a:pt x="2" y="69"/>
                      <a:pt x="2" y="69"/>
                      <a:pt x="3" y="69"/>
                    </a:cubicBezTo>
                    <a:cubicBezTo>
                      <a:pt x="3" y="69"/>
                      <a:pt x="3" y="69"/>
                      <a:pt x="4" y="70"/>
                    </a:cubicBezTo>
                    <a:cubicBezTo>
                      <a:pt x="4" y="92"/>
                      <a:pt x="4" y="92"/>
                      <a:pt x="4" y="92"/>
                    </a:cubicBezTo>
                    <a:cubicBezTo>
                      <a:pt x="4" y="92"/>
                      <a:pt x="4" y="93"/>
                      <a:pt x="3" y="93"/>
                    </a:cubicBezTo>
                    <a:cubicBezTo>
                      <a:pt x="3" y="93"/>
                      <a:pt x="3" y="93"/>
                      <a:pt x="3" y="93"/>
                    </a:cubicBezTo>
                    <a:moveTo>
                      <a:pt x="913" y="65"/>
                    </a:moveTo>
                    <a:cubicBezTo>
                      <a:pt x="913" y="65"/>
                      <a:pt x="913" y="65"/>
                      <a:pt x="913" y="65"/>
                    </a:cubicBezTo>
                    <a:cubicBezTo>
                      <a:pt x="913" y="65"/>
                      <a:pt x="912" y="65"/>
                      <a:pt x="912" y="64"/>
                    </a:cubicBezTo>
                    <a:cubicBezTo>
                      <a:pt x="913" y="42"/>
                      <a:pt x="913" y="42"/>
                      <a:pt x="913" y="42"/>
                    </a:cubicBezTo>
                    <a:cubicBezTo>
                      <a:pt x="913" y="42"/>
                      <a:pt x="914" y="42"/>
                      <a:pt x="914" y="42"/>
                    </a:cubicBezTo>
                    <a:cubicBezTo>
                      <a:pt x="915" y="42"/>
                      <a:pt x="915" y="42"/>
                      <a:pt x="915" y="42"/>
                    </a:cubicBezTo>
                    <a:cubicBezTo>
                      <a:pt x="914" y="64"/>
                      <a:pt x="914" y="64"/>
                      <a:pt x="914" y="64"/>
                    </a:cubicBezTo>
                    <a:cubicBezTo>
                      <a:pt x="914" y="65"/>
                      <a:pt x="914" y="65"/>
                      <a:pt x="913" y="65"/>
                    </a:cubicBezTo>
                    <a:moveTo>
                      <a:pt x="2" y="49"/>
                    </a:moveTo>
                    <a:cubicBezTo>
                      <a:pt x="1" y="49"/>
                      <a:pt x="1" y="49"/>
                      <a:pt x="1" y="48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26"/>
                      <a:pt x="1" y="25"/>
                      <a:pt x="1" y="25"/>
                    </a:cubicBezTo>
                    <a:cubicBezTo>
                      <a:pt x="2" y="25"/>
                      <a:pt x="2" y="26"/>
                      <a:pt x="2" y="26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9"/>
                    </a:cubicBezTo>
                    <a:moveTo>
                      <a:pt x="915" y="22"/>
                    </a:moveTo>
                    <a:cubicBezTo>
                      <a:pt x="915" y="22"/>
                      <a:pt x="915" y="22"/>
                      <a:pt x="915" y="22"/>
                    </a:cubicBezTo>
                    <a:cubicBezTo>
                      <a:pt x="915" y="22"/>
                      <a:pt x="914" y="21"/>
                      <a:pt x="914" y="21"/>
                    </a:cubicBezTo>
                    <a:cubicBezTo>
                      <a:pt x="915" y="2"/>
                      <a:pt x="915" y="2"/>
                      <a:pt x="915" y="2"/>
                    </a:cubicBezTo>
                    <a:cubicBezTo>
                      <a:pt x="914" y="2"/>
                      <a:pt x="914" y="2"/>
                      <a:pt x="914" y="2"/>
                    </a:cubicBezTo>
                    <a:cubicBezTo>
                      <a:pt x="913" y="2"/>
                      <a:pt x="913" y="2"/>
                      <a:pt x="913" y="1"/>
                    </a:cubicBezTo>
                    <a:cubicBezTo>
                      <a:pt x="913" y="1"/>
                      <a:pt x="913" y="0"/>
                      <a:pt x="914" y="0"/>
                    </a:cubicBezTo>
                    <a:cubicBezTo>
                      <a:pt x="917" y="0"/>
                      <a:pt x="917" y="0"/>
                      <a:pt x="917" y="0"/>
                    </a:cubicBezTo>
                    <a:cubicBezTo>
                      <a:pt x="916" y="21"/>
                      <a:pt x="916" y="21"/>
                      <a:pt x="916" y="21"/>
                    </a:cubicBezTo>
                    <a:cubicBezTo>
                      <a:pt x="916" y="21"/>
                      <a:pt x="916" y="22"/>
                      <a:pt x="915" y="22"/>
                    </a:cubicBezTo>
                    <a:moveTo>
                      <a:pt x="1" y="5"/>
                    </a:moveTo>
                    <a:cubicBezTo>
                      <a:pt x="0" y="5"/>
                      <a:pt x="0" y="5"/>
                      <a:pt x="0" y="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0" y="0"/>
                      <a:pt x="20" y="1"/>
                      <a:pt x="20" y="1"/>
                    </a:cubicBezTo>
                    <a:cubicBezTo>
                      <a:pt x="20" y="2"/>
                      <a:pt x="20" y="2"/>
                      <a:pt x="19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moveTo>
                      <a:pt x="892" y="2"/>
                    </a:moveTo>
                    <a:cubicBezTo>
                      <a:pt x="870" y="2"/>
                      <a:pt x="870" y="2"/>
                      <a:pt x="870" y="2"/>
                    </a:cubicBezTo>
                    <a:cubicBezTo>
                      <a:pt x="870" y="2"/>
                      <a:pt x="869" y="2"/>
                      <a:pt x="869" y="1"/>
                    </a:cubicBezTo>
                    <a:cubicBezTo>
                      <a:pt x="869" y="1"/>
                      <a:pt x="870" y="0"/>
                      <a:pt x="870" y="0"/>
                    </a:cubicBezTo>
                    <a:cubicBezTo>
                      <a:pt x="892" y="0"/>
                      <a:pt x="892" y="0"/>
                      <a:pt x="892" y="0"/>
                    </a:cubicBezTo>
                    <a:cubicBezTo>
                      <a:pt x="892" y="0"/>
                      <a:pt x="893" y="1"/>
                      <a:pt x="893" y="1"/>
                    </a:cubicBezTo>
                    <a:cubicBezTo>
                      <a:pt x="893" y="2"/>
                      <a:pt x="892" y="2"/>
                      <a:pt x="892" y="2"/>
                    </a:cubicBezTo>
                    <a:moveTo>
                      <a:pt x="848" y="2"/>
                    </a:moveTo>
                    <a:cubicBezTo>
                      <a:pt x="826" y="2"/>
                      <a:pt x="826" y="2"/>
                      <a:pt x="826" y="2"/>
                    </a:cubicBezTo>
                    <a:cubicBezTo>
                      <a:pt x="826" y="2"/>
                      <a:pt x="826" y="2"/>
                      <a:pt x="826" y="1"/>
                    </a:cubicBezTo>
                    <a:cubicBezTo>
                      <a:pt x="826" y="1"/>
                      <a:pt x="826" y="0"/>
                      <a:pt x="826" y="0"/>
                    </a:cubicBezTo>
                    <a:cubicBezTo>
                      <a:pt x="848" y="0"/>
                      <a:pt x="848" y="0"/>
                      <a:pt x="848" y="0"/>
                    </a:cubicBezTo>
                    <a:cubicBezTo>
                      <a:pt x="849" y="0"/>
                      <a:pt x="849" y="1"/>
                      <a:pt x="849" y="1"/>
                    </a:cubicBezTo>
                    <a:cubicBezTo>
                      <a:pt x="849" y="2"/>
                      <a:pt x="849" y="2"/>
                      <a:pt x="848" y="2"/>
                    </a:cubicBezTo>
                    <a:moveTo>
                      <a:pt x="805" y="2"/>
                    </a:moveTo>
                    <a:cubicBezTo>
                      <a:pt x="783" y="2"/>
                      <a:pt x="783" y="2"/>
                      <a:pt x="783" y="2"/>
                    </a:cubicBezTo>
                    <a:cubicBezTo>
                      <a:pt x="782" y="2"/>
                      <a:pt x="782" y="2"/>
                      <a:pt x="782" y="1"/>
                    </a:cubicBezTo>
                    <a:cubicBezTo>
                      <a:pt x="782" y="1"/>
                      <a:pt x="782" y="0"/>
                      <a:pt x="783" y="0"/>
                    </a:cubicBezTo>
                    <a:cubicBezTo>
                      <a:pt x="805" y="0"/>
                      <a:pt x="805" y="0"/>
                      <a:pt x="805" y="0"/>
                    </a:cubicBezTo>
                    <a:cubicBezTo>
                      <a:pt x="805" y="0"/>
                      <a:pt x="806" y="1"/>
                      <a:pt x="806" y="1"/>
                    </a:cubicBezTo>
                    <a:cubicBezTo>
                      <a:pt x="806" y="2"/>
                      <a:pt x="805" y="2"/>
                      <a:pt x="805" y="2"/>
                    </a:cubicBezTo>
                    <a:moveTo>
                      <a:pt x="761" y="2"/>
                    </a:moveTo>
                    <a:cubicBezTo>
                      <a:pt x="739" y="2"/>
                      <a:pt x="739" y="2"/>
                      <a:pt x="739" y="2"/>
                    </a:cubicBezTo>
                    <a:cubicBezTo>
                      <a:pt x="739" y="2"/>
                      <a:pt x="738" y="2"/>
                      <a:pt x="738" y="1"/>
                    </a:cubicBezTo>
                    <a:cubicBezTo>
                      <a:pt x="738" y="1"/>
                      <a:pt x="739" y="0"/>
                      <a:pt x="739" y="0"/>
                    </a:cubicBezTo>
                    <a:cubicBezTo>
                      <a:pt x="761" y="0"/>
                      <a:pt x="761" y="0"/>
                      <a:pt x="761" y="0"/>
                    </a:cubicBezTo>
                    <a:cubicBezTo>
                      <a:pt x="761" y="0"/>
                      <a:pt x="762" y="1"/>
                      <a:pt x="762" y="1"/>
                    </a:cubicBezTo>
                    <a:cubicBezTo>
                      <a:pt x="762" y="2"/>
                      <a:pt x="761" y="2"/>
                      <a:pt x="761" y="2"/>
                    </a:cubicBezTo>
                    <a:moveTo>
                      <a:pt x="717" y="2"/>
                    </a:moveTo>
                    <a:cubicBezTo>
                      <a:pt x="696" y="2"/>
                      <a:pt x="696" y="2"/>
                      <a:pt x="696" y="2"/>
                    </a:cubicBezTo>
                    <a:cubicBezTo>
                      <a:pt x="695" y="2"/>
                      <a:pt x="695" y="2"/>
                      <a:pt x="695" y="1"/>
                    </a:cubicBezTo>
                    <a:cubicBezTo>
                      <a:pt x="695" y="1"/>
                      <a:pt x="695" y="0"/>
                      <a:pt x="696" y="0"/>
                    </a:cubicBezTo>
                    <a:cubicBezTo>
                      <a:pt x="717" y="0"/>
                      <a:pt x="717" y="0"/>
                      <a:pt x="717" y="0"/>
                    </a:cubicBezTo>
                    <a:cubicBezTo>
                      <a:pt x="718" y="0"/>
                      <a:pt x="718" y="1"/>
                      <a:pt x="718" y="1"/>
                    </a:cubicBezTo>
                    <a:cubicBezTo>
                      <a:pt x="718" y="2"/>
                      <a:pt x="718" y="2"/>
                      <a:pt x="717" y="2"/>
                    </a:cubicBezTo>
                    <a:moveTo>
                      <a:pt x="674" y="2"/>
                    </a:moveTo>
                    <a:cubicBezTo>
                      <a:pt x="652" y="2"/>
                      <a:pt x="652" y="2"/>
                      <a:pt x="652" y="2"/>
                    </a:cubicBezTo>
                    <a:cubicBezTo>
                      <a:pt x="651" y="2"/>
                      <a:pt x="651" y="2"/>
                      <a:pt x="651" y="1"/>
                    </a:cubicBezTo>
                    <a:cubicBezTo>
                      <a:pt x="651" y="1"/>
                      <a:pt x="651" y="0"/>
                      <a:pt x="652" y="0"/>
                    </a:cubicBezTo>
                    <a:cubicBezTo>
                      <a:pt x="674" y="0"/>
                      <a:pt x="674" y="0"/>
                      <a:pt x="674" y="0"/>
                    </a:cubicBezTo>
                    <a:cubicBezTo>
                      <a:pt x="674" y="0"/>
                      <a:pt x="675" y="1"/>
                      <a:pt x="675" y="1"/>
                    </a:cubicBezTo>
                    <a:cubicBezTo>
                      <a:pt x="675" y="2"/>
                      <a:pt x="674" y="2"/>
                      <a:pt x="674" y="2"/>
                    </a:cubicBezTo>
                    <a:moveTo>
                      <a:pt x="630" y="2"/>
                    </a:moveTo>
                    <a:cubicBezTo>
                      <a:pt x="608" y="2"/>
                      <a:pt x="608" y="2"/>
                      <a:pt x="608" y="2"/>
                    </a:cubicBezTo>
                    <a:cubicBezTo>
                      <a:pt x="608" y="2"/>
                      <a:pt x="607" y="2"/>
                      <a:pt x="607" y="1"/>
                    </a:cubicBezTo>
                    <a:cubicBezTo>
                      <a:pt x="607" y="1"/>
                      <a:pt x="608" y="0"/>
                      <a:pt x="608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631" y="0"/>
                      <a:pt x="631" y="1"/>
                      <a:pt x="631" y="1"/>
                    </a:cubicBezTo>
                    <a:cubicBezTo>
                      <a:pt x="631" y="2"/>
                      <a:pt x="631" y="2"/>
                      <a:pt x="630" y="2"/>
                    </a:cubicBezTo>
                    <a:moveTo>
                      <a:pt x="586" y="2"/>
                    </a:moveTo>
                    <a:cubicBezTo>
                      <a:pt x="565" y="2"/>
                      <a:pt x="565" y="2"/>
                      <a:pt x="565" y="2"/>
                    </a:cubicBezTo>
                    <a:cubicBezTo>
                      <a:pt x="564" y="2"/>
                      <a:pt x="564" y="2"/>
                      <a:pt x="564" y="1"/>
                    </a:cubicBezTo>
                    <a:cubicBezTo>
                      <a:pt x="564" y="1"/>
                      <a:pt x="564" y="0"/>
                      <a:pt x="565" y="0"/>
                    </a:cubicBezTo>
                    <a:cubicBezTo>
                      <a:pt x="586" y="0"/>
                      <a:pt x="586" y="0"/>
                      <a:pt x="586" y="0"/>
                    </a:cubicBezTo>
                    <a:cubicBezTo>
                      <a:pt x="587" y="0"/>
                      <a:pt x="587" y="1"/>
                      <a:pt x="587" y="1"/>
                    </a:cubicBezTo>
                    <a:cubicBezTo>
                      <a:pt x="587" y="2"/>
                      <a:pt x="587" y="2"/>
                      <a:pt x="586" y="2"/>
                    </a:cubicBezTo>
                    <a:moveTo>
                      <a:pt x="543" y="2"/>
                    </a:moveTo>
                    <a:cubicBezTo>
                      <a:pt x="521" y="2"/>
                      <a:pt x="521" y="2"/>
                      <a:pt x="521" y="2"/>
                    </a:cubicBezTo>
                    <a:cubicBezTo>
                      <a:pt x="520" y="2"/>
                      <a:pt x="520" y="2"/>
                      <a:pt x="520" y="1"/>
                    </a:cubicBezTo>
                    <a:cubicBezTo>
                      <a:pt x="520" y="1"/>
                      <a:pt x="520" y="0"/>
                      <a:pt x="521" y="0"/>
                    </a:cubicBezTo>
                    <a:cubicBezTo>
                      <a:pt x="543" y="0"/>
                      <a:pt x="543" y="0"/>
                      <a:pt x="543" y="0"/>
                    </a:cubicBezTo>
                    <a:cubicBezTo>
                      <a:pt x="543" y="0"/>
                      <a:pt x="544" y="1"/>
                      <a:pt x="544" y="1"/>
                    </a:cubicBezTo>
                    <a:cubicBezTo>
                      <a:pt x="544" y="2"/>
                      <a:pt x="543" y="2"/>
                      <a:pt x="543" y="2"/>
                    </a:cubicBezTo>
                    <a:moveTo>
                      <a:pt x="499" y="2"/>
                    </a:moveTo>
                    <a:cubicBezTo>
                      <a:pt x="477" y="2"/>
                      <a:pt x="477" y="2"/>
                      <a:pt x="477" y="2"/>
                    </a:cubicBezTo>
                    <a:cubicBezTo>
                      <a:pt x="477" y="2"/>
                      <a:pt x="476" y="2"/>
                      <a:pt x="476" y="1"/>
                    </a:cubicBezTo>
                    <a:cubicBezTo>
                      <a:pt x="476" y="1"/>
                      <a:pt x="477" y="0"/>
                      <a:pt x="477" y="0"/>
                    </a:cubicBezTo>
                    <a:cubicBezTo>
                      <a:pt x="499" y="0"/>
                      <a:pt x="499" y="0"/>
                      <a:pt x="499" y="0"/>
                    </a:cubicBezTo>
                    <a:cubicBezTo>
                      <a:pt x="500" y="0"/>
                      <a:pt x="500" y="1"/>
                      <a:pt x="500" y="1"/>
                    </a:cubicBezTo>
                    <a:cubicBezTo>
                      <a:pt x="500" y="2"/>
                      <a:pt x="500" y="2"/>
                      <a:pt x="499" y="2"/>
                    </a:cubicBezTo>
                    <a:moveTo>
                      <a:pt x="456" y="2"/>
                    </a:moveTo>
                    <a:cubicBezTo>
                      <a:pt x="434" y="2"/>
                      <a:pt x="434" y="2"/>
                      <a:pt x="434" y="2"/>
                    </a:cubicBezTo>
                    <a:cubicBezTo>
                      <a:pt x="433" y="2"/>
                      <a:pt x="433" y="2"/>
                      <a:pt x="433" y="1"/>
                    </a:cubicBezTo>
                    <a:cubicBezTo>
                      <a:pt x="433" y="1"/>
                      <a:pt x="433" y="0"/>
                      <a:pt x="434" y="0"/>
                    </a:cubicBezTo>
                    <a:cubicBezTo>
                      <a:pt x="456" y="0"/>
                      <a:pt x="456" y="0"/>
                      <a:pt x="456" y="0"/>
                    </a:cubicBezTo>
                    <a:cubicBezTo>
                      <a:pt x="456" y="0"/>
                      <a:pt x="456" y="1"/>
                      <a:pt x="456" y="1"/>
                    </a:cubicBezTo>
                    <a:cubicBezTo>
                      <a:pt x="456" y="2"/>
                      <a:pt x="456" y="2"/>
                      <a:pt x="456" y="2"/>
                    </a:cubicBezTo>
                    <a:moveTo>
                      <a:pt x="412" y="2"/>
                    </a:moveTo>
                    <a:cubicBezTo>
                      <a:pt x="390" y="2"/>
                      <a:pt x="390" y="2"/>
                      <a:pt x="390" y="2"/>
                    </a:cubicBezTo>
                    <a:cubicBezTo>
                      <a:pt x="390" y="2"/>
                      <a:pt x="389" y="2"/>
                      <a:pt x="389" y="1"/>
                    </a:cubicBezTo>
                    <a:cubicBezTo>
                      <a:pt x="389" y="1"/>
                      <a:pt x="390" y="0"/>
                      <a:pt x="390" y="0"/>
                    </a:cubicBezTo>
                    <a:cubicBezTo>
                      <a:pt x="412" y="0"/>
                      <a:pt x="412" y="0"/>
                      <a:pt x="412" y="0"/>
                    </a:cubicBezTo>
                    <a:cubicBezTo>
                      <a:pt x="412" y="0"/>
                      <a:pt x="413" y="1"/>
                      <a:pt x="413" y="1"/>
                    </a:cubicBezTo>
                    <a:cubicBezTo>
                      <a:pt x="413" y="2"/>
                      <a:pt x="412" y="2"/>
                      <a:pt x="412" y="2"/>
                    </a:cubicBezTo>
                    <a:moveTo>
                      <a:pt x="368" y="2"/>
                    </a:moveTo>
                    <a:cubicBezTo>
                      <a:pt x="346" y="2"/>
                      <a:pt x="346" y="2"/>
                      <a:pt x="346" y="2"/>
                    </a:cubicBezTo>
                    <a:cubicBezTo>
                      <a:pt x="346" y="2"/>
                      <a:pt x="346" y="2"/>
                      <a:pt x="346" y="1"/>
                    </a:cubicBezTo>
                    <a:cubicBezTo>
                      <a:pt x="346" y="1"/>
                      <a:pt x="346" y="0"/>
                      <a:pt x="346" y="0"/>
                    </a:cubicBezTo>
                    <a:cubicBezTo>
                      <a:pt x="368" y="0"/>
                      <a:pt x="368" y="0"/>
                      <a:pt x="368" y="0"/>
                    </a:cubicBezTo>
                    <a:cubicBezTo>
                      <a:pt x="369" y="0"/>
                      <a:pt x="369" y="1"/>
                      <a:pt x="369" y="1"/>
                    </a:cubicBezTo>
                    <a:cubicBezTo>
                      <a:pt x="369" y="2"/>
                      <a:pt x="369" y="2"/>
                      <a:pt x="368" y="2"/>
                    </a:cubicBezTo>
                    <a:moveTo>
                      <a:pt x="325" y="2"/>
                    </a:moveTo>
                    <a:cubicBezTo>
                      <a:pt x="303" y="2"/>
                      <a:pt x="303" y="2"/>
                      <a:pt x="303" y="2"/>
                    </a:cubicBezTo>
                    <a:cubicBezTo>
                      <a:pt x="302" y="2"/>
                      <a:pt x="302" y="2"/>
                      <a:pt x="302" y="1"/>
                    </a:cubicBezTo>
                    <a:cubicBezTo>
                      <a:pt x="302" y="1"/>
                      <a:pt x="302" y="0"/>
                      <a:pt x="303" y="0"/>
                    </a:cubicBezTo>
                    <a:cubicBezTo>
                      <a:pt x="325" y="0"/>
                      <a:pt x="325" y="0"/>
                      <a:pt x="325" y="0"/>
                    </a:cubicBezTo>
                    <a:cubicBezTo>
                      <a:pt x="325" y="0"/>
                      <a:pt x="326" y="1"/>
                      <a:pt x="326" y="1"/>
                    </a:cubicBezTo>
                    <a:cubicBezTo>
                      <a:pt x="326" y="2"/>
                      <a:pt x="325" y="2"/>
                      <a:pt x="325" y="2"/>
                    </a:cubicBezTo>
                    <a:moveTo>
                      <a:pt x="281" y="2"/>
                    </a:moveTo>
                    <a:cubicBezTo>
                      <a:pt x="259" y="2"/>
                      <a:pt x="259" y="2"/>
                      <a:pt x="259" y="2"/>
                    </a:cubicBezTo>
                    <a:cubicBezTo>
                      <a:pt x="259" y="2"/>
                      <a:pt x="258" y="2"/>
                      <a:pt x="258" y="1"/>
                    </a:cubicBezTo>
                    <a:cubicBezTo>
                      <a:pt x="258" y="1"/>
                      <a:pt x="259" y="0"/>
                      <a:pt x="259" y="0"/>
                    </a:cubicBezTo>
                    <a:cubicBezTo>
                      <a:pt x="281" y="0"/>
                      <a:pt x="281" y="0"/>
                      <a:pt x="281" y="0"/>
                    </a:cubicBezTo>
                    <a:cubicBezTo>
                      <a:pt x="281" y="0"/>
                      <a:pt x="282" y="1"/>
                      <a:pt x="282" y="1"/>
                    </a:cubicBezTo>
                    <a:cubicBezTo>
                      <a:pt x="282" y="2"/>
                      <a:pt x="281" y="2"/>
                      <a:pt x="281" y="2"/>
                    </a:cubicBezTo>
                    <a:moveTo>
                      <a:pt x="237" y="2"/>
                    </a:moveTo>
                    <a:cubicBezTo>
                      <a:pt x="216" y="2"/>
                      <a:pt x="216" y="2"/>
                      <a:pt x="216" y="2"/>
                    </a:cubicBezTo>
                    <a:cubicBezTo>
                      <a:pt x="215" y="2"/>
                      <a:pt x="215" y="2"/>
                      <a:pt x="215" y="1"/>
                    </a:cubicBezTo>
                    <a:cubicBezTo>
                      <a:pt x="215" y="1"/>
                      <a:pt x="215" y="0"/>
                      <a:pt x="216" y="0"/>
                    </a:cubicBezTo>
                    <a:cubicBezTo>
                      <a:pt x="237" y="0"/>
                      <a:pt x="237" y="0"/>
                      <a:pt x="237" y="0"/>
                    </a:cubicBezTo>
                    <a:cubicBezTo>
                      <a:pt x="238" y="0"/>
                      <a:pt x="238" y="1"/>
                      <a:pt x="238" y="1"/>
                    </a:cubicBezTo>
                    <a:cubicBezTo>
                      <a:pt x="238" y="2"/>
                      <a:pt x="238" y="2"/>
                      <a:pt x="237" y="2"/>
                    </a:cubicBezTo>
                    <a:moveTo>
                      <a:pt x="194" y="2"/>
                    </a:moveTo>
                    <a:cubicBezTo>
                      <a:pt x="172" y="2"/>
                      <a:pt x="172" y="2"/>
                      <a:pt x="172" y="2"/>
                    </a:cubicBezTo>
                    <a:cubicBezTo>
                      <a:pt x="171" y="2"/>
                      <a:pt x="171" y="2"/>
                      <a:pt x="171" y="1"/>
                    </a:cubicBezTo>
                    <a:cubicBezTo>
                      <a:pt x="171" y="1"/>
                      <a:pt x="171" y="0"/>
                      <a:pt x="172" y="0"/>
                    </a:cubicBezTo>
                    <a:cubicBezTo>
                      <a:pt x="194" y="0"/>
                      <a:pt x="194" y="0"/>
                      <a:pt x="194" y="0"/>
                    </a:cubicBezTo>
                    <a:cubicBezTo>
                      <a:pt x="194" y="0"/>
                      <a:pt x="195" y="1"/>
                      <a:pt x="195" y="1"/>
                    </a:cubicBezTo>
                    <a:cubicBezTo>
                      <a:pt x="195" y="2"/>
                      <a:pt x="194" y="2"/>
                      <a:pt x="194" y="2"/>
                    </a:cubicBezTo>
                    <a:moveTo>
                      <a:pt x="150" y="2"/>
                    </a:moveTo>
                    <a:cubicBezTo>
                      <a:pt x="128" y="2"/>
                      <a:pt x="128" y="2"/>
                      <a:pt x="128" y="2"/>
                    </a:cubicBezTo>
                    <a:cubicBezTo>
                      <a:pt x="128" y="2"/>
                      <a:pt x="127" y="2"/>
                      <a:pt x="127" y="1"/>
                    </a:cubicBezTo>
                    <a:cubicBezTo>
                      <a:pt x="127" y="1"/>
                      <a:pt x="128" y="0"/>
                      <a:pt x="128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51" y="0"/>
                      <a:pt x="151" y="1"/>
                      <a:pt x="151" y="1"/>
                    </a:cubicBezTo>
                    <a:cubicBezTo>
                      <a:pt x="151" y="2"/>
                      <a:pt x="151" y="2"/>
                      <a:pt x="150" y="2"/>
                    </a:cubicBezTo>
                    <a:moveTo>
                      <a:pt x="106" y="2"/>
                    </a:moveTo>
                    <a:cubicBezTo>
                      <a:pt x="85" y="2"/>
                      <a:pt x="85" y="2"/>
                      <a:pt x="85" y="2"/>
                    </a:cubicBezTo>
                    <a:cubicBezTo>
                      <a:pt x="84" y="2"/>
                      <a:pt x="84" y="2"/>
                      <a:pt x="84" y="1"/>
                    </a:cubicBezTo>
                    <a:cubicBezTo>
                      <a:pt x="84" y="1"/>
                      <a:pt x="84" y="0"/>
                      <a:pt x="85" y="0"/>
                    </a:cubicBezTo>
                    <a:cubicBezTo>
                      <a:pt x="106" y="0"/>
                      <a:pt x="106" y="0"/>
                      <a:pt x="106" y="0"/>
                    </a:cubicBezTo>
                    <a:cubicBezTo>
                      <a:pt x="107" y="0"/>
                      <a:pt x="107" y="1"/>
                      <a:pt x="107" y="1"/>
                    </a:cubicBezTo>
                    <a:cubicBezTo>
                      <a:pt x="107" y="2"/>
                      <a:pt x="107" y="2"/>
                      <a:pt x="106" y="2"/>
                    </a:cubicBezTo>
                    <a:moveTo>
                      <a:pt x="63" y="2"/>
                    </a:moveTo>
                    <a:cubicBezTo>
                      <a:pt x="41" y="2"/>
                      <a:pt x="41" y="2"/>
                      <a:pt x="41" y="2"/>
                    </a:cubicBezTo>
                    <a:cubicBezTo>
                      <a:pt x="40" y="2"/>
                      <a:pt x="40" y="2"/>
                      <a:pt x="40" y="1"/>
                    </a:cubicBezTo>
                    <a:cubicBezTo>
                      <a:pt x="40" y="1"/>
                      <a:pt x="40" y="0"/>
                      <a:pt x="41" y="0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63" y="0"/>
                      <a:pt x="64" y="1"/>
                      <a:pt x="64" y="1"/>
                    </a:cubicBezTo>
                    <a:cubicBezTo>
                      <a:pt x="64" y="2"/>
                      <a:pt x="63" y="2"/>
                      <a:pt x="63" y="2"/>
                    </a:cubicBezTo>
                  </a:path>
                </a:pathLst>
              </a:custGeom>
              <a:solidFill>
                <a:srgbClr val="B3D4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0" name="Freeform 170">
                <a:extLst>
                  <a:ext uri="{FF2B5EF4-FFF2-40B4-BE49-F238E27FC236}">
                    <a16:creationId xmlns:a16="http://schemas.microsoft.com/office/drawing/2014/main" id="{DDA43F86-A281-4D96-9BD9-3671CDE21E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4100" y="2765426"/>
                <a:ext cx="1038225" cy="2025650"/>
              </a:xfrm>
              <a:custGeom>
                <a:avLst/>
                <a:gdLst>
                  <a:gd name="T0" fmla="*/ 24 w 275"/>
                  <a:gd name="T1" fmla="*/ 23 h 537"/>
                  <a:gd name="T2" fmla="*/ 31 w 275"/>
                  <a:gd name="T3" fmla="*/ 199 h 537"/>
                  <a:gd name="T4" fmla="*/ 0 w 275"/>
                  <a:gd name="T5" fmla="*/ 537 h 537"/>
                  <a:gd name="T6" fmla="*/ 275 w 275"/>
                  <a:gd name="T7" fmla="*/ 537 h 537"/>
                  <a:gd name="T8" fmla="*/ 260 w 275"/>
                  <a:gd name="T9" fmla="*/ 227 h 537"/>
                  <a:gd name="T10" fmla="*/ 255 w 275"/>
                  <a:gd name="T11" fmla="*/ 23 h 537"/>
                  <a:gd name="T12" fmla="*/ 212 w 275"/>
                  <a:gd name="T13" fmla="*/ 1 h 537"/>
                  <a:gd name="T14" fmla="*/ 103 w 275"/>
                  <a:gd name="T15" fmla="*/ 0 h 537"/>
                  <a:gd name="T16" fmla="*/ 24 w 275"/>
                  <a:gd name="T17" fmla="*/ 23 h 5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5" h="537">
                    <a:moveTo>
                      <a:pt x="24" y="23"/>
                    </a:moveTo>
                    <a:cubicBezTo>
                      <a:pt x="24" y="23"/>
                      <a:pt x="37" y="154"/>
                      <a:pt x="31" y="199"/>
                    </a:cubicBezTo>
                    <a:cubicBezTo>
                      <a:pt x="0" y="537"/>
                      <a:pt x="0" y="537"/>
                      <a:pt x="0" y="537"/>
                    </a:cubicBezTo>
                    <a:cubicBezTo>
                      <a:pt x="275" y="537"/>
                      <a:pt x="275" y="537"/>
                      <a:pt x="275" y="537"/>
                    </a:cubicBezTo>
                    <a:cubicBezTo>
                      <a:pt x="275" y="537"/>
                      <a:pt x="260" y="249"/>
                      <a:pt x="260" y="227"/>
                    </a:cubicBezTo>
                    <a:cubicBezTo>
                      <a:pt x="260" y="205"/>
                      <a:pt x="255" y="23"/>
                      <a:pt x="255" y="23"/>
                    </a:cubicBezTo>
                    <a:cubicBezTo>
                      <a:pt x="212" y="1"/>
                      <a:pt x="212" y="1"/>
                      <a:pt x="212" y="1"/>
                    </a:cubicBezTo>
                    <a:cubicBezTo>
                      <a:pt x="103" y="0"/>
                      <a:pt x="103" y="0"/>
                      <a:pt x="103" y="0"/>
                    </a:cubicBezTo>
                    <a:lnTo>
                      <a:pt x="24" y="23"/>
                    </a:lnTo>
                    <a:close/>
                  </a:path>
                </a:pathLst>
              </a:custGeom>
              <a:solidFill>
                <a:srgbClr val="A4C7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1" name="Freeform 171">
                <a:extLst>
                  <a:ext uri="{FF2B5EF4-FFF2-40B4-BE49-F238E27FC236}">
                    <a16:creationId xmlns:a16="http://schemas.microsoft.com/office/drawing/2014/main" id="{B4F4306F-6D47-A09D-FF22-1209FD621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0788" y="2773363"/>
                <a:ext cx="433388" cy="992188"/>
              </a:xfrm>
              <a:custGeom>
                <a:avLst/>
                <a:gdLst>
                  <a:gd name="T0" fmla="*/ 55 w 115"/>
                  <a:gd name="T1" fmla="*/ 0 h 263"/>
                  <a:gd name="T2" fmla="*/ 0 w 115"/>
                  <a:gd name="T3" fmla="*/ 15 h 263"/>
                  <a:gd name="T4" fmla="*/ 35 w 115"/>
                  <a:gd name="T5" fmla="*/ 137 h 263"/>
                  <a:gd name="T6" fmla="*/ 44 w 115"/>
                  <a:gd name="T7" fmla="*/ 170 h 263"/>
                  <a:gd name="T8" fmla="*/ 115 w 115"/>
                  <a:gd name="T9" fmla="*/ 263 h 263"/>
                  <a:gd name="T10" fmla="*/ 55 w 115"/>
                  <a:gd name="T11" fmla="*/ 0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5" h="263">
                    <a:moveTo>
                      <a:pt x="55" y="0"/>
                    </a:move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22" y="124"/>
                      <a:pt x="35" y="137"/>
                    </a:cubicBezTo>
                    <a:cubicBezTo>
                      <a:pt x="48" y="150"/>
                      <a:pt x="33" y="160"/>
                      <a:pt x="44" y="170"/>
                    </a:cubicBezTo>
                    <a:cubicBezTo>
                      <a:pt x="55" y="181"/>
                      <a:pt x="115" y="263"/>
                      <a:pt x="115" y="263"/>
                    </a:cubicBez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86A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2" name="Freeform 172">
                <a:extLst>
                  <a:ext uri="{FF2B5EF4-FFF2-40B4-BE49-F238E27FC236}">
                    <a16:creationId xmlns:a16="http://schemas.microsoft.com/office/drawing/2014/main" id="{A34C576C-476B-9644-39AA-4EF7866BA9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4175" y="2787651"/>
                <a:ext cx="358775" cy="977900"/>
              </a:xfrm>
              <a:custGeom>
                <a:avLst/>
                <a:gdLst>
                  <a:gd name="T0" fmla="*/ 56 w 95"/>
                  <a:gd name="T1" fmla="*/ 0 h 259"/>
                  <a:gd name="T2" fmla="*/ 0 w 95"/>
                  <a:gd name="T3" fmla="*/ 259 h 259"/>
                  <a:gd name="T4" fmla="*/ 64 w 95"/>
                  <a:gd name="T5" fmla="*/ 150 h 259"/>
                  <a:gd name="T6" fmla="*/ 64 w 95"/>
                  <a:gd name="T7" fmla="*/ 114 h 259"/>
                  <a:gd name="T8" fmla="*/ 95 w 95"/>
                  <a:gd name="T9" fmla="*/ 17 h 259"/>
                  <a:gd name="T10" fmla="*/ 56 w 95"/>
                  <a:gd name="T11" fmla="*/ 0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5" h="259">
                    <a:moveTo>
                      <a:pt x="56" y="0"/>
                    </a:moveTo>
                    <a:cubicBezTo>
                      <a:pt x="0" y="259"/>
                      <a:pt x="0" y="259"/>
                      <a:pt x="0" y="259"/>
                    </a:cubicBezTo>
                    <a:cubicBezTo>
                      <a:pt x="0" y="259"/>
                      <a:pt x="59" y="155"/>
                      <a:pt x="64" y="150"/>
                    </a:cubicBezTo>
                    <a:cubicBezTo>
                      <a:pt x="69" y="145"/>
                      <a:pt x="64" y="124"/>
                      <a:pt x="64" y="114"/>
                    </a:cubicBezTo>
                    <a:cubicBezTo>
                      <a:pt x="64" y="104"/>
                      <a:pt x="95" y="17"/>
                      <a:pt x="95" y="17"/>
                    </a:cubicBezTo>
                    <a:cubicBezTo>
                      <a:pt x="95" y="17"/>
                      <a:pt x="67" y="0"/>
                      <a:pt x="56" y="0"/>
                    </a:cubicBezTo>
                    <a:close/>
                  </a:path>
                </a:pathLst>
              </a:custGeom>
              <a:solidFill>
                <a:srgbClr val="86A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3" name="Freeform 173">
                <a:extLst>
                  <a:ext uri="{FF2B5EF4-FFF2-40B4-BE49-F238E27FC236}">
                    <a16:creationId xmlns:a16="http://schemas.microsoft.com/office/drawing/2014/main" id="{E9B7F673-2FA8-1E8A-E5AA-EC4F3FB13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3963" y="2765426"/>
                <a:ext cx="430213" cy="1000125"/>
              </a:xfrm>
              <a:custGeom>
                <a:avLst/>
                <a:gdLst>
                  <a:gd name="T0" fmla="*/ 58 w 114"/>
                  <a:gd name="T1" fmla="*/ 0 h 265"/>
                  <a:gd name="T2" fmla="*/ 0 w 114"/>
                  <a:gd name="T3" fmla="*/ 6 h 265"/>
                  <a:gd name="T4" fmla="*/ 34 w 114"/>
                  <a:gd name="T5" fmla="*/ 126 h 265"/>
                  <a:gd name="T6" fmla="*/ 43 w 114"/>
                  <a:gd name="T7" fmla="*/ 159 h 265"/>
                  <a:gd name="T8" fmla="*/ 114 w 114"/>
                  <a:gd name="T9" fmla="*/ 265 h 265"/>
                  <a:gd name="T10" fmla="*/ 58 w 114"/>
                  <a:gd name="T11" fmla="*/ 0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4" h="265">
                    <a:moveTo>
                      <a:pt x="58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21" y="113"/>
                      <a:pt x="34" y="126"/>
                    </a:cubicBezTo>
                    <a:cubicBezTo>
                      <a:pt x="47" y="139"/>
                      <a:pt x="32" y="149"/>
                      <a:pt x="43" y="159"/>
                    </a:cubicBezTo>
                    <a:cubicBezTo>
                      <a:pt x="54" y="170"/>
                      <a:pt x="114" y="265"/>
                      <a:pt x="114" y="265"/>
                    </a:cubicBez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BDD9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4" name="Freeform 174">
                <a:extLst>
                  <a:ext uri="{FF2B5EF4-FFF2-40B4-BE49-F238E27FC236}">
                    <a16:creationId xmlns:a16="http://schemas.microsoft.com/office/drawing/2014/main" id="{B2432414-FDA7-7174-A076-6302229051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4175" y="2768601"/>
                <a:ext cx="361950" cy="996950"/>
              </a:xfrm>
              <a:custGeom>
                <a:avLst/>
                <a:gdLst>
                  <a:gd name="T0" fmla="*/ 53 w 96"/>
                  <a:gd name="T1" fmla="*/ 0 h 264"/>
                  <a:gd name="T2" fmla="*/ 0 w 96"/>
                  <a:gd name="T3" fmla="*/ 264 h 264"/>
                  <a:gd name="T4" fmla="*/ 64 w 96"/>
                  <a:gd name="T5" fmla="*/ 142 h 264"/>
                  <a:gd name="T6" fmla="*/ 64 w 96"/>
                  <a:gd name="T7" fmla="*/ 106 h 264"/>
                  <a:gd name="T8" fmla="*/ 96 w 96"/>
                  <a:gd name="T9" fmla="*/ 13 h 264"/>
                  <a:gd name="T10" fmla="*/ 53 w 96"/>
                  <a:gd name="T11" fmla="*/ 0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6" h="264">
                    <a:moveTo>
                      <a:pt x="53" y="0"/>
                    </a:moveTo>
                    <a:cubicBezTo>
                      <a:pt x="0" y="264"/>
                      <a:pt x="0" y="264"/>
                      <a:pt x="0" y="264"/>
                    </a:cubicBezTo>
                    <a:cubicBezTo>
                      <a:pt x="0" y="264"/>
                      <a:pt x="59" y="147"/>
                      <a:pt x="64" y="142"/>
                    </a:cubicBezTo>
                    <a:cubicBezTo>
                      <a:pt x="69" y="137"/>
                      <a:pt x="64" y="116"/>
                      <a:pt x="64" y="106"/>
                    </a:cubicBezTo>
                    <a:cubicBezTo>
                      <a:pt x="64" y="96"/>
                      <a:pt x="96" y="13"/>
                      <a:pt x="96" y="13"/>
                    </a:cubicBezTo>
                    <a:cubicBezTo>
                      <a:pt x="96" y="13"/>
                      <a:pt x="64" y="0"/>
                      <a:pt x="53" y="0"/>
                    </a:cubicBezTo>
                    <a:close/>
                  </a:path>
                </a:pathLst>
              </a:custGeom>
              <a:solidFill>
                <a:srgbClr val="BDD9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5" name="Freeform 175">
                <a:extLst>
                  <a:ext uri="{FF2B5EF4-FFF2-40B4-BE49-F238E27FC236}">
                    <a16:creationId xmlns:a16="http://schemas.microsoft.com/office/drawing/2014/main" id="{1EDED603-99B1-4549-0C63-DD6AAF6882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4013" y="3765551"/>
                <a:ext cx="30163" cy="1025525"/>
              </a:xfrm>
              <a:custGeom>
                <a:avLst/>
                <a:gdLst>
                  <a:gd name="T0" fmla="*/ 0 w 19"/>
                  <a:gd name="T1" fmla="*/ 646 h 646"/>
                  <a:gd name="T2" fmla="*/ 19 w 19"/>
                  <a:gd name="T3" fmla="*/ 0 h 646"/>
                  <a:gd name="T4" fmla="*/ 14 w 19"/>
                  <a:gd name="T5" fmla="*/ 646 h 646"/>
                  <a:gd name="T6" fmla="*/ 0 w 19"/>
                  <a:gd name="T7" fmla="*/ 646 h 6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646">
                    <a:moveTo>
                      <a:pt x="0" y="646"/>
                    </a:moveTo>
                    <a:lnTo>
                      <a:pt x="19" y="0"/>
                    </a:lnTo>
                    <a:lnTo>
                      <a:pt x="14" y="646"/>
                    </a:lnTo>
                    <a:lnTo>
                      <a:pt x="0" y="646"/>
                    </a:lnTo>
                    <a:close/>
                  </a:path>
                </a:pathLst>
              </a:custGeom>
              <a:solidFill>
                <a:srgbClr val="7797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6" name="Rectangle 176">
                <a:extLst>
                  <a:ext uri="{FF2B5EF4-FFF2-40B4-BE49-F238E27FC236}">
                    <a16:creationId xmlns:a16="http://schemas.microsoft.com/office/drawing/2014/main" id="{50E7EE98-702F-3DC2-FDB0-93B2EB045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2500" y="4926013"/>
                <a:ext cx="781050" cy="84138"/>
              </a:xfrm>
              <a:prstGeom prst="rect">
                <a:avLst/>
              </a:prstGeom>
              <a:solidFill>
                <a:srgbClr val="8088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7" name="Rectangle 177">
                <a:extLst>
                  <a:ext uri="{FF2B5EF4-FFF2-40B4-BE49-F238E27FC236}">
                    <a16:creationId xmlns:a16="http://schemas.microsoft.com/office/drawing/2014/main" id="{7EAC7936-320E-C762-13E1-3D189F25B4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2500" y="4926013"/>
                <a:ext cx="781050" cy="84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" name="Freeform 182">
                <a:extLst>
                  <a:ext uri="{FF2B5EF4-FFF2-40B4-BE49-F238E27FC236}">
                    <a16:creationId xmlns:a16="http://schemas.microsoft.com/office/drawing/2014/main" id="{65FB7D2F-2833-BA26-B948-9554F8755A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8575" y="2689226"/>
                <a:ext cx="577850" cy="731838"/>
              </a:xfrm>
              <a:custGeom>
                <a:avLst/>
                <a:gdLst>
                  <a:gd name="T0" fmla="*/ 86 w 153"/>
                  <a:gd name="T1" fmla="*/ 57 h 194"/>
                  <a:gd name="T2" fmla="*/ 70 w 153"/>
                  <a:gd name="T3" fmla="*/ 0 h 194"/>
                  <a:gd name="T4" fmla="*/ 0 w 153"/>
                  <a:gd name="T5" fmla="*/ 18 h 194"/>
                  <a:gd name="T6" fmla="*/ 17 w 153"/>
                  <a:gd name="T7" fmla="*/ 53 h 194"/>
                  <a:gd name="T8" fmla="*/ 45 w 153"/>
                  <a:gd name="T9" fmla="*/ 70 h 194"/>
                  <a:gd name="T10" fmla="*/ 108 w 153"/>
                  <a:gd name="T11" fmla="*/ 194 h 194"/>
                  <a:gd name="T12" fmla="*/ 153 w 153"/>
                  <a:gd name="T13" fmla="*/ 139 h 194"/>
                  <a:gd name="T14" fmla="*/ 86 w 153"/>
                  <a:gd name="T15" fmla="*/ 57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3" h="194">
                    <a:moveTo>
                      <a:pt x="86" y="57"/>
                    </a:moveTo>
                    <a:cubicBezTo>
                      <a:pt x="70" y="0"/>
                      <a:pt x="70" y="0"/>
                      <a:pt x="70" y="0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18"/>
                      <a:pt x="10" y="49"/>
                      <a:pt x="17" y="53"/>
                    </a:cubicBezTo>
                    <a:cubicBezTo>
                      <a:pt x="22" y="56"/>
                      <a:pt x="38" y="66"/>
                      <a:pt x="45" y="70"/>
                    </a:cubicBezTo>
                    <a:cubicBezTo>
                      <a:pt x="108" y="194"/>
                      <a:pt x="108" y="194"/>
                      <a:pt x="108" y="194"/>
                    </a:cubicBezTo>
                    <a:cubicBezTo>
                      <a:pt x="153" y="139"/>
                      <a:pt x="153" y="139"/>
                      <a:pt x="153" y="139"/>
                    </a:cubicBezTo>
                    <a:lnTo>
                      <a:pt x="86" y="57"/>
                    </a:lnTo>
                    <a:close/>
                  </a:path>
                </a:pathLst>
              </a:custGeom>
              <a:solidFill>
                <a:srgbClr val="F15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9" name="Freeform 183">
                <a:extLst>
                  <a:ext uri="{FF2B5EF4-FFF2-40B4-BE49-F238E27FC236}">
                    <a16:creationId xmlns:a16="http://schemas.microsoft.com/office/drawing/2014/main" id="{B2094616-3B23-D27E-D1B9-CAB050DF23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4775" y="1677988"/>
                <a:ext cx="773113" cy="928688"/>
              </a:xfrm>
              <a:custGeom>
                <a:avLst/>
                <a:gdLst>
                  <a:gd name="T0" fmla="*/ 59 w 205"/>
                  <a:gd name="T1" fmla="*/ 6 h 246"/>
                  <a:gd name="T2" fmla="*/ 135 w 205"/>
                  <a:gd name="T3" fmla="*/ 11 h 246"/>
                  <a:gd name="T4" fmla="*/ 190 w 205"/>
                  <a:gd name="T5" fmla="*/ 150 h 246"/>
                  <a:gd name="T6" fmla="*/ 202 w 205"/>
                  <a:gd name="T7" fmla="*/ 166 h 246"/>
                  <a:gd name="T8" fmla="*/ 183 w 205"/>
                  <a:gd name="T9" fmla="*/ 224 h 246"/>
                  <a:gd name="T10" fmla="*/ 103 w 205"/>
                  <a:gd name="T11" fmla="*/ 243 h 246"/>
                  <a:gd name="T12" fmla="*/ 14 w 205"/>
                  <a:gd name="T13" fmla="*/ 196 h 246"/>
                  <a:gd name="T14" fmla="*/ 59 w 205"/>
                  <a:gd name="T15" fmla="*/ 6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5" h="246">
                    <a:moveTo>
                      <a:pt x="59" y="6"/>
                    </a:moveTo>
                    <a:cubicBezTo>
                      <a:pt x="59" y="6"/>
                      <a:pt x="112" y="0"/>
                      <a:pt x="135" y="11"/>
                    </a:cubicBezTo>
                    <a:cubicBezTo>
                      <a:pt x="157" y="22"/>
                      <a:pt x="202" y="65"/>
                      <a:pt x="190" y="150"/>
                    </a:cubicBezTo>
                    <a:cubicBezTo>
                      <a:pt x="190" y="150"/>
                      <a:pt x="200" y="153"/>
                      <a:pt x="202" y="166"/>
                    </a:cubicBezTo>
                    <a:cubicBezTo>
                      <a:pt x="205" y="179"/>
                      <a:pt x="205" y="203"/>
                      <a:pt x="183" y="224"/>
                    </a:cubicBezTo>
                    <a:cubicBezTo>
                      <a:pt x="160" y="246"/>
                      <a:pt x="122" y="243"/>
                      <a:pt x="103" y="243"/>
                    </a:cubicBezTo>
                    <a:cubicBezTo>
                      <a:pt x="83" y="243"/>
                      <a:pt x="28" y="227"/>
                      <a:pt x="14" y="196"/>
                    </a:cubicBezTo>
                    <a:cubicBezTo>
                      <a:pt x="0" y="166"/>
                      <a:pt x="59" y="6"/>
                      <a:pt x="59" y="6"/>
                    </a:cubicBezTo>
                  </a:path>
                </a:pathLst>
              </a:custGeom>
              <a:solidFill>
                <a:srgbClr val="2711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0" name="Freeform 184">
                <a:extLst>
                  <a:ext uri="{FF2B5EF4-FFF2-40B4-BE49-F238E27FC236}">
                    <a16:creationId xmlns:a16="http://schemas.microsoft.com/office/drawing/2014/main" id="{4EAA7F43-8C4A-3420-940C-7CE37771DB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3988" y="1738313"/>
                <a:ext cx="595313" cy="857250"/>
              </a:xfrm>
              <a:custGeom>
                <a:avLst/>
                <a:gdLst>
                  <a:gd name="T0" fmla="*/ 71 w 158"/>
                  <a:gd name="T1" fmla="*/ 3 h 227"/>
                  <a:gd name="T2" fmla="*/ 36 w 158"/>
                  <a:gd name="T3" fmla="*/ 19 h 227"/>
                  <a:gd name="T4" fmla="*/ 0 w 158"/>
                  <a:gd name="T5" fmla="*/ 153 h 227"/>
                  <a:gd name="T6" fmla="*/ 14 w 158"/>
                  <a:gd name="T7" fmla="*/ 194 h 227"/>
                  <a:gd name="T8" fmla="*/ 18 w 158"/>
                  <a:gd name="T9" fmla="*/ 200 h 227"/>
                  <a:gd name="T10" fmla="*/ 82 w 158"/>
                  <a:gd name="T11" fmla="*/ 227 h 227"/>
                  <a:gd name="T12" fmla="*/ 148 w 158"/>
                  <a:gd name="T13" fmla="*/ 116 h 227"/>
                  <a:gd name="T14" fmla="*/ 136 w 158"/>
                  <a:gd name="T15" fmla="*/ 27 h 227"/>
                  <a:gd name="T16" fmla="*/ 71 w 158"/>
                  <a:gd name="T17" fmla="*/ 3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8" h="227">
                    <a:moveTo>
                      <a:pt x="71" y="3"/>
                    </a:moveTo>
                    <a:cubicBezTo>
                      <a:pt x="57" y="1"/>
                      <a:pt x="45" y="8"/>
                      <a:pt x="36" y="19"/>
                    </a:cubicBezTo>
                    <a:cubicBezTo>
                      <a:pt x="24" y="54"/>
                      <a:pt x="4" y="115"/>
                      <a:pt x="0" y="153"/>
                    </a:cubicBezTo>
                    <a:cubicBezTo>
                      <a:pt x="2" y="168"/>
                      <a:pt x="7" y="183"/>
                      <a:pt x="14" y="194"/>
                    </a:cubicBezTo>
                    <a:cubicBezTo>
                      <a:pt x="15" y="196"/>
                      <a:pt x="17" y="198"/>
                      <a:pt x="18" y="200"/>
                    </a:cubicBezTo>
                    <a:cubicBezTo>
                      <a:pt x="37" y="215"/>
                      <a:pt x="64" y="224"/>
                      <a:pt x="82" y="227"/>
                    </a:cubicBezTo>
                    <a:cubicBezTo>
                      <a:pt x="135" y="219"/>
                      <a:pt x="149" y="170"/>
                      <a:pt x="148" y="116"/>
                    </a:cubicBezTo>
                    <a:cubicBezTo>
                      <a:pt x="148" y="102"/>
                      <a:pt x="158" y="57"/>
                      <a:pt x="136" y="27"/>
                    </a:cubicBezTo>
                    <a:cubicBezTo>
                      <a:pt x="121" y="8"/>
                      <a:pt x="94" y="0"/>
                      <a:pt x="71" y="3"/>
                    </a:cubicBezTo>
                  </a:path>
                </a:pathLst>
              </a:custGeom>
              <a:solidFill>
                <a:srgbClr val="180F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1" name="Freeform 185">
                <a:extLst>
                  <a:ext uri="{FF2B5EF4-FFF2-40B4-BE49-F238E27FC236}">
                    <a16:creationId xmlns:a16="http://schemas.microsoft.com/office/drawing/2014/main" id="{672883BF-0821-22FC-EB1D-316180E89C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3038" y="2346326"/>
                <a:ext cx="411163" cy="1419225"/>
              </a:xfrm>
              <a:custGeom>
                <a:avLst/>
                <a:gdLst>
                  <a:gd name="T0" fmla="*/ 13 w 109"/>
                  <a:gd name="T1" fmla="*/ 28 h 376"/>
                  <a:gd name="T2" fmla="*/ 13 w 109"/>
                  <a:gd name="T3" fmla="*/ 81 h 376"/>
                  <a:gd name="T4" fmla="*/ 0 w 109"/>
                  <a:gd name="T5" fmla="*/ 111 h 376"/>
                  <a:gd name="T6" fmla="*/ 56 w 109"/>
                  <a:gd name="T7" fmla="*/ 376 h 376"/>
                  <a:gd name="T8" fmla="*/ 109 w 109"/>
                  <a:gd name="T9" fmla="*/ 112 h 376"/>
                  <a:gd name="T10" fmla="*/ 92 w 109"/>
                  <a:gd name="T11" fmla="*/ 81 h 376"/>
                  <a:gd name="T12" fmla="*/ 88 w 109"/>
                  <a:gd name="T13" fmla="*/ 0 h 376"/>
                  <a:gd name="T14" fmla="*/ 13 w 109"/>
                  <a:gd name="T15" fmla="*/ 2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9" h="376">
                    <a:moveTo>
                      <a:pt x="13" y="28"/>
                    </a:moveTo>
                    <a:cubicBezTo>
                      <a:pt x="13" y="28"/>
                      <a:pt x="16" y="65"/>
                      <a:pt x="13" y="81"/>
                    </a:cubicBezTo>
                    <a:cubicBezTo>
                      <a:pt x="11" y="98"/>
                      <a:pt x="0" y="111"/>
                      <a:pt x="0" y="111"/>
                    </a:cubicBezTo>
                    <a:cubicBezTo>
                      <a:pt x="56" y="376"/>
                      <a:pt x="56" y="376"/>
                      <a:pt x="56" y="376"/>
                    </a:cubicBezTo>
                    <a:cubicBezTo>
                      <a:pt x="109" y="112"/>
                      <a:pt x="109" y="112"/>
                      <a:pt x="109" y="112"/>
                    </a:cubicBezTo>
                    <a:cubicBezTo>
                      <a:pt x="109" y="112"/>
                      <a:pt x="96" y="104"/>
                      <a:pt x="92" y="81"/>
                    </a:cubicBezTo>
                    <a:cubicBezTo>
                      <a:pt x="88" y="58"/>
                      <a:pt x="88" y="0"/>
                      <a:pt x="88" y="0"/>
                    </a:cubicBezTo>
                    <a:cubicBezTo>
                      <a:pt x="13" y="28"/>
                      <a:pt x="13" y="28"/>
                      <a:pt x="13" y="28"/>
                    </a:cubicBezTo>
                  </a:path>
                </a:pathLst>
              </a:custGeom>
              <a:solidFill>
                <a:srgbClr val="F3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2" name="Freeform 186">
                <a:extLst>
                  <a:ext uri="{FF2B5EF4-FFF2-40B4-BE49-F238E27FC236}">
                    <a16:creationId xmlns:a16="http://schemas.microsoft.com/office/drawing/2014/main" id="{F8F5FD9D-1C2A-92B8-D17A-D1970D3C2D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9075" y="2971801"/>
                <a:ext cx="319088" cy="793750"/>
              </a:xfrm>
              <a:custGeom>
                <a:avLst/>
                <a:gdLst>
                  <a:gd name="T0" fmla="*/ 44 w 85"/>
                  <a:gd name="T1" fmla="*/ 210 h 210"/>
                  <a:gd name="T2" fmla="*/ 85 w 85"/>
                  <a:gd name="T3" fmla="*/ 5 h 210"/>
                  <a:gd name="T4" fmla="*/ 0 w 85"/>
                  <a:gd name="T5" fmla="*/ 0 h 210"/>
                  <a:gd name="T6" fmla="*/ 44 w 85"/>
                  <a:gd name="T7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5" h="210">
                    <a:moveTo>
                      <a:pt x="44" y="210"/>
                    </a:moveTo>
                    <a:cubicBezTo>
                      <a:pt x="85" y="5"/>
                      <a:pt x="85" y="5"/>
                      <a:pt x="85" y="5"/>
                    </a:cubicBezTo>
                    <a:cubicBezTo>
                      <a:pt x="54" y="8"/>
                      <a:pt x="23" y="4"/>
                      <a:pt x="0" y="0"/>
                    </a:cubicBezTo>
                    <a:lnTo>
                      <a:pt x="44" y="210"/>
                    </a:lnTo>
                    <a:close/>
                  </a:path>
                </a:pathLst>
              </a:custGeom>
              <a:solidFill>
                <a:srgbClr val="2A31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" name="Freeform 187">
                <a:extLst>
                  <a:ext uri="{FF2B5EF4-FFF2-40B4-BE49-F238E27FC236}">
                    <a16:creationId xmlns:a16="http://schemas.microsoft.com/office/drawing/2014/main" id="{44D74979-DAE4-E4E0-45BC-348B62AE93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9075" y="2971801"/>
                <a:ext cx="319088" cy="793750"/>
              </a:xfrm>
              <a:custGeom>
                <a:avLst/>
                <a:gdLst>
                  <a:gd name="T0" fmla="*/ 85 w 85"/>
                  <a:gd name="T1" fmla="*/ 5 h 210"/>
                  <a:gd name="T2" fmla="*/ 84 w 85"/>
                  <a:gd name="T3" fmla="*/ 5 h 210"/>
                  <a:gd name="T4" fmla="*/ 42 w 85"/>
                  <a:gd name="T5" fmla="*/ 148 h 210"/>
                  <a:gd name="T6" fmla="*/ 0 w 85"/>
                  <a:gd name="T7" fmla="*/ 0 h 210"/>
                  <a:gd name="T8" fmla="*/ 0 w 85"/>
                  <a:gd name="T9" fmla="*/ 0 h 210"/>
                  <a:gd name="T10" fmla="*/ 44 w 85"/>
                  <a:gd name="T11" fmla="*/ 210 h 210"/>
                  <a:gd name="T12" fmla="*/ 85 w 85"/>
                  <a:gd name="T13" fmla="*/ 5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" h="210">
                    <a:moveTo>
                      <a:pt x="85" y="5"/>
                    </a:moveTo>
                    <a:cubicBezTo>
                      <a:pt x="84" y="5"/>
                      <a:pt x="84" y="5"/>
                      <a:pt x="84" y="5"/>
                    </a:cubicBezTo>
                    <a:cubicBezTo>
                      <a:pt x="74" y="47"/>
                      <a:pt x="51" y="140"/>
                      <a:pt x="42" y="148"/>
                    </a:cubicBezTo>
                    <a:cubicBezTo>
                      <a:pt x="35" y="156"/>
                      <a:pt x="11" y="53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4" y="210"/>
                      <a:pt x="44" y="210"/>
                      <a:pt x="44" y="210"/>
                    </a:cubicBezTo>
                    <a:lnTo>
                      <a:pt x="85" y="5"/>
                    </a:lnTo>
                    <a:close/>
                  </a:path>
                </a:pathLst>
              </a:custGeom>
              <a:solidFill>
                <a:srgbClr val="2326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4" name="Freeform 188">
                <a:extLst>
                  <a:ext uri="{FF2B5EF4-FFF2-40B4-BE49-F238E27FC236}">
                    <a16:creationId xmlns:a16="http://schemas.microsoft.com/office/drawing/2014/main" id="{03C5D9C9-81DB-7F31-59D6-53D0309B18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700" y="2425701"/>
                <a:ext cx="249238" cy="207963"/>
              </a:xfrm>
              <a:custGeom>
                <a:avLst/>
                <a:gdLst>
                  <a:gd name="T0" fmla="*/ 6 w 66"/>
                  <a:gd name="T1" fmla="*/ 0 h 55"/>
                  <a:gd name="T2" fmla="*/ 0 w 66"/>
                  <a:gd name="T3" fmla="*/ 2 h 55"/>
                  <a:gd name="T4" fmla="*/ 51 w 66"/>
                  <a:gd name="T5" fmla="*/ 55 h 55"/>
                  <a:gd name="T6" fmla="*/ 65 w 66"/>
                  <a:gd name="T7" fmla="*/ 53 h 55"/>
                  <a:gd name="T8" fmla="*/ 66 w 66"/>
                  <a:gd name="T9" fmla="*/ 53 h 55"/>
                  <a:gd name="T10" fmla="*/ 65 w 66"/>
                  <a:gd name="T11" fmla="*/ 32 h 55"/>
                  <a:gd name="T12" fmla="*/ 51 w 66"/>
                  <a:gd name="T13" fmla="*/ 33 h 55"/>
                  <a:gd name="T14" fmla="*/ 6 w 66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" h="55">
                    <a:moveTo>
                      <a:pt x="6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29"/>
                      <a:pt x="23" y="55"/>
                      <a:pt x="51" y="55"/>
                    </a:cubicBezTo>
                    <a:cubicBezTo>
                      <a:pt x="55" y="55"/>
                      <a:pt x="60" y="55"/>
                      <a:pt x="65" y="53"/>
                    </a:cubicBezTo>
                    <a:cubicBezTo>
                      <a:pt x="65" y="53"/>
                      <a:pt x="66" y="53"/>
                      <a:pt x="66" y="53"/>
                    </a:cubicBezTo>
                    <a:cubicBezTo>
                      <a:pt x="65" y="47"/>
                      <a:pt x="65" y="39"/>
                      <a:pt x="65" y="32"/>
                    </a:cubicBezTo>
                    <a:cubicBezTo>
                      <a:pt x="60" y="33"/>
                      <a:pt x="55" y="33"/>
                      <a:pt x="51" y="33"/>
                    </a:cubicBezTo>
                    <a:cubicBezTo>
                      <a:pt x="28" y="33"/>
                      <a:pt x="14" y="19"/>
                      <a:pt x="6" y="0"/>
                    </a:cubicBezTo>
                  </a:path>
                </a:pathLst>
              </a:custGeom>
              <a:solidFill>
                <a:srgbClr val="F157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5" name="Freeform 189">
                <a:extLst>
                  <a:ext uri="{FF2B5EF4-FFF2-40B4-BE49-F238E27FC236}">
                    <a16:creationId xmlns:a16="http://schemas.microsoft.com/office/drawing/2014/main" id="{CECE5439-1C66-9DD5-DFA6-57C8C29417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2413" y="1757363"/>
                <a:ext cx="463550" cy="833438"/>
              </a:xfrm>
              <a:custGeom>
                <a:avLst/>
                <a:gdLst>
                  <a:gd name="T0" fmla="*/ 56 w 123"/>
                  <a:gd name="T1" fmla="*/ 5 h 221"/>
                  <a:gd name="T2" fmla="*/ 106 w 123"/>
                  <a:gd name="T3" fmla="*/ 26 h 221"/>
                  <a:gd name="T4" fmla="*/ 115 w 123"/>
                  <a:gd name="T5" fmla="*/ 106 h 221"/>
                  <a:gd name="T6" fmla="*/ 69 w 123"/>
                  <a:gd name="T7" fmla="*/ 209 h 221"/>
                  <a:gd name="T8" fmla="*/ 0 w 123"/>
                  <a:gd name="T9" fmla="*/ 131 h 221"/>
                  <a:gd name="T10" fmla="*/ 56 w 123"/>
                  <a:gd name="T11" fmla="*/ 5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221">
                    <a:moveTo>
                      <a:pt x="56" y="5"/>
                    </a:moveTo>
                    <a:cubicBezTo>
                      <a:pt x="56" y="5"/>
                      <a:pt x="88" y="0"/>
                      <a:pt x="106" y="26"/>
                    </a:cubicBezTo>
                    <a:cubicBezTo>
                      <a:pt x="123" y="52"/>
                      <a:pt x="115" y="96"/>
                      <a:pt x="115" y="106"/>
                    </a:cubicBezTo>
                    <a:cubicBezTo>
                      <a:pt x="115" y="117"/>
                      <a:pt x="120" y="196"/>
                      <a:pt x="69" y="209"/>
                    </a:cubicBezTo>
                    <a:cubicBezTo>
                      <a:pt x="17" y="221"/>
                      <a:pt x="0" y="165"/>
                      <a:pt x="0" y="131"/>
                    </a:cubicBezTo>
                    <a:cubicBezTo>
                      <a:pt x="0" y="96"/>
                      <a:pt x="12" y="9"/>
                      <a:pt x="56" y="5"/>
                    </a:cubicBezTo>
                  </a:path>
                </a:pathLst>
              </a:custGeom>
              <a:solidFill>
                <a:srgbClr val="F3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6" name="Freeform 190">
                <a:extLst>
                  <a:ext uri="{FF2B5EF4-FFF2-40B4-BE49-F238E27FC236}">
                    <a16:creationId xmlns:a16="http://schemas.microsoft.com/office/drawing/2014/main" id="{607FB275-AFE4-3FDE-ED22-D1129CA98F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7025" y="1889126"/>
                <a:ext cx="0" cy="4763"/>
              </a:xfrm>
              <a:custGeom>
                <a:avLst/>
                <a:gdLst>
                  <a:gd name="T0" fmla="*/ 0 h 1"/>
                  <a:gd name="T1" fmla="*/ 1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</a:path>
                </a:pathLst>
              </a:custGeom>
              <a:solidFill>
                <a:srgbClr val="1A08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7" name="Freeform 191">
                <a:extLst>
                  <a:ext uri="{FF2B5EF4-FFF2-40B4-BE49-F238E27FC236}">
                    <a16:creationId xmlns:a16="http://schemas.microsoft.com/office/drawing/2014/main" id="{05D6103A-4BCA-3EAF-BFC9-2EFA324AF1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9563" y="1858963"/>
                <a:ext cx="384175" cy="193675"/>
              </a:xfrm>
              <a:custGeom>
                <a:avLst/>
                <a:gdLst>
                  <a:gd name="T0" fmla="*/ 35 w 102"/>
                  <a:gd name="T1" fmla="*/ 0 h 51"/>
                  <a:gd name="T2" fmla="*/ 5 w 102"/>
                  <a:gd name="T3" fmla="*/ 8 h 51"/>
                  <a:gd name="T4" fmla="*/ 5 w 102"/>
                  <a:gd name="T5" fmla="*/ 9 h 51"/>
                  <a:gd name="T6" fmla="*/ 0 w 102"/>
                  <a:gd name="T7" fmla="*/ 21 h 51"/>
                  <a:gd name="T8" fmla="*/ 54 w 102"/>
                  <a:gd name="T9" fmla="*/ 9 h 51"/>
                  <a:gd name="T10" fmla="*/ 102 w 102"/>
                  <a:gd name="T11" fmla="*/ 51 h 51"/>
                  <a:gd name="T12" fmla="*/ 99 w 102"/>
                  <a:gd name="T13" fmla="*/ 19 h 51"/>
                  <a:gd name="T14" fmla="*/ 35 w 102"/>
                  <a:gd name="T15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2" h="51">
                    <a:moveTo>
                      <a:pt x="35" y="0"/>
                    </a:moveTo>
                    <a:cubicBezTo>
                      <a:pt x="25" y="0"/>
                      <a:pt x="15" y="2"/>
                      <a:pt x="5" y="8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3" y="13"/>
                      <a:pt x="1" y="17"/>
                      <a:pt x="0" y="21"/>
                    </a:cubicBezTo>
                    <a:cubicBezTo>
                      <a:pt x="18" y="16"/>
                      <a:pt x="36" y="11"/>
                      <a:pt x="54" y="9"/>
                    </a:cubicBezTo>
                    <a:cubicBezTo>
                      <a:pt x="61" y="34"/>
                      <a:pt x="77" y="51"/>
                      <a:pt x="102" y="51"/>
                    </a:cubicBezTo>
                    <a:cubicBezTo>
                      <a:pt x="102" y="41"/>
                      <a:pt x="102" y="30"/>
                      <a:pt x="99" y="19"/>
                    </a:cubicBezTo>
                    <a:cubicBezTo>
                      <a:pt x="79" y="11"/>
                      <a:pt x="57" y="0"/>
                      <a:pt x="35" y="0"/>
                    </a:cubicBezTo>
                  </a:path>
                </a:pathLst>
              </a:custGeom>
              <a:solidFill>
                <a:srgbClr val="F157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8" name="Freeform 192">
                <a:extLst>
                  <a:ext uri="{FF2B5EF4-FFF2-40B4-BE49-F238E27FC236}">
                    <a16:creationId xmlns:a16="http://schemas.microsoft.com/office/drawing/2014/main" id="{1CEE98F5-42B5-5684-B797-9234D06E2DC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84287" y="2513013"/>
                <a:ext cx="354013" cy="406400"/>
              </a:xfrm>
              <a:custGeom>
                <a:avLst/>
                <a:gdLst>
                  <a:gd name="T0" fmla="*/ 79 w 94"/>
                  <a:gd name="T1" fmla="*/ 50 h 108"/>
                  <a:gd name="T2" fmla="*/ 17 w 94"/>
                  <a:gd name="T3" fmla="*/ 4 h 108"/>
                  <a:gd name="T4" fmla="*/ 42 w 94"/>
                  <a:gd name="T5" fmla="*/ 41 h 108"/>
                  <a:gd name="T6" fmla="*/ 47 w 94"/>
                  <a:gd name="T7" fmla="*/ 51 h 108"/>
                  <a:gd name="T8" fmla="*/ 43 w 94"/>
                  <a:gd name="T9" fmla="*/ 52 h 108"/>
                  <a:gd name="T10" fmla="*/ 4 w 94"/>
                  <a:gd name="T11" fmla="*/ 65 h 108"/>
                  <a:gd name="T12" fmla="*/ 12 w 94"/>
                  <a:gd name="T13" fmla="*/ 99 h 108"/>
                  <a:gd name="T14" fmla="*/ 40 w 94"/>
                  <a:gd name="T15" fmla="*/ 97 h 108"/>
                  <a:gd name="T16" fmla="*/ 53 w 94"/>
                  <a:gd name="T17" fmla="*/ 92 h 108"/>
                  <a:gd name="T18" fmla="*/ 55 w 94"/>
                  <a:gd name="T19" fmla="*/ 91 h 108"/>
                  <a:gd name="T20" fmla="*/ 55 w 94"/>
                  <a:gd name="T21" fmla="*/ 98 h 108"/>
                  <a:gd name="T22" fmla="*/ 92 w 94"/>
                  <a:gd name="T23" fmla="*/ 86 h 108"/>
                  <a:gd name="T24" fmla="*/ 79 w 94"/>
                  <a:gd name="T25" fmla="*/ 50 h 108"/>
                  <a:gd name="T26" fmla="*/ 72 w 94"/>
                  <a:gd name="T27" fmla="*/ 81 h 108"/>
                  <a:gd name="T28" fmla="*/ 59 w 94"/>
                  <a:gd name="T29" fmla="*/ 87 h 108"/>
                  <a:gd name="T30" fmla="*/ 53 w 94"/>
                  <a:gd name="T31" fmla="*/ 61 h 108"/>
                  <a:gd name="T32" fmla="*/ 53 w 94"/>
                  <a:gd name="T33" fmla="*/ 61 h 108"/>
                  <a:gd name="T34" fmla="*/ 72 w 94"/>
                  <a:gd name="T35" fmla="*/ 58 h 108"/>
                  <a:gd name="T36" fmla="*/ 73 w 94"/>
                  <a:gd name="T37" fmla="*/ 60 h 108"/>
                  <a:gd name="T38" fmla="*/ 72 w 94"/>
                  <a:gd name="T39" fmla="*/ 81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94" h="108">
                    <a:moveTo>
                      <a:pt x="79" y="50"/>
                    </a:moveTo>
                    <a:cubicBezTo>
                      <a:pt x="79" y="50"/>
                      <a:pt x="27" y="0"/>
                      <a:pt x="17" y="4"/>
                    </a:cubicBezTo>
                    <a:cubicBezTo>
                      <a:pt x="0" y="8"/>
                      <a:pt x="38" y="36"/>
                      <a:pt x="42" y="41"/>
                    </a:cubicBezTo>
                    <a:cubicBezTo>
                      <a:pt x="44" y="44"/>
                      <a:pt x="46" y="47"/>
                      <a:pt x="47" y="51"/>
                    </a:cubicBezTo>
                    <a:cubicBezTo>
                      <a:pt x="46" y="51"/>
                      <a:pt x="45" y="51"/>
                      <a:pt x="43" y="52"/>
                    </a:cubicBezTo>
                    <a:cubicBezTo>
                      <a:pt x="34" y="54"/>
                      <a:pt x="8" y="59"/>
                      <a:pt x="4" y="65"/>
                    </a:cubicBezTo>
                    <a:cubicBezTo>
                      <a:pt x="4" y="65"/>
                      <a:pt x="3" y="99"/>
                      <a:pt x="12" y="99"/>
                    </a:cubicBezTo>
                    <a:cubicBezTo>
                      <a:pt x="21" y="99"/>
                      <a:pt x="30" y="96"/>
                      <a:pt x="40" y="97"/>
                    </a:cubicBezTo>
                    <a:cubicBezTo>
                      <a:pt x="45" y="97"/>
                      <a:pt x="50" y="95"/>
                      <a:pt x="53" y="92"/>
                    </a:cubicBezTo>
                    <a:cubicBezTo>
                      <a:pt x="54" y="92"/>
                      <a:pt x="55" y="92"/>
                      <a:pt x="55" y="91"/>
                    </a:cubicBezTo>
                    <a:cubicBezTo>
                      <a:pt x="54" y="93"/>
                      <a:pt x="53" y="96"/>
                      <a:pt x="55" y="98"/>
                    </a:cubicBezTo>
                    <a:cubicBezTo>
                      <a:pt x="59" y="108"/>
                      <a:pt x="91" y="92"/>
                      <a:pt x="92" y="86"/>
                    </a:cubicBezTo>
                    <a:cubicBezTo>
                      <a:pt x="94" y="80"/>
                      <a:pt x="87" y="59"/>
                      <a:pt x="79" y="50"/>
                    </a:cubicBezTo>
                    <a:close/>
                    <a:moveTo>
                      <a:pt x="72" y="81"/>
                    </a:moveTo>
                    <a:cubicBezTo>
                      <a:pt x="69" y="82"/>
                      <a:pt x="64" y="84"/>
                      <a:pt x="59" y="87"/>
                    </a:cubicBezTo>
                    <a:cubicBezTo>
                      <a:pt x="58" y="84"/>
                      <a:pt x="52" y="67"/>
                      <a:pt x="53" y="61"/>
                    </a:cubicBezTo>
                    <a:cubicBezTo>
                      <a:pt x="53" y="61"/>
                      <a:pt x="53" y="61"/>
                      <a:pt x="53" y="61"/>
                    </a:cubicBezTo>
                    <a:cubicBezTo>
                      <a:pt x="58" y="56"/>
                      <a:pt x="67" y="56"/>
                      <a:pt x="72" y="58"/>
                    </a:cubicBezTo>
                    <a:cubicBezTo>
                      <a:pt x="73" y="59"/>
                      <a:pt x="73" y="59"/>
                      <a:pt x="73" y="60"/>
                    </a:cubicBezTo>
                    <a:cubicBezTo>
                      <a:pt x="75" y="66"/>
                      <a:pt x="78" y="80"/>
                      <a:pt x="72" y="81"/>
                    </a:cubicBezTo>
                    <a:close/>
                  </a:path>
                </a:pathLst>
              </a:custGeom>
              <a:solidFill>
                <a:srgbClr val="F3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9" name="Freeform 193">
                <a:extLst>
                  <a:ext uri="{FF2B5EF4-FFF2-40B4-BE49-F238E27FC236}">
                    <a16:creationId xmlns:a16="http://schemas.microsoft.com/office/drawing/2014/main" id="{F7FB43D5-2C2F-DFF1-9628-D74CD19DD5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0037" y="2851151"/>
                <a:ext cx="893763" cy="1155700"/>
              </a:xfrm>
              <a:custGeom>
                <a:avLst/>
                <a:gdLst>
                  <a:gd name="T0" fmla="*/ 0 w 237"/>
                  <a:gd name="T1" fmla="*/ 88 h 306"/>
                  <a:gd name="T2" fmla="*/ 101 w 237"/>
                  <a:gd name="T3" fmla="*/ 292 h 306"/>
                  <a:gd name="T4" fmla="*/ 233 w 237"/>
                  <a:gd name="T5" fmla="*/ 149 h 306"/>
                  <a:gd name="T6" fmla="*/ 224 w 237"/>
                  <a:gd name="T7" fmla="*/ 0 h 306"/>
                  <a:gd name="T8" fmla="*/ 144 w 237"/>
                  <a:gd name="T9" fmla="*/ 100 h 306"/>
                  <a:gd name="T10" fmla="*/ 109 w 237"/>
                  <a:gd name="T11" fmla="*/ 120 h 306"/>
                  <a:gd name="T12" fmla="*/ 51 w 237"/>
                  <a:gd name="T13" fmla="*/ 32 h 306"/>
                  <a:gd name="T14" fmla="*/ 0 w 237"/>
                  <a:gd name="T15" fmla="*/ 88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37" h="306">
                    <a:moveTo>
                      <a:pt x="0" y="88"/>
                    </a:moveTo>
                    <a:cubicBezTo>
                      <a:pt x="0" y="88"/>
                      <a:pt x="73" y="277"/>
                      <a:pt x="101" y="292"/>
                    </a:cubicBezTo>
                    <a:cubicBezTo>
                      <a:pt x="130" y="306"/>
                      <a:pt x="233" y="149"/>
                      <a:pt x="233" y="149"/>
                    </a:cubicBezTo>
                    <a:cubicBezTo>
                      <a:pt x="233" y="149"/>
                      <a:pt x="237" y="0"/>
                      <a:pt x="224" y="0"/>
                    </a:cubicBezTo>
                    <a:cubicBezTo>
                      <a:pt x="211" y="0"/>
                      <a:pt x="159" y="62"/>
                      <a:pt x="144" y="100"/>
                    </a:cubicBezTo>
                    <a:cubicBezTo>
                      <a:pt x="129" y="138"/>
                      <a:pt x="129" y="157"/>
                      <a:pt x="109" y="120"/>
                    </a:cubicBezTo>
                    <a:cubicBezTo>
                      <a:pt x="88" y="82"/>
                      <a:pt x="51" y="32"/>
                      <a:pt x="51" y="32"/>
                    </a:cubicBezTo>
                    <a:cubicBezTo>
                      <a:pt x="29" y="53"/>
                      <a:pt x="0" y="88"/>
                      <a:pt x="0" y="88"/>
                    </a:cubicBezTo>
                    <a:close/>
                  </a:path>
                </a:pathLst>
              </a:custGeom>
              <a:solidFill>
                <a:srgbClr val="BDD9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0" name="Freeform 194">
                <a:extLst>
                  <a:ext uri="{FF2B5EF4-FFF2-40B4-BE49-F238E27FC236}">
                    <a16:creationId xmlns:a16="http://schemas.microsoft.com/office/drawing/2014/main" id="{4D4B1B93-265B-B8E4-2928-854AC4E28A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9350" y="1690688"/>
                <a:ext cx="735013" cy="930275"/>
              </a:xfrm>
              <a:custGeom>
                <a:avLst/>
                <a:gdLst>
                  <a:gd name="T0" fmla="*/ 195 w 195"/>
                  <a:gd name="T1" fmla="*/ 8 h 247"/>
                  <a:gd name="T2" fmla="*/ 165 w 195"/>
                  <a:gd name="T3" fmla="*/ 14 h 247"/>
                  <a:gd name="T4" fmla="*/ 116 w 195"/>
                  <a:gd name="T5" fmla="*/ 94 h 247"/>
                  <a:gd name="T6" fmla="*/ 114 w 195"/>
                  <a:gd name="T7" fmla="*/ 169 h 247"/>
                  <a:gd name="T8" fmla="*/ 109 w 195"/>
                  <a:gd name="T9" fmla="*/ 223 h 247"/>
                  <a:gd name="T10" fmla="*/ 31 w 195"/>
                  <a:gd name="T11" fmla="*/ 225 h 247"/>
                  <a:gd name="T12" fmla="*/ 19 w 195"/>
                  <a:gd name="T13" fmla="*/ 104 h 247"/>
                  <a:gd name="T14" fmla="*/ 23 w 195"/>
                  <a:gd name="T15" fmla="*/ 90 h 247"/>
                  <a:gd name="T16" fmla="*/ 35 w 195"/>
                  <a:gd name="T17" fmla="*/ 60 h 247"/>
                  <a:gd name="T18" fmla="*/ 150 w 195"/>
                  <a:gd name="T19" fmla="*/ 2 h 247"/>
                  <a:gd name="T20" fmla="*/ 195 w 195"/>
                  <a:gd name="T21" fmla="*/ 8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5" h="247">
                    <a:moveTo>
                      <a:pt x="195" y="8"/>
                    </a:moveTo>
                    <a:cubicBezTo>
                      <a:pt x="195" y="8"/>
                      <a:pt x="176" y="6"/>
                      <a:pt x="165" y="14"/>
                    </a:cubicBezTo>
                    <a:cubicBezTo>
                      <a:pt x="155" y="23"/>
                      <a:pt x="130" y="27"/>
                      <a:pt x="116" y="94"/>
                    </a:cubicBezTo>
                    <a:cubicBezTo>
                      <a:pt x="102" y="161"/>
                      <a:pt x="114" y="169"/>
                      <a:pt x="114" y="169"/>
                    </a:cubicBezTo>
                    <a:cubicBezTo>
                      <a:pt x="114" y="169"/>
                      <a:pt x="129" y="199"/>
                      <a:pt x="109" y="223"/>
                    </a:cubicBezTo>
                    <a:cubicBezTo>
                      <a:pt x="90" y="247"/>
                      <a:pt x="52" y="238"/>
                      <a:pt x="31" y="225"/>
                    </a:cubicBezTo>
                    <a:cubicBezTo>
                      <a:pt x="0" y="207"/>
                      <a:pt x="6" y="145"/>
                      <a:pt x="19" y="104"/>
                    </a:cubicBezTo>
                    <a:cubicBezTo>
                      <a:pt x="20" y="98"/>
                      <a:pt x="21" y="94"/>
                      <a:pt x="23" y="90"/>
                    </a:cubicBezTo>
                    <a:cubicBezTo>
                      <a:pt x="27" y="80"/>
                      <a:pt x="29" y="70"/>
                      <a:pt x="35" y="60"/>
                    </a:cubicBezTo>
                    <a:cubicBezTo>
                      <a:pt x="54" y="29"/>
                      <a:pt x="89" y="0"/>
                      <a:pt x="150" y="2"/>
                    </a:cubicBezTo>
                    <a:cubicBezTo>
                      <a:pt x="150" y="2"/>
                      <a:pt x="178" y="0"/>
                      <a:pt x="195" y="8"/>
                    </a:cubicBezTo>
                    <a:close/>
                  </a:path>
                </a:pathLst>
              </a:custGeom>
              <a:solidFill>
                <a:srgbClr val="351F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" name="Freeform 195">
                <a:extLst>
                  <a:ext uri="{FF2B5EF4-FFF2-40B4-BE49-F238E27FC236}">
                    <a16:creationId xmlns:a16="http://schemas.microsoft.com/office/drawing/2014/main" id="{3340B404-1A4A-EC18-9B8F-32E5FDD0BB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850" y="1908176"/>
                <a:ext cx="414338" cy="196850"/>
              </a:xfrm>
              <a:custGeom>
                <a:avLst/>
                <a:gdLst>
                  <a:gd name="T0" fmla="*/ 8 w 110"/>
                  <a:gd name="T1" fmla="*/ 27 h 52"/>
                  <a:gd name="T2" fmla="*/ 2 w 110"/>
                  <a:gd name="T3" fmla="*/ 46 h 52"/>
                  <a:gd name="T4" fmla="*/ 0 w 110"/>
                  <a:gd name="T5" fmla="*/ 52 h 52"/>
                  <a:gd name="T6" fmla="*/ 28 w 110"/>
                  <a:gd name="T7" fmla="*/ 36 h 52"/>
                  <a:gd name="T8" fmla="*/ 108 w 110"/>
                  <a:gd name="T9" fmla="*/ 5 h 52"/>
                  <a:gd name="T10" fmla="*/ 110 w 110"/>
                  <a:gd name="T11" fmla="*/ 0 h 52"/>
                  <a:gd name="T12" fmla="*/ 8 w 110"/>
                  <a:gd name="T13" fmla="*/ 27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0" h="52">
                    <a:moveTo>
                      <a:pt x="8" y="27"/>
                    </a:moveTo>
                    <a:cubicBezTo>
                      <a:pt x="4" y="38"/>
                      <a:pt x="4" y="36"/>
                      <a:pt x="2" y="46"/>
                    </a:cubicBezTo>
                    <a:cubicBezTo>
                      <a:pt x="1" y="47"/>
                      <a:pt x="0" y="49"/>
                      <a:pt x="0" y="52"/>
                    </a:cubicBezTo>
                    <a:cubicBezTo>
                      <a:pt x="12" y="45"/>
                      <a:pt x="14" y="43"/>
                      <a:pt x="28" y="36"/>
                    </a:cubicBezTo>
                    <a:cubicBezTo>
                      <a:pt x="53" y="23"/>
                      <a:pt x="80" y="12"/>
                      <a:pt x="108" y="5"/>
                    </a:cubicBezTo>
                    <a:cubicBezTo>
                      <a:pt x="109" y="3"/>
                      <a:pt x="109" y="2"/>
                      <a:pt x="110" y="0"/>
                    </a:cubicBezTo>
                    <a:cubicBezTo>
                      <a:pt x="74" y="4"/>
                      <a:pt x="39" y="10"/>
                      <a:pt x="8" y="27"/>
                    </a:cubicBezTo>
                    <a:close/>
                  </a:path>
                </a:pathLst>
              </a:custGeom>
              <a:solidFill>
                <a:srgbClr val="180F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2" name="Freeform 196">
                <a:extLst>
                  <a:ext uri="{FF2B5EF4-FFF2-40B4-BE49-F238E27FC236}">
                    <a16:creationId xmlns:a16="http://schemas.microsoft.com/office/drawing/2014/main" id="{4423DCE9-4C22-E04F-D352-E04101F73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850" y="1776413"/>
                <a:ext cx="773113" cy="306388"/>
              </a:xfrm>
              <a:custGeom>
                <a:avLst/>
                <a:gdLst>
                  <a:gd name="T0" fmla="*/ 15 w 205"/>
                  <a:gd name="T1" fmla="*/ 38 h 81"/>
                  <a:gd name="T2" fmla="*/ 205 w 205"/>
                  <a:gd name="T3" fmla="*/ 5 h 81"/>
                  <a:gd name="T4" fmla="*/ 205 w 205"/>
                  <a:gd name="T5" fmla="*/ 23 h 81"/>
                  <a:gd name="T6" fmla="*/ 23 w 205"/>
                  <a:gd name="T7" fmla="*/ 69 h 81"/>
                  <a:gd name="T8" fmla="*/ 0 w 205"/>
                  <a:gd name="T9" fmla="*/ 81 h 81"/>
                  <a:gd name="T10" fmla="*/ 15 w 205"/>
                  <a:gd name="T11" fmla="*/ 38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05" h="81">
                    <a:moveTo>
                      <a:pt x="15" y="38"/>
                    </a:moveTo>
                    <a:cubicBezTo>
                      <a:pt x="83" y="3"/>
                      <a:pt x="128" y="0"/>
                      <a:pt x="205" y="5"/>
                    </a:cubicBezTo>
                    <a:cubicBezTo>
                      <a:pt x="205" y="23"/>
                      <a:pt x="205" y="23"/>
                      <a:pt x="205" y="23"/>
                    </a:cubicBezTo>
                    <a:cubicBezTo>
                      <a:pt x="141" y="24"/>
                      <a:pt x="76" y="41"/>
                      <a:pt x="23" y="69"/>
                    </a:cubicBezTo>
                    <a:cubicBezTo>
                      <a:pt x="8" y="76"/>
                      <a:pt x="0" y="81"/>
                      <a:pt x="0" y="81"/>
                    </a:cubicBezTo>
                    <a:lnTo>
                      <a:pt x="15" y="38"/>
                    </a:lnTo>
                    <a:close/>
                  </a:path>
                </a:pathLst>
              </a:custGeom>
              <a:solidFill>
                <a:srgbClr val="08B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3" name="Oval 197">
                <a:extLst>
                  <a:ext uri="{FF2B5EF4-FFF2-40B4-BE49-F238E27FC236}">
                    <a16:creationId xmlns:a16="http://schemas.microsoft.com/office/drawing/2014/main" id="{B24D4844-6EBF-5B65-1FDB-250C4D8375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5938" y="1633538"/>
                <a:ext cx="384175" cy="411163"/>
              </a:xfrm>
              <a:prstGeom prst="ellipse">
                <a:avLst/>
              </a:prstGeom>
              <a:solidFill>
                <a:srgbClr val="8892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4" name="Oval 198">
                <a:extLst>
                  <a:ext uri="{FF2B5EF4-FFF2-40B4-BE49-F238E27FC236}">
                    <a16:creationId xmlns:a16="http://schemas.microsoft.com/office/drawing/2014/main" id="{722E0396-D2B9-06FB-74E5-A2B875A91B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7050" y="1633538"/>
                <a:ext cx="373063" cy="411163"/>
              </a:xfrm>
              <a:prstGeom prst="ellipse">
                <a:avLst/>
              </a:prstGeom>
              <a:solidFill>
                <a:srgbClr val="EAE8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5" name="Oval 199">
                <a:extLst>
                  <a:ext uri="{FF2B5EF4-FFF2-40B4-BE49-F238E27FC236}">
                    <a16:creationId xmlns:a16="http://schemas.microsoft.com/office/drawing/2014/main" id="{E8775D93-CC23-6E23-0906-CF5BC28A78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5938" y="1633538"/>
                <a:ext cx="384175" cy="411163"/>
              </a:xfrm>
              <a:prstGeom prst="ellipse">
                <a:avLst/>
              </a:prstGeom>
              <a:solidFill>
                <a:srgbClr val="7881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6" name="Oval 200">
                <a:extLst>
                  <a:ext uri="{FF2B5EF4-FFF2-40B4-BE49-F238E27FC236}">
                    <a16:creationId xmlns:a16="http://schemas.microsoft.com/office/drawing/2014/main" id="{48669AB9-57CB-C58A-F33D-825E4339EC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7050" y="1633538"/>
                <a:ext cx="373063" cy="411163"/>
              </a:xfrm>
              <a:prstGeom prst="ellipse">
                <a:avLst/>
              </a:prstGeom>
              <a:solidFill>
                <a:srgbClr val="85B3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7" name="Freeform 201">
                <a:extLst>
                  <a:ext uri="{FF2B5EF4-FFF2-40B4-BE49-F238E27FC236}">
                    <a16:creationId xmlns:a16="http://schemas.microsoft.com/office/drawing/2014/main" id="{D861AE5D-99DA-8380-0E19-20C9797525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7050" y="1633538"/>
                <a:ext cx="298450" cy="411163"/>
              </a:xfrm>
              <a:custGeom>
                <a:avLst/>
                <a:gdLst>
                  <a:gd name="T0" fmla="*/ 31 w 79"/>
                  <a:gd name="T1" fmla="*/ 44 h 109"/>
                  <a:gd name="T2" fmla="*/ 51 w 79"/>
                  <a:gd name="T3" fmla="*/ 0 h 109"/>
                  <a:gd name="T4" fmla="*/ 50 w 79"/>
                  <a:gd name="T5" fmla="*/ 0 h 109"/>
                  <a:gd name="T6" fmla="*/ 0 w 79"/>
                  <a:gd name="T7" fmla="*/ 54 h 109"/>
                  <a:gd name="T8" fmla="*/ 50 w 79"/>
                  <a:gd name="T9" fmla="*/ 109 h 109"/>
                  <a:gd name="T10" fmla="*/ 79 w 79"/>
                  <a:gd name="T11" fmla="*/ 99 h 109"/>
                  <a:gd name="T12" fmla="*/ 31 w 79"/>
                  <a:gd name="T13" fmla="*/ 44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9" h="109">
                    <a:moveTo>
                      <a:pt x="31" y="44"/>
                    </a:moveTo>
                    <a:cubicBezTo>
                      <a:pt x="31" y="26"/>
                      <a:pt x="39" y="10"/>
                      <a:pt x="51" y="0"/>
                    </a:cubicBezTo>
                    <a:cubicBezTo>
                      <a:pt x="51" y="0"/>
                      <a:pt x="50" y="0"/>
                      <a:pt x="50" y="0"/>
                    </a:cubicBezTo>
                    <a:cubicBezTo>
                      <a:pt x="22" y="0"/>
                      <a:pt x="0" y="24"/>
                      <a:pt x="0" y="54"/>
                    </a:cubicBezTo>
                    <a:cubicBezTo>
                      <a:pt x="0" y="85"/>
                      <a:pt x="22" y="109"/>
                      <a:pt x="50" y="109"/>
                    </a:cubicBezTo>
                    <a:cubicBezTo>
                      <a:pt x="61" y="109"/>
                      <a:pt x="71" y="105"/>
                      <a:pt x="79" y="99"/>
                    </a:cubicBezTo>
                    <a:cubicBezTo>
                      <a:pt x="52" y="98"/>
                      <a:pt x="31" y="74"/>
                      <a:pt x="31" y="44"/>
                    </a:cubicBezTo>
                    <a:close/>
                  </a:path>
                </a:pathLst>
              </a:custGeom>
              <a:solidFill>
                <a:srgbClr val="EAE8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8" name="Oval 202">
                <a:extLst>
                  <a:ext uri="{FF2B5EF4-FFF2-40B4-BE49-F238E27FC236}">
                    <a16:creationId xmlns:a16="http://schemas.microsoft.com/office/drawing/2014/main" id="{A8B3E3C7-745A-E16C-FAC4-3FB125D39D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8975" y="1798638"/>
                <a:ext cx="57150" cy="60325"/>
              </a:xfrm>
              <a:prstGeom prst="ellipse">
                <a:avLst/>
              </a:prstGeom>
              <a:solidFill>
                <a:srgbClr val="8892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" name="Freeform 203">
                <a:extLst>
                  <a:ext uri="{FF2B5EF4-FFF2-40B4-BE49-F238E27FC236}">
                    <a16:creationId xmlns:a16="http://schemas.microsoft.com/office/drawing/2014/main" id="{FF90EF71-1FA0-71FF-03AA-04F51F67AB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4262" y="2036763"/>
                <a:ext cx="515938" cy="736600"/>
              </a:xfrm>
              <a:custGeom>
                <a:avLst/>
                <a:gdLst>
                  <a:gd name="T0" fmla="*/ 4 w 137"/>
                  <a:gd name="T1" fmla="*/ 195 h 195"/>
                  <a:gd name="T2" fmla="*/ 2 w 137"/>
                  <a:gd name="T3" fmla="*/ 195 h 195"/>
                  <a:gd name="T4" fmla="*/ 1 w 137"/>
                  <a:gd name="T5" fmla="*/ 190 h 195"/>
                  <a:gd name="T6" fmla="*/ 131 w 137"/>
                  <a:gd name="T7" fmla="*/ 2 h 195"/>
                  <a:gd name="T8" fmla="*/ 135 w 137"/>
                  <a:gd name="T9" fmla="*/ 1 h 195"/>
                  <a:gd name="T10" fmla="*/ 136 w 137"/>
                  <a:gd name="T11" fmla="*/ 6 h 195"/>
                  <a:gd name="T12" fmla="*/ 7 w 137"/>
                  <a:gd name="T13" fmla="*/ 194 h 195"/>
                  <a:gd name="T14" fmla="*/ 4 w 137"/>
                  <a:gd name="T15" fmla="*/ 195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95">
                    <a:moveTo>
                      <a:pt x="4" y="195"/>
                    </a:moveTo>
                    <a:cubicBezTo>
                      <a:pt x="3" y="195"/>
                      <a:pt x="2" y="195"/>
                      <a:pt x="2" y="195"/>
                    </a:cubicBezTo>
                    <a:cubicBezTo>
                      <a:pt x="0" y="194"/>
                      <a:pt x="0" y="191"/>
                      <a:pt x="1" y="190"/>
                    </a:cubicBezTo>
                    <a:cubicBezTo>
                      <a:pt x="131" y="2"/>
                      <a:pt x="131" y="2"/>
                      <a:pt x="131" y="2"/>
                    </a:cubicBezTo>
                    <a:cubicBezTo>
                      <a:pt x="132" y="1"/>
                      <a:pt x="134" y="0"/>
                      <a:pt x="135" y="1"/>
                    </a:cubicBezTo>
                    <a:cubicBezTo>
                      <a:pt x="137" y="2"/>
                      <a:pt x="137" y="4"/>
                      <a:pt x="136" y="6"/>
                    </a:cubicBezTo>
                    <a:cubicBezTo>
                      <a:pt x="7" y="194"/>
                      <a:pt x="7" y="194"/>
                      <a:pt x="7" y="194"/>
                    </a:cubicBezTo>
                    <a:cubicBezTo>
                      <a:pt x="6" y="195"/>
                      <a:pt x="5" y="195"/>
                      <a:pt x="4" y="195"/>
                    </a:cubicBezTo>
                    <a:close/>
                  </a:path>
                </a:pathLst>
              </a:custGeom>
              <a:solidFill>
                <a:srgbClr val="4459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0" name="Freeform 204">
                <a:extLst>
                  <a:ext uri="{FF2B5EF4-FFF2-40B4-BE49-F238E27FC236}">
                    <a16:creationId xmlns:a16="http://schemas.microsoft.com/office/drawing/2014/main" id="{C5887211-430A-5FD0-17D5-537D076A9F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650" y="2773363"/>
                <a:ext cx="836613" cy="893763"/>
              </a:xfrm>
              <a:custGeom>
                <a:avLst/>
                <a:gdLst>
                  <a:gd name="T0" fmla="*/ 4 w 222"/>
                  <a:gd name="T1" fmla="*/ 237 h 237"/>
                  <a:gd name="T2" fmla="*/ 1 w 222"/>
                  <a:gd name="T3" fmla="*/ 236 h 237"/>
                  <a:gd name="T4" fmla="*/ 1 w 222"/>
                  <a:gd name="T5" fmla="*/ 231 h 237"/>
                  <a:gd name="T6" fmla="*/ 216 w 222"/>
                  <a:gd name="T7" fmla="*/ 1 h 237"/>
                  <a:gd name="T8" fmla="*/ 221 w 222"/>
                  <a:gd name="T9" fmla="*/ 1 h 237"/>
                  <a:gd name="T10" fmla="*/ 221 w 222"/>
                  <a:gd name="T11" fmla="*/ 6 h 237"/>
                  <a:gd name="T12" fmla="*/ 6 w 222"/>
                  <a:gd name="T13" fmla="*/ 236 h 237"/>
                  <a:gd name="T14" fmla="*/ 4 w 222"/>
                  <a:gd name="T15" fmla="*/ 237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2" h="237">
                    <a:moveTo>
                      <a:pt x="4" y="237"/>
                    </a:moveTo>
                    <a:cubicBezTo>
                      <a:pt x="3" y="237"/>
                      <a:pt x="2" y="236"/>
                      <a:pt x="1" y="236"/>
                    </a:cubicBezTo>
                    <a:cubicBezTo>
                      <a:pt x="0" y="235"/>
                      <a:pt x="0" y="232"/>
                      <a:pt x="1" y="231"/>
                    </a:cubicBezTo>
                    <a:cubicBezTo>
                      <a:pt x="216" y="1"/>
                      <a:pt x="216" y="1"/>
                      <a:pt x="216" y="1"/>
                    </a:cubicBezTo>
                    <a:cubicBezTo>
                      <a:pt x="217" y="0"/>
                      <a:pt x="220" y="0"/>
                      <a:pt x="221" y="1"/>
                    </a:cubicBezTo>
                    <a:cubicBezTo>
                      <a:pt x="222" y="2"/>
                      <a:pt x="222" y="4"/>
                      <a:pt x="221" y="6"/>
                    </a:cubicBezTo>
                    <a:cubicBezTo>
                      <a:pt x="6" y="236"/>
                      <a:pt x="6" y="236"/>
                      <a:pt x="6" y="236"/>
                    </a:cubicBezTo>
                    <a:cubicBezTo>
                      <a:pt x="5" y="236"/>
                      <a:pt x="4" y="237"/>
                      <a:pt x="4" y="237"/>
                    </a:cubicBezTo>
                    <a:close/>
                  </a:path>
                </a:pathLst>
              </a:custGeom>
              <a:solidFill>
                <a:srgbClr val="4459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1" name="Freeform 205">
                <a:extLst>
                  <a:ext uri="{FF2B5EF4-FFF2-40B4-BE49-F238E27FC236}">
                    <a16:creationId xmlns:a16="http://schemas.microsoft.com/office/drawing/2014/main" id="{A4EFA907-814C-F270-AED6-560846292E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400" y="2305051"/>
                <a:ext cx="677863" cy="493713"/>
              </a:xfrm>
              <a:custGeom>
                <a:avLst/>
                <a:gdLst>
                  <a:gd name="T0" fmla="*/ 177 w 180"/>
                  <a:gd name="T1" fmla="*/ 131 h 131"/>
                  <a:gd name="T2" fmla="*/ 175 w 180"/>
                  <a:gd name="T3" fmla="*/ 130 h 131"/>
                  <a:gd name="T4" fmla="*/ 2 w 180"/>
                  <a:gd name="T5" fmla="*/ 6 h 131"/>
                  <a:gd name="T6" fmla="*/ 1 w 180"/>
                  <a:gd name="T7" fmla="*/ 2 h 131"/>
                  <a:gd name="T8" fmla="*/ 6 w 180"/>
                  <a:gd name="T9" fmla="*/ 1 h 131"/>
                  <a:gd name="T10" fmla="*/ 179 w 180"/>
                  <a:gd name="T11" fmla="*/ 125 h 131"/>
                  <a:gd name="T12" fmla="*/ 179 w 180"/>
                  <a:gd name="T13" fmla="*/ 130 h 131"/>
                  <a:gd name="T14" fmla="*/ 177 w 180"/>
                  <a:gd name="T15" fmla="*/ 131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0" h="131">
                    <a:moveTo>
                      <a:pt x="177" y="131"/>
                    </a:moveTo>
                    <a:cubicBezTo>
                      <a:pt x="176" y="131"/>
                      <a:pt x="175" y="131"/>
                      <a:pt x="175" y="130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0" y="5"/>
                      <a:pt x="0" y="3"/>
                      <a:pt x="1" y="2"/>
                    </a:cubicBezTo>
                    <a:cubicBezTo>
                      <a:pt x="2" y="0"/>
                      <a:pt x="4" y="0"/>
                      <a:pt x="6" y="1"/>
                    </a:cubicBezTo>
                    <a:cubicBezTo>
                      <a:pt x="179" y="125"/>
                      <a:pt x="179" y="125"/>
                      <a:pt x="179" y="125"/>
                    </a:cubicBezTo>
                    <a:cubicBezTo>
                      <a:pt x="180" y="126"/>
                      <a:pt x="180" y="128"/>
                      <a:pt x="179" y="130"/>
                    </a:cubicBezTo>
                    <a:cubicBezTo>
                      <a:pt x="179" y="130"/>
                      <a:pt x="178" y="131"/>
                      <a:pt x="177" y="131"/>
                    </a:cubicBezTo>
                    <a:close/>
                  </a:path>
                </a:pathLst>
              </a:custGeom>
              <a:solidFill>
                <a:srgbClr val="4459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2" name="Freeform 206">
                <a:extLst>
                  <a:ext uri="{FF2B5EF4-FFF2-40B4-BE49-F238E27FC236}">
                    <a16:creationId xmlns:a16="http://schemas.microsoft.com/office/drawing/2014/main" id="{8E3032C2-0C5A-4BA8-87E7-C627E5D243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7275" y="2773363"/>
                <a:ext cx="377825" cy="1516063"/>
              </a:xfrm>
              <a:custGeom>
                <a:avLst/>
                <a:gdLst>
                  <a:gd name="T0" fmla="*/ 96 w 100"/>
                  <a:gd name="T1" fmla="*/ 402 h 402"/>
                  <a:gd name="T2" fmla="*/ 92 w 100"/>
                  <a:gd name="T3" fmla="*/ 400 h 402"/>
                  <a:gd name="T4" fmla="*/ 0 w 100"/>
                  <a:gd name="T5" fmla="*/ 4 h 402"/>
                  <a:gd name="T6" fmla="*/ 3 w 100"/>
                  <a:gd name="T7" fmla="*/ 0 h 402"/>
                  <a:gd name="T8" fmla="*/ 7 w 100"/>
                  <a:gd name="T9" fmla="*/ 3 h 402"/>
                  <a:gd name="T10" fmla="*/ 99 w 100"/>
                  <a:gd name="T11" fmla="*/ 398 h 402"/>
                  <a:gd name="T12" fmla="*/ 97 w 100"/>
                  <a:gd name="T13" fmla="*/ 402 h 402"/>
                  <a:gd name="T14" fmla="*/ 96 w 100"/>
                  <a:gd name="T15" fmla="*/ 402 h 4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0" h="402">
                    <a:moveTo>
                      <a:pt x="96" y="402"/>
                    </a:moveTo>
                    <a:cubicBezTo>
                      <a:pt x="94" y="402"/>
                      <a:pt x="93" y="401"/>
                      <a:pt x="92" y="40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1"/>
                      <a:pt x="3" y="0"/>
                    </a:cubicBezTo>
                    <a:cubicBezTo>
                      <a:pt x="5" y="0"/>
                      <a:pt x="6" y="1"/>
                      <a:pt x="7" y="3"/>
                    </a:cubicBezTo>
                    <a:cubicBezTo>
                      <a:pt x="99" y="398"/>
                      <a:pt x="99" y="398"/>
                      <a:pt x="99" y="398"/>
                    </a:cubicBezTo>
                    <a:cubicBezTo>
                      <a:pt x="100" y="400"/>
                      <a:pt x="98" y="402"/>
                      <a:pt x="97" y="402"/>
                    </a:cubicBezTo>
                    <a:cubicBezTo>
                      <a:pt x="96" y="402"/>
                      <a:pt x="96" y="402"/>
                      <a:pt x="96" y="402"/>
                    </a:cubicBezTo>
                  </a:path>
                </a:pathLst>
              </a:custGeom>
              <a:solidFill>
                <a:srgbClr val="4459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3" name="Oval 207">
                <a:extLst>
                  <a:ext uri="{FF2B5EF4-FFF2-40B4-BE49-F238E27FC236}">
                    <a16:creationId xmlns:a16="http://schemas.microsoft.com/office/drawing/2014/main" id="{435F99DD-B143-5E53-9083-C5E086207B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512" y="2640013"/>
                <a:ext cx="290513" cy="290513"/>
              </a:xfrm>
              <a:prstGeom prst="ellipse">
                <a:avLst/>
              </a:prstGeom>
              <a:solidFill>
                <a:srgbClr val="4459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4" name="Oval 208">
                <a:extLst>
                  <a:ext uri="{FF2B5EF4-FFF2-40B4-BE49-F238E27FC236}">
                    <a16:creationId xmlns:a16="http://schemas.microsoft.com/office/drawing/2014/main" id="{C1F4F493-9C97-BE87-0DDA-5EAAB0E92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9487" y="2686051"/>
                <a:ext cx="184150" cy="184150"/>
              </a:xfrm>
              <a:prstGeom prst="ellipse">
                <a:avLst/>
              </a:prstGeom>
              <a:solidFill>
                <a:srgbClr val="BDD9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5" name="Freeform 209">
                <a:extLst>
                  <a:ext uri="{FF2B5EF4-FFF2-40B4-BE49-F238E27FC236}">
                    <a16:creationId xmlns:a16="http://schemas.microsoft.com/office/drawing/2014/main" id="{DC99A6EF-6EF1-B579-853F-0FA80F62CB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95275" y="1992313"/>
                <a:ext cx="754063" cy="652463"/>
              </a:xfrm>
              <a:custGeom>
                <a:avLst/>
                <a:gdLst>
                  <a:gd name="T0" fmla="*/ 123 w 200"/>
                  <a:gd name="T1" fmla="*/ 173 h 173"/>
                  <a:gd name="T2" fmla="*/ 77 w 200"/>
                  <a:gd name="T3" fmla="*/ 173 h 173"/>
                  <a:gd name="T4" fmla="*/ 0 w 200"/>
                  <a:gd name="T5" fmla="*/ 97 h 173"/>
                  <a:gd name="T6" fmla="*/ 0 w 200"/>
                  <a:gd name="T7" fmla="*/ 76 h 173"/>
                  <a:gd name="T8" fmla="*/ 77 w 200"/>
                  <a:gd name="T9" fmla="*/ 0 h 173"/>
                  <a:gd name="T10" fmla="*/ 123 w 200"/>
                  <a:gd name="T11" fmla="*/ 0 h 173"/>
                  <a:gd name="T12" fmla="*/ 200 w 200"/>
                  <a:gd name="T13" fmla="*/ 76 h 173"/>
                  <a:gd name="T14" fmla="*/ 200 w 200"/>
                  <a:gd name="T15" fmla="*/ 97 h 173"/>
                  <a:gd name="T16" fmla="*/ 123 w 200"/>
                  <a:gd name="T17" fmla="*/ 173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0" h="173">
                    <a:moveTo>
                      <a:pt x="123" y="173"/>
                    </a:moveTo>
                    <a:cubicBezTo>
                      <a:pt x="77" y="173"/>
                      <a:pt x="77" y="173"/>
                      <a:pt x="77" y="173"/>
                    </a:cubicBezTo>
                    <a:cubicBezTo>
                      <a:pt x="35" y="173"/>
                      <a:pt x="0" y="139"/>
                      <a:pt x="0" y="97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34"/>
                      <a:pt x="35" y="0"/>
                      <a:pt x="77" y="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66" y="0"/>
                      <a:pt x="200" y="34"/>
                      <a:pt x="200" y="76"/>
                    </a:cubicBezTo>
                    <a:cubicBezTo>
                      <a:pt x="200" y="97"/>
                      <a:pt x="200" y="97"/>
                      <a:pt x="200" y="97"/>
                    </a:cubicBezTo>
                    <a:cubicBezTo>
                      <a:pt x="200" y="139"/>
                      <a:pt x="166" y="173"/>
                      <a:pt x="123" y="173"/>
                    </a:cubicBezTo>
                    <a:close/>
                  </a:path>
                </a:pathLst>
              </a:custGeom>
              <a:solidFill>
                <a:srgbClr val="BDD9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7" name="Freeform 211">
                <a:extLst>
                  <a:ext uri="{FF2B5EF4-FFF2-40B4-BE49-F238E27FC236}">
                    <a16:creationId xmlns:a16="http://schemas.microsoft.com/office/drawing/2014/main" id="{DD90836C-FC3A-BCB0-88C3-380B0B67D2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95275" y="3278188"/>
                <a:ext cx="754063" cy="652463"/>
              </a:xfrm>
              <a:custGeom>
                <a:avLst/>
                <a:gdLst>
                  <a:gd name="T0" fmla="*/ 123 w 200"/>
                  <a:gd name="T1" fmla="*/ 173 h 173"/>
                  <a:gd name="T2" fmla="*/ 77 w 200"/>
                  <a:gd name="T3" fmla="*/ 173 h 173"/>
                  <a:gd name="T4" fmla="*/ 0 w 200"/>
                  <a:gd name="T5" fmla="*/ 97 h 173"/>
                  <a:gd name="T6" fmla="*/ 0 w 200"/>
                  <a:gd name="T7" fmla="*/ 76 h 173"/>
                  <a:gd name="T8" fmla="*/ 77 w 200"/>
                  <a:gd name="T9" fmla="*/ 0 h 173"/>
                  <a:gd name="T10" fmla="*/ 123 w 200"/>
                  <a:gd name="T11" fmla="*/ 0 h 173"/>
                  <a:gd name="T12" fmla="*/ 200 w 200"/>
                  <a:gd name="T13" fmla="*/ 76 h 173"/>
                  <a:gd name="T14" fmla="*/ 200 w 200"/>
                  <a:gd name="T15" fmla="*/ 97 h 173"/>
                  <a:gd name="T16" fmla="*/ 123 w 200"/>
                  <a:gd name="T17" fmla="*/ 173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0" h="173">
                    <a:moveTo>
                      <a:pt x="123" y="173"/>
                    </a:moveTo>
                    <a:cubicBezTo>
                      <a:pt x="77" y="173"/>
                      <a:pt x="77" y="173"/>
                      <a:pt x="77" y="173"/>
                    </a:cubicBezTo>
                    <a:cubicBezTo>
                      <a:pt x="35" y="173"/>
                      <a:pt x="0" y="139"/>
                      <a:pt x="0" y="97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34"/>
                      <a:pt x="35" y="0"/>
                      <a:pt x="77" y="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66" y="0"/>
                      <a:pt x="200" y="34"/>
                      <a:pt x="200" y="76"/>
                    </a:cubicBezTo>
                    <a:cubicBezTo>
                      <a:pt x="200" y="97"/>
                      <a:pt x="200" y="97"/>
                      <a:pt x="200" y="97"/>
                    </a:cubicBezTo>
                    <a:cubicBezTo>
                      <a:pt x="200" y="139"/>
                      <a:pt x="166" y="173"/>
                      <a:pt x="123" y="173"/>
                    </a:cubicBezTo>
                    <a:close/>
                  </a:path>
                </a:pathLst>
              </a:custGeom>
              <a:solidFill>
                <a:srgbClr val="BDD9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9" name="Freeform 213">
                <a:extLst>
                  <a:ext uri="{FF2B5EF4-FFF2-40B4-BE49-F238E27FC236}">
                    <a16:creationId xmlns:a16="http://schemas.microsoft.com/office/drawing/2014/main" id="{0AE326D6-837F-04FC-301D-400314AAFA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0300" y="1512888"/>
                <a:ext cx="855663" cy="652463"/>
              </a:xfrm>
              <a:custGeom>
                <a:avLst/>
                <a:gdLst>
                  <a:gd name="T0" fmla="*/ 81 w 227"/>
                  <a:gd name="T1" fmla="*/ 173 h 173"/>
                  <a:gd name="T2" fmla="*/ 145 w 227"/>
                  <a:gd name="T3" fmla="*/ 173 h 173"/>
                  <a:gd name="T4" fmla="*/ 227 w 227"/>
                  <a:gd name="T5" fmla="*/ 91 h 173"/>
                  <a:gd name="T6" fmla="*/ 227 w 227"/>
                  <a:gd name="T7" fmla="*/ 81 h 173"/>
                  <a:gd name="T8" fmla="*/ 145 w 227"/>
                  <a:gd name="T9" fmla="*/ 0 h 173"/>
                  <a:gd name="T10" fmla="*/ 81 w 227"/>
                  <a:gd name="T11" fmla="*/ 0 h 173"/>
                  <a:gd name="T12" fmla="*/ 0 w 227"/>
                  <a:gd name="T13" fmla="*/ 81 h 173"/>
                  <a:gd name="T14" fmla="*/ 0 w 227"/>
                  <a:gd name="T15" fmla="*/ 91 h 173"/>
                  <a:gd name="T16" fmla="*/ 81 w 227"/>
                  <a:gd name="T17" fmla="*/ 173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7" h="173">
                    <a:moveTo>
                      <a:pt x="81" y="173"/>
                    </a:moveTo>
                    <a:cubicBezTo>
                      <a:pt x="145" y="173"/>
                      <a:pt x="145" y="173"/>
                      <a:pt x="145" y="173"/>
                    </a:cubicBezTo>
                    <a:cubicBezTo>
                      <a:pt x="190" y="173"/>
                      <a:pt x="227" y="137"/>
                      <a:pt x="227" y="91"/>
                    </a:cubicBezTo>
                    <a:cubicBezTo>
                      <a:pt x="227" y="81"/>
                      <a:pt x="227" y="81"/>
                      <a:pt x="227" y="81"/>
                    </a:cubicBezTo>
                    <a:cubicBezTo>
                      <a:pt x="227" y="36"/>
                      <a:pt x="190" y="0"/>
                      <a:pt x="145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36" y="0"/>
                      <a:pt x="0" y="36"/>
                      <a:pt x="0" y="81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137"/>
                      <a:pt x="36" y="173"/>
                      <a:pt x="81" y="173"/>
                    </a:cubicBezTo>
                    <a:close/>
                  </a:path>
                </a:pathLst>
              </a:custGeom>
              <a:solidFill>
                <a:srgbClr val="BDD9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2" name="Freeform 215">
                <a:extLst>
                  <a:ext uri="{FF2B5EF4-FFF2-40B4-BE49-F238E27FC236}">
                    <a16:creationId xmlns:a16="http://schemas.microsoft.com/office/drawing/2014/main" id="{ECA9F3E3-FA18-7272-BDBE-0BECC6FB97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9812" y="4051301"/>
                <a:ext cx="855663" cy="657225"/>
              </a:xfrm>
              <a:custGeom>
                <a:avLst/>
                <a:gdLst>
                  <a:gd name="T0" fmla="*/ 81 w 227"/>
                  <a:gd name="T1" fmla="*/ 0 h 174"/>
                  <a:gd name="T2" fmla="*/ 145 w 227"/>
                  <a:gd name="T3" fmla="*/ 0 h 174"/>
                  <a:gd name="T4" fmla="*/ 227 w 227"/>
                  <a:gd name="T5" fmla="*/ 82 h 174"/>
                  <a:gd name="T6" fmla="*/ 227 w 227"/>
                  <a:gd name="T7" fmla="*/ 92 h 174"/>
                  <a:gd name="T8" fmla="*/ 145 w 227"/>
                  <a:gd name="T9" fmla="*/ 174 h 174"/>
                  <a:gd name="T10" fmla="*/ 81 w 227"/>
                  <a:gd name="T11" fmla="*/ 174 h 174"/>
                  <a:gd name="T12" fmla="*/ 0 w 227"/>
                  <a:gd name="T13" fmla="*/ 92 h 174"/>
                  <a:gd name="T14" fmla="*/ 0 w 227"/>
                  <a:gd name="T15" fmla="*/ 82 h 174"/>
                  <a:gd name="T16" fmla="*/ 81 w 227"/>
                  <a:gd name="T17" fmla="*/ 0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7" h="174">
                    <a:moveTo>
                      <a:pt x="81" y="0"/>
                    </a:moveTo>
                    <a:cubicBezTo>
                      <a:pt x="145" y="0"/>
                      <a:pt x="145" y="0"/>
                      <a:pt x="145" y="0"/>
                    </a:cubicBezTo>
                    <a:cubicBezTo>
                      <a:pt x="190" y="0"/>
                      <a:pt x="227" y="37"/>
                      <a:pt x="227" y="82"/>
                    </a:cubicBezTo>
                    <a:cubicBezTo>
                      <a:pt x="227" y="92"/>
                      <a:pt x="227" y="92"/>
                      <a:pt x="227" y="92"/>
                    </a:cubicBezTo>
                    <a:cubicBezTo>
                      <a:pt x="227" y="137"/>
                      <a:pt x="190" y="174"/>
                      <a:pt x="145" y="174"/>
                    </a:cubicBezTo>
                    <a:cubicBezTo>
                      <a:pt x="81" y="174"/>
                      <a:pt x="81" y="174"/>
                      <a:pt x="81" y="174"/>
                    </a:cubicBezTo>
                    <a:cubicBezTo>
                      <a:pt x="36" y="174"/>
                      <a:pt x="0" y="137"/>
                      <a:pt x="0" y="92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37"/>
                      <a:pt x="36" y="0"/>
                      <a:pt x="81" y="0"/>
                    </a:cubicBezTo>
                  </a:path>
                </a:pathLst>
              </a:custGeom>
              <a:solidFill>
                <a:srgbClr val="BDD9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7" name="Oval 217">
                <a:extLst>
                  <a:ext uri="{FF2B5EF4-FFF2-40B4-BE49-F238E27FC236}">
                    <a16:creationId xmlns:a16="http://schemas.microsoft.com/office/drawing/2014/main" id="{EBDF663F-52D9-5E2D-DCFC-E0E2A40AA0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65088" y="2165351"/>
                <a:ext cx="44450" cy="44450"/>
              </a:xfrm>
              <a:prstGeom prst="ellipse">
                <a:avLst/>
              </a:prstGeom>
              <a:solidFill>
                <a:srgbClr val="7983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8" name="Oval 218">
                <a:extLst>
                  <a:ext uri="{FF2B5EF4-FFF2-40B4-BE49-F238E27FC236}">
                    <a16:creationId xmlns:a16="http://schemas.microsoft.com/office/drawing/2014/main" id="{C28374D0-1A1E-0A74-3A6C-3C7959C1D2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437" y="2112963"/>
                <a:ext cx="30163" cy="25400"/>
              </a:xfrm>
              <a:prstGeom prst="ellipse">
                <a:avLst/>
              </a:prstGeom>
              <a:solidFill>
                <a:srgbClr val="7983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9" name="Freeform 219">
                <a:extLst>
                  <a:ext uri="{FF2B5EF4-FFF2-40B4-BE49-F238E27FC236}">
                    <a16:creationId xmlns:a16="http://schemas.microsoft.com/office/drawing/2014/main" id="{F451EBE5-C47B-5D3F-672C-908ED4AE9C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25413" y="2132013"/>
                <a:ext cx="441325" cy="392113"/>
              </a:xfrm>
              <a:custGeom>
                <a:avLst/>
                <a:gdLst>
                  <a:gd name="T0" fmla="*/ 51 w 117"/>
                  <a:gd name="T1" fmla="*/ 104 h 104"/>
                  <a:gd name="T2" fmla="*/ 0 w 117"/>
                  <a:gd name="T3" fmla="*/ 53 h 104"/>
                  <a:gd name="T4" fmla="*/ 13 w 117"/>
                  <a:gd name="T5" fmla="*/ 19 h 104"/>
                  <a:gd name="T6" fmla="*/ 14 w 117"/>
                  <a:gd name="T7" fmla="*/ 17 h 104"/>
                  <a:gd name="T8" fmla="*/ 15 w 117"/>
                  <a:gd name="T9" fmla="*/ 19 h 104"/>
                  <a:gd name="T10" fmla="*/ 18 w 117"/>
                  <a:gd name="T11" fmla="*/ 22 h 104"/>
                  <a:gd name="T12" fmla="*/ 19 w 117"/>
                  <a:gd name="T13" fmla="*/ 23 h 104"/>
                  <a:gd name="T14" fmla="*/ 18 w 117"/>
                  <a:gd name="T15" fmla="*/ 24 h 104"/>
                  <a:gd name="T16" fmla="*/ 7 w 117"/>
                  <a:gd name="T17" fmla="*/ 53 h 104"/>
                  <a:gd name="T18" fmla="*/ 51 w 117"/>
                  <a:gd name="T19" fmla="*/ 98 h 104"/>
                  <a:gd name="T20" fmla="*/ 96 w 117"/>
                  <a:gd name="T21" fmla="*/ 57 h 104"/>
                  <a:gd name="T22" fmla="*/ 81 w 117"/>
                  <a:gd name="T23" fmla="*/ 39 h 104"/>
                  <a:gd name="T24" fmla="*/ 81 w 117"/>
                  <a:gd name="T25" fmla="*/ 6 h 104"/>
                  <a:gd name="T26" fmla="*/ 85 w 117"/>
                  <a:gd name="T27" fmla="*/ 0 h 104"/>
                  <a:gd name="T28" fmla="*/ 86 w 117"/>
                  <a:gd name="T29" fmla="*/ 2 h 104"/>
                  <a:gd name="T30" fmla="*/ 89 w 117"/>
                  <a:gd name="T31" fmla="*/ 3 h 104"/>
                  <a:gd name="T32" fmla="*/ 90 w 117"/>
                  <a:gd name="T33" fmla="*/ 4 h 104"/>
                  <a:gd name="T34" fmla="*/ 88 w 117"/>
                  <a:gd name="T35" fmla="*/ 8 h 104"/>
                  <a:gd name="T36" fmla="*/ 88 w 117"/>
                  <a:gd name="T37" fmla="*/ 39 h 104"/>
                  <a:gd name="T38" fmla="*/ 99 w 117"/>
                  <a:gd name="T39" fmla="*/ 50 h 104"/>
                  <a:gd name="T40" fmla="*/ 111 w 117"/>
                  <a:gd name="T41" fmla="*/ 39 h 104"/>
                  <a:gd name="T42" fmla="*/ 111 w 117"/>
                  <a:gd name="T43" fmla="*/ 8 h 104"/>
                  <a:gd name="T44" fmla="*/ 107 w 117"/>
                  <a:gd name="T45" fmla="*/ 4 h 104"/>
                  <a:gd name="T46" fmla="*/ 109 w 117"/>
                  <a:gd name="T47" fmla="*/ 3 h 104"/>
                  <a:gd name="T48" fmla="*/ 112 w 117"/>
                  <a:gd name="T49" fmla="*/ 1 h 104"/>
                  <a:gd name="T50" fmla="*/ 113 w 117"/>
                  <a:gd name="T51" fmla="*/ 0 h 104"/>
                  <a:gd name="T52" fmla="*/ 117 w 117"/>
                  <a:gd name="T53" fmla="*/ 6 h 104"/>
                  <a:gd name="T54" fmla="*/ 117 w 117"/>
                  <a:gd name="T55" fmla="*/ 39 h 104"/>
                  <a:gd name="T56" fmla="*/ 102 w 117"/>
                  <a:gd name="T57" fmla="*/ 57 h 104"/>
                  <a:gd name="T58" fmla="*/ 51 w 117"/>
                  <a:gd name="T59" fmla="*/ 10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17" h="104">
                    <a:moveTo>
                      <a:pt x="51" y="104"/>
                    </a:moveTo>
                    <a:cubicBezTo>
                      <a:pt x="23" y="104"/>
                      <a:pt x="0" y="81"/>
                      <a:pt x="0" y="53"/>
                    </a:cubicBezTo>
                    <a:cubicBezTo>
                      <a:pt x="0" y="40"/>
                      <a:pt x="5" y="28"/>
                      <a:pt x="13" y="19"/>
                    </a:cubicBezTo>
                    <a:cubicBezTo>
                      <a:pt x="14" y="17"/>
                      <a:pt x="14" y="17"/>
                      <a:pt x="14" y="17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16" y="20"/>
                      <a:pt x="17" y="21"/>
                      <a:pt x="18" y="22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1" y="32"/>
                      <a:pt x="7" y="42"/>
                      <a:pt x="7" y="53"/>
                    </a:cubicBezTo>
                    <a:cubicBezTo>
                      <a:pt x="7" y="78"/>
                      <a:pt x="27" y="98"/>
                      <a:pt x="51" y="98"/>
                    </a:cubicBezTo>
                    <a:cubicBezTo>
                      <a:pt x="75" y="98"/>
                      <a:pt x="94" y="80"/>
                      <a:pt x="96" y="57"/>
                    </a:cubicBezTo>
                    <a:cubicBezTo>
                      <a:pt x="87" y="55"/>
                      <a:pt x="81" y="48"/>
                      <a:pt x="81" y="39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86" y="2"/>
                      <a:pt x="86" y="2"/>
                      <a:pt x="86" y="2"/>
                    </a:cubicBezTo>
                    <a:cubicBezTo>
                      <a:pt x="87" y="2"/>
                      <a:pt x="87" y="3"/>
                      <a:pt x="89" y="3"/>
                    </a:cubicBezTo>
                    <a:cubicBezTo>
                      <a:pt x="90" y="4"/>
                      <a:pt x="90" y="4"/>
                      <a:pt x="90" y="4"/>
                    </a:cubicBezTo>
                    <a:cubicBezTo>
                      <a:pt x="88" y="8"/>
                      <a:pt x="88" y="8"/>
                      <a:pt x="88" y="8"/>
                    </a:cubicBezTo>
                    <a:cubicBezTo>
                      <a:pt x="88" y="39"/>
                      <a:pt x="88" y="39"/>
                      <a:pt x="88" y="39"/>
                    </a:cubicBezTo>
                    <a:cubicBezTo>
                      <a:pt x="88" y="45"/>
                      <a:pt x="93" y="50"/>
                      <a:pt x="99" y="50"/>
                    </a:cubicBezTo>
                    <a:cubicBezTo>
                      <a:pt x="105" y="50"/>
                      <a:pt x="111" y="45"/>
                      <a:pt x="111" y="39"/>
                    </a:cubicBezTo>
                    <a:cubicBezTo>
                      <a:pt x="111" y="8"/>
                      <a:pt x="111" y="8"/>
                      <a:pt x="111" y="8"/>
                    </a:cubicBezTo>
                    <a:cubicBezTo>
                      <a:pt x="107" y="4"/>
                      <a:pt x="107" y="4"/>
                      <a:pt x="107" y="4"/>
                    </a:cubicBezTo>
                    <a:cubicBezTo>
                      <a:pt x="109" y="3"/>
                      <a:pt x="109" y="3"/>
                      <a:pt x="109" y="3"/>
                    </a:cubicBezTo>
                    <a:cubicBezTo>
                      <a:pt x="110" y="3"/>
                      <a:pt x="111" y="2"/>
                      <a:pt x="112" y="1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7" y="6"/>
                      <a:pt x="117" y="6"/>
                      <a:pt x="117" y="6"/>
                    </a:cubicBezTo>
                    <a:cubicBezTo>
                      <a:pt x="117" y="39"/>
                      <a:pt x="117" y="39"/>
                      <a:pt x="117" y="39"/>
                    </a:cubicBezTo>
                    <a:cubicBezTo>
                      <a:pt x="117" y="48"/>
                      <a:pt x="111" y="55"/>
                      <a:pt x="102" y="57"/>
                    </a:cubicBezTo>
                    <a:cubicBezTo>
                      <a:pt x="101" y="84"/>
                      <a:pt x="78" y="104"/>
                      <a:pt x="51" y="104"/>
                    </a:cubicBezTo>
                    <a:close/>
                  </a:path>
                </a:pathLst>
              </a:custGeom>
              <a:solidFill>
                <a:srgbClr val="7983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0" name="Oval 220">
                <a:extLst>
                  <a:ext uri="{FF2B5EF4-FFF2-40B4-BE49-F238E27FC236}">
                    <a16:creationId xmlns:a16="http://schemas.microsoft.com/office/drawing/2014/main" id="{C79C4A59-BB89-BEAB-DA61-A9B22EA893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700" y="2112963"/>
                <a:ext cx="25400" cy="25400"/>
              </a:xfrm>
              <a:prstGeom prst="ellipse">
                <a:avLst/>
              </a:prstGeom>
              <a:solidFill>
                <a:srgbClr val="7983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1" name="Freeform 221">
                <a:extLst>
                  <a:ext uri="{FF2B5EF4-FFF2-40B4-BE49-F238E27FC236}">
                    <a16:creationId xmlns:a16="http://schemas.microsoft.com/office/drawing/2014/main" id="{A57AAABC-4C8A-9012-4737-EF73B376C7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5875" y="2239963"/>
                <a:ext cx="161925" cy="163513"/>
              </a:xfrm>
              <a:custGeom>
                <a:avLst/>
                <a:gdLst>
                  <a:gd name="T0" fmla="*/ 102 w 102"/>
                  <a:gd name="T1" fmla="*/ 34 h 103"/>
                  <a:gd name="T2" fmla="*/ 71 w 102"/>
                  <a:gd name="T3" fmla="*/ 34 h 103"/>
                  <a:gd name="T4" fmla="*/ 71 w 102"/>
                  <a:gd name="T5" fmla="*/ 0 h 103"/>
                  <a:gd name="T6" fmla="*/ 33 w 102"/>
                  <a:gd name="T7" fmla="*/ 0 h 103"/>
                  <a:gd name="T8" fmla="*/ 33 w 102"/>
                  <a:gd name="T9" fmla="*/ 34 h 103"/>
                  <a:gd name="T10" fmla="*/ 0 w 102"/>
                  <a:gd name="T11" fmla="*/ 34 h 103"/>
                  <a:gd name="T12" fmla="*/ 0 w 102"/>
                  <a:gd name="T13" fmla="*/ 69 h 103"/>
                  <a:gd name="T14" fmla="*/ 33 w 102"/>
                  <a:gd name="T15" fmla="*/ 69 h 103"/>
                  <a:gd name="T16" fmla="*/ 33 w 102"/>
                  <a:gd name="T17" fmla="*/ 103 h 103"/>
                  <a:gd name="T18" fmla="*/ 71 w 102"/>
                  <a:gd name="T19" fmla="*/ 103 h 103"/>
                  <a:gd name="T20" fmla="*/ 71 w 102"/>
                  <a:gd name="T21" fmla="*/ 69 h 103"/>
                  <a:gd name="T22" fmla="*/ 102 w 102"/>
                  <a:gd name="T23" fmla="*/ 69 h 103"/>
                  <a:gd name="T24" fmla="*/ 102 w 102"/>
                  <a:gd name="T25" fmla="*/ 34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2" h="103">
                    <a:moveTo>
                      <a:pt x="102" y="34"/>
                    </a:moveTo>
                    <a:lnTo>
                      <a:pt x="71" y="34"/>
                    </a:lnTo>
                    <a:lnTo>
                      <a:pt x="71" y="0"/>
                    </a:lnTo>
                    <a:lnTo>
                      <a:pt x="33" y="0"/>
                    </a:lnTo>
                    <a:lnTo>
                      <a:pt x="33" y="34"/>
                    </a:lnTo>
                    <a:lnTo>
                      <a:pt x="0" y="34"/>
                    </a:lnTo>
                    <a:lnTo>
                      <a:pt x="0" y="69"/>
                    </a:lnTo>
                    <a:lnTo>
                      <a:pt x="33" y="69"/>
                    </a:lnTo>
                    <a:lnTo>
                      <a:pt x="33" y="103"/>
                    </a:lnTo>
                    <a:lnTo>
                      <a:pt x="71" y="103"/>
                    </a:lnTo>
                    <a:lnTo>
                      <a:pt x="71" y="69"/>
                    </a:lnTo>
                    <a:lnTo>
                      <a:pt x="102" y="69"/>
                    </a:lnTo>
                    <a:lnTo>
                      <a:pt x="102" y="34"/>
                    </a:lnTo>
                    <a:close/>
                  </a:path>
                </a:pathLst>
              </a:custGeom>
              <a:solidFill>
                <a:srgbClr val="7983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2" name="Freeform 222">
                <a:extLst>
                  <a:ext uri="{FF2B5EF4-FFF2-40B4-BE49-F238E27FC236}">
                    <a16:creationId xmlns:a16="http://schemas.microsoft.com/office/drawing/2014/main" id="{345B47F9-1151-702E-E348-D2632237FA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3800" y="1720851"/>
                <a:ext cx="501650" cy="304800"/>
              </a:xfrm>
              <a:custGeom>
                <a:avLst/>
                <a:gdLst>
                  <a:gd name="T0" fmla="*/ 131 w 133"/>
                  <a:gd name="T1" fmla="*/ 34 h 81"/>
                  <a:gd name="T2" fmla="*/ 126 w 133"/>
                  <a:gd name="T3" fmla="*/ 34 h 81"/>
                  <a:gd name="T4" fmla="*/ 117 w 133"/>
                  <a:gd name="T5" fmla="*/ 21 h 81"/>
                  <a:gd name="T6" fmla="*/ 110 w 133"/>
                  <a:gd name="T7" fmla="*/ 50 h 81"/>
                  <a:gd name="T8" fmla="*/ 105 w 133"/>
                  <a:gd name="T9" fmla="*/ 0 h 81"/>
                  <a:gd name="T10" fmla="*/ 90 w 133"/>
                  <a:gd name="T11" fmla="*/ 33 h 81"/>
                  <a:gd name="T12" fmla="*/ 84 w 133"/>
                  <a:gd name="T13" fmla="*/ 21 h 81"/>
                  <a:gd name="T14" fmla="*/ 76 w 133"/>
                  <a:gd name="T15" fmla="*/ 36 h 81"/>
                  <a:gd name="T16" fmla="*/ 65 w 133"/>
                  <a:gd name="T17" fmla="*/ 22 h 81"/>
                  <a:gd name="T18" fmla="*/ 60 w 133"/>
                  <a:gd name="T19" fmla="*/ 47 h 81"/>
                  <a:gd name="T20" fmla="*/ 55 w 133"/>
                  <a:gd name="T21" fmla="*/ 5 h 81"/>
                  <a:gd name="T22" fmla="*/ 40 w 133"/>
                  <a:gd name="T23" fmla="*/ 33 h 81"/>
                  <a:gd name="T24" fmla="*/ 2 w 133"/>
                  <a:gd name="T25" fmla="*/ 33 h 81"/>
                  <a:gd name="T26" fmla="*/ 0 w 133"/>
                  <a:gd name="T27" fmla="*/ 35 h 81"/>
                  <a:gd name="T28" fmla="*/ 2 w 133"/>
                  <a:gd name="T29" fmla="*/ 37 h 81"/>
                  <a:gd name="T30" fmla="*/ 43 w 133"/>
                  <a:gd name="T31" fmla="*/ 37 h 81"/>
                  <a:gd name="T32" fmla="*/ 52 w 133"/>
                  <a:gd name="T33" fmla="*/ 21 h 81"/>
                  <a:gd name="T34" fmla="*/ 58 w 133"/>
                  <a:gd name="T35" fmla="*/ 81 h 81"/>
                  <a:gd name="T36" fmla="*/ 68 w 133"/>
                  <a:gd name="T37" fmla="*/ 33 h 81"/>
                  <a:gd name="T38" fmla="*/ 77 w 133"/>
                  <a:gd name="T39" fmla="*/ 44 h 81"/>
                  <a:gd name="T40" fmla="*/ 84 w 133"/>
                  <a:gd name="T41" fmla="*/ 31 h 81"/>
                  <a:gd name="T42" fmla="*/ 91 w 133"/>
                  <a:gd name="T43" fmla="*/ 44 h 81"/>
                  <a:gd name="T44" fmla="*/ 101 w 133"/>
                  <a:gd name="T45" fmla="*/ 20 h 81"/>
                  <a:gd name="T46" fmla="*/ 108 w 133"/>
                  <a:gd name="T47" fmla="*/ 80 h 81"/>
                  <a:gd name="T48" fmla="*/ 119 w 133"/>
                  <a:gd name="T49" fmla="*/ 33 h 81"/>
                  <a:gd name="T50" fmla="*/ 123 w 133"/>
                  <a:gd name="T51" fmla="*/ 37 h 81"/>
                  <a:gd name="T52" fmla="*/ 133 w 133"/>
                  <a:gd name="T53" fmla="*/ 37 h 81"/>
                  <a:gd name="T54" fmla="*/ 131 w 133"/>
                  <a:gd name="T55" fmla="*/ 34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33" h="81">
                    <a:moveTo>
                      <a:pt x="131" y="34"/>
                    </a:moveTo>
                    <a:cubicBezTo>
                      <a:pt x="126" y="34"/>
                      <a:pt x="126" y="34"/>
                      <a:pt x="126" y="34"/>
                    </a:cubicBezTo>
                    <a:cubicBezTo>
                      <a:pt x="117" y="21"/>
                      <a:pt x="117" y="21"/>
                      <a:pt x="117" y="21"/>
                    </a:cubicBezTo>
                    <a:cubicBezTo>
                      <a:pt x="110" y="50"/>
                      <a:pt x="110" y="50"/>
                      <a:pt x="110" y="5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90" y="33"/>
                      <a:pt x="90" y="33"/>
                      <a:pt x="90" y="33"/>
                    </a:cubicBezTo>
                    <a:cubicBezTo>
                      <a:pt x="84" y="21"/>
                      <a:pt x="84" y="21"/>
                      <a:pt x="84" y="21"/>
                    </a:cubicBezTo>
                    <a:cubicBezTo>
                      <a:pt x="76" y="36"/>
                      <a:pt x="76" y="36"/>
                      <a:pt x="76" y="36"/>
                    </a:cubicBezTo>
                    <a:cubicBezTo>
                      <a:pt x="65" y="22"/>
                      <a:pt x="65" y="22"/>
                      <a:pt x="65" y="22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55" y="5"/>
                      <a:pt x="55" y="5"/>
                      <a:pt x="55" y="5"/>
                    </a:cubicBezTo>
                    <a:cubicBezTo>
                      <a:pt x="40" y="33"/>
                      <a:pt x="40" y="33"/>
                      <a:pt x="40" y="33"/>
                    </a:cubicBezTo>
                    <a:cubicBezTo>
                      <a:pt x="2" y="33"/>
                      <a:pt x="2" y="33"/>
                      <a:pt x="2" y="33"/>
                    </a:cubicBezTo>
                    <a:cubicBezTo>
                      <a:pt x="1" y="33"/>
                      <a:pt x="0" y="34"/>
                      <a:pt x="0" y="35"/>
                    </a:cubicBezTo>
                    <a:cubicBezTo>
                      <a:pt x="0" y="36"/>
                      <a:pt x="1" y="37"/>
                      <a:pt x="2" y="37"/>
                    </a:cubicBezTo>
                    <a:cubicBezTo>
                      <a:pt x="43" y="37"/>
                      <a:pt x="43" y="37"/>
                      <a:pt x="43" y="37"/>
                    </a:cubicBezTo>
                    <a:cubicBezTo>
                      <a:pt x="52" y="21"/>
                      <a:pt x="52" y="21"/>
                      <a:pt x="52" y="21"/>
                    </a:cubicBezTo>
                    <a:cubicBezTo>
                      <a:pt x="58" y="81"/>
                      <a:pt x="58" y="81"/>
                      <a:pt x="58" y="81"/>
                    </a:cubicBezTo>
                    <a:cubicBezTo>
                      <a:pt x="68" y="33"/>
                      <a:pt x="68" y="33"/>
                      <a:pt x="68" y="33"/>
                    </a:cubicBezTo>
                    <a:cubicBezTo>
                      <a:pt x="77" y="44"/>
                      <a:pt x="77" y="44"/>
                      <a:pt x="77" y="44"/>
                    </a:cubicBezTo>
                    <a:cubicBezTo>
                      <a:pt x="84" y="31"/>
                      <a:pt x="84" y="31"/>
                      <a:pt x="84" y="31"/>
                    </a:cubicBezTo>
                    <a:cubicBezTo>
                      <a:pt x="91" y="44"/>
                      <a:pt x="91" y="44"/>
                      <a:pt x="91" y="44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108" y="80"/>
                      <a:pt x="108" y="80"/>
                      <a:pt x="108" y="80"/>
                    </a:cubicBezTo>
                    <a:cubicBezTo>
                      <a:pt x="119" y="33"/>
                      <a:pt x="119" y="33"/>
                      <a:pt x="119" y="33"/>
                    </a:cubicBezTo>
                    <a:cubicBezTo>
                      <a:pt x="123" y="37"/>
                      <a:pt x="123" y="37"/>
                      <a:pt x="123" y="37"/>
                    </a:cubicBezTo>
                    <a:cubicBezTo>
                      <a:pt x="133" y="37"/>
                      <a:pt x="133" y="37"/>
                      <a:pt x="133" y="37"/>
                    </a:cubicBezTo>
                    <a:cubicBezTo>
                      <a:pt x="132" y="36"/>
                      <a:pt x="131" y="35"/>
                      <a:pt x="131" y="34"/>
                    </a:cubicBezTo>
                    <a:close/>
                  </a:path>
                </a:pathLst>
              </a:custGeom>
              <a:solidFill>
                <a:srgbClr val="7983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3" name="Freeform 223">
                <a:extLst>
                  <a:ext uri="{FF2B5EF4-FFF2-40B4-BE49-F238E27FC236}">
                    <a16:creationId xmlns:a16="http://schemas.microsoft.com/office/drawing/2014/main" id="{6DCAB5A5-923A-5D69-8726-F7F10CC034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9575" y="1731963"/>
                <a:ext cx="265113" cy="203200"/>
              </a:xfrm>
              <a:custGeom>
                <a:avLst/>
                <a:gdLst>
                  <a:gd name="T0" fmla="*/ 35 w 70"/>
                  <a:gd name="T1" fmla="*/ 8 h 54"/>
                  <a:gd name="T2" fmla="*/ 53 w 70"/>
                  <a:gd name="T3" fmla="*/ 0 h 54"/>
                  <a:gd name="T4" fmla="*/ 70 w 70"/>
                  <a:gd name="T5" fmla="*/ 18 h 54"/>
                  <a:gd name="T6" fmla="*/ 35 w 70"/>
                  <a:gd name="T7" fmla="*/ 54 h 54"/>
                  <a:gd name="T8" fmla="*/ 0 w 70"/>
                  <a:gd name="T9" fmla="*/ 18 h 54"/>
                  <a:gd name="T10" fmla="*/ 18 w 70"/>
                  <a:gd name="T11" fmla="*/ 0 h 54"/>
                  <a:gd name="T12" fmla="*/ 35 w 70"/>
                  <a:gd name="T13" fmla="*/ 8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54">
                    <a:moveTo>
                      <a:pt x="35" y="8"/>
                    </a:moveTo>
                    <a:cubicBezTo>
                      <a:pt x="35" y="8"/>
                      <a:pt x="41" y="0"/>
                      <a:pt x="53" y="0"/>
                    </a:cubicBezTo>
                    <a:cubicBezTo>
                      <a:pt x="63" y="0"/>
                      <a:pt x="70" y="8"/>
                      <a:pt x="70" y="18"/>
                    </a:cubicBezTo>
                    <a:cubicBezTo>
                      <a:pt x="70" y="29"/>
                      <a:pt x="60" y="42"/>
                      <a:pt x="35" y="54"/>
                    </a:cubicBezTo>
                    <a:cubicBezTo>
                      <a:pt x="10" y="42"/>
                      <a:pt x="0" y="29"/>
                      <a:pt x="0" y="18"/>
                    </a:cubicBezTo>
                    <a:cubicBezTo>
                      <a:pt x="0" y="8"/>
                      <a:pt x="7" y="0"/>
                      <a:pt x="18" y="0"/>
                    </a:cubicBezTo>
                    <a:cubicBezTo>
                      <a:pt x="29" y="0"/>
                      <a:pt x="35" y="8"/>
                      <a:pt x="35" y="8"/>
                    </a:cubicBezTo>
                    <a:close/>
                  </a:path>
                </a:pathLst>
              </a:custGeom>
              <a:solidFill>
                <a:srgbClr val="F263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4" name="Freeform 224">
                <a:extLst>
                  <a:ext uri="{FF2B5EF4-FFF2-40B4-BE49-F238E27FC236}">
                    <a16:creationId xmlns:a16="http://schemas.microsoft.com/office/drawing/2014/main" id="{04E90D89-6908-566D-53FC-416B636195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6187" y="4183063"/>
                <a:ext cx="449263" cy="301625"/>
              </a:xfrm>
              <a:custGeom>
                <a:avLst/>
                <a:gdLst>
                  <a:gd name="T0" fmla="*/ 17 w 119"/>
                  <a:gd name="T1" fmla="*/ 0 h 80"/>
                  <a:gd name="T2" fmla="*/ 7 w 119"/>
                  <a:gd name="T3" fmla="*/ 9 h 80"/>
                  <a:gd name="T4" fmla="*/ 1 w 119"/>
                  <a:gd name="T5" fmla="*/ 57 h 80"/>
                  <a:gd name="T6" fmla="*/ 10 w 119"/>
                  <a:gd name="T7" fmla="*/ 69 h 80"/>
                  <a:gd name="T8" fmla="*/ 100 w 119"/>
                  <a:gd name="T9" fmla="*/ 80 h 80"/>
                  <a:gd name="T10" fmla="*/ 101 w 119"/>
                  <a:gd name="T11" fmla="*/ 80 h 80"/>
                  <a:gd name="T12" fmla="*/ 112 w 119"/>
                  <a:gd name="T13" fmla="*/ 71 h 80"/>
                  <a:gd name="T14" fmla="*/ 118 w 119"/>
                  <a:gd name="T15" fmla="*/ 24 h 80"/>
                  <a:gd name="T16" fmla="*/ 109 w 119"/>
                  <a:gd name="T17" fmla="*/ 12 h 80"/>
                  <a:gd name="T18" fmla="*/ 19 w 119"/>
                  <a:gd name="T19" fmla="*/ 0 h 80"/>
                  <a:gd name="T20" fmla="*/ 17 w 119"/>
                  <a:gd name="T21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9" h="80">
                    <a:moveTo>
                      <a:pt x="17" y="0"/>
                    </a:moveTo>
                    <a:cubicBezTo>
                      <a:pt x="12" y="0"/>
                      <a:pt x="8" y="4"/>
                      <a:pt x="7" y="9"/>
                    </a:cubicBezTo>
                    <a:cubicBezTo>
                      <a:pt x="1" y="57"/>
                      <a:pt x="1" y="57"/>
                      <a:pt x="1" y="57"/>
                    </a:cubicBezTo>
                    <a:cubicBezTo>
                      <a:pt x="0" y="63"/>
                      <a:pt x="4" y="68"/>
                      <a:pt x="10" y="69"/>
                    </a:cubicBezTo>
                    <a:cubicBezTo>
                      <a:pt x="100" y="80"/>
                      <a:pt x="100" y="80"/>
                      <a:pt x="100" y="80"/>
                    </a:cubicBezTo>
                    <a:cubicBezTo>
                      <a:pt x="101" y="80"/>
                      <a:pt x="101" y="80"/>
                      <a:pt x="101" y="80"/>
                    </a:cubicBezTo>
                    <a:cubicBezTo>
                      <a:pt x="107" y="80"/>
                      <a:pt x="111" y="77"/>
                      <a:pt x="112" y="71"/>
                    </a:cubicBezTo>
                    <a:cubicBezTo>
                      <a:pt x="118" y="24"/>
                      <a:pt x="118" y="24"/>
                      <a:pt x="118" y="24"/>
                    </a:cubicBezTo>
                    <a:cubicBezTo>
                      <a:pt x="119" y="18"/>
                      <a:pt x="115" y="13"/>
                      <a:pt x="109" y="12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8" y="0"/>
                      <a:pt x="18" y="0"/>
                      <a:pt x="17" y="0"/>
                    </a:cubicBezTo>
                  </a:path>
                </a:pathLst>
              </a:custGeom>
              <a:solidFill>
                <a:srgbClr val="E7F0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5" name="Freeform 225">
                <a:extLst>
                  <a:ext uri="{FF2B5EF4-FFF2-40B4-BE49-F238E27FC236}">
                    <a16:creationId xmlns:a16="http://schemas.microsoft.com/office/drawing/2014/main" id="{1B41C79D-2CF5-1E59-E7D1-36BDF27C75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6025" y="4221163"/>
                <a:ext cx="498475" cy="342900"/>
              </a:xfrm>
              <a:custGeom>
                <a:avLst/>
                <a:gdLst>
                  <a:gd name="T0" fmla="*/ 53 w 132"/>
                  <a:gd name="T1" fmla="*/ 9 h 91"/>
                  <a:gd name="T2" fmla="*/ 51 w 132"/>
                  <a:gd name="T3" fmla="*/ 3 h 91"/>
                  <a:gd name="T4" fmla="*/ 47 w 132"/>
                  <a:gd name="T5" fmla="*/ 0 h 91"/>
                  <a:gd name="T6" fmla="*/ 5 w 132"/>
                  <a:gd name="T7" fmla="*/ 0 h 91"/>
                  <a:gd name="T8" fmla="*/ 0 w 132"/>
                  <a:gd name="T9" fmla="*/ 5 h 91"/>
                  <a:gd name="T10" fmla="*/ 0 w 132"/>
                  <a:gd name="T11" fmla="*/ 33 h 91"/>
                  <a:gd name="T12" fmla="*/ 1 w 132"/>
                  <a:gd name="T13" fmla="*/ 33 h 91"/>
                  <a:gd name="T14" fmla="*/ 1 w 132"/>
                  <a:gd name="T15" fmla="*/ 86 h 91"/>
                  <a:gd name="T16" fmla="*/ 5 w 132"/>
                  <a:gd name="T17" fmla="*/ 91 h 91"/>
                  <a:gd name="T18" fmla="*/ 128 w 132"/>
                  <a:gd name="T19" fmla="*/ 91 h 91"/>
                  <a:gd name="T20" fmla="*/ 132 w 132"/>
                  <a:gd name="T21" fmla="*/ 86 h 91"/>
                  <a:gd name="T22" fmla="*/ 132 w 132"/>
                  <a:gd name="T23" fmla="*/ 16 h 91"/>
                  <a:gd name="T24" fmla="*/ 128 w 132"/>
                  <a:gd name="T25" fmla="*/ 11 h 91"/>
                  <a:gd name="T26" fmla="*/ 57 w 132"/>
                  <a:gd name="T27" fmla="*/ 11 h 91"/>
                  <a:gd name="T28" fmla="*/ 53 w 132"/>
                  <a:gd name="T29" fmla="*/ 9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32" h="91">
                    <a:moveTo>
                      <a:pt x="53" y="9"/>
                    </a:moveTo>
                    <a:cubicBezTo>
                      <a:pt x="51" y="3"/>
                      <a:pt x="51" y="3"/>
                      <a:pt x="51" y="3"/>
                    </a:cubicBezTo>
                    <a:cubicBezTo>
                      <a:pt x="50" y="1"/>
                      <a:pt x="48" y="0"/>
                      <a:pt x="47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1" y="33"/>
                      <a:pt x="1" y="33"/>
                      <a:pt x="1" y="33"/>
                    </a:cubicBezTo>
                    <a:cubicBezTo>
                      <a:pt x="1" y="86"/>
                      <a:pt x="1" y="86"/>
                      <a:pt x="1" y="86"/>
                    </a:cubicBezTo>
                    <a:cubicBezTo>
                      <a:pt x="1" y="89"/>
                      <a:pt x="2" y="91"/>
                      <a:pt x="5" y="91"/>
                    </a:cubicBezTo>
                    <a:cubicBezTo>
                      <a:pt x="128" y="91"/>
                      <a:pt x="128" y="91"/>
                      <a:pt x="128" y="91"/>
                    </a:cubicBezTo>
                    <a:cubicBezTo>
                      <a:pt x="130" y="91"/>
                      <a:pt x="132" y="89"/>
                      <a:pt x="132" y="86"/>
                    </a:cubicBezTo>
                    <a:cubicBezTo>
                      <a:pt x="132" y="16"/>
                      <a:pt x="132" y="16"/>
                      <a:pt x="132" y="16"/>
                    </a:cubicBezTo>
                    <a:cubicBezTo>
                      <a:pt x="132" y="13"/>
                      <a:pt x="130" y="11"/>
                      <a:pt x="128" y="11"/>
                    </a:cubicBezTo>
                    <a:cubicBezTo>
                      <a:pt x="57" y="11"/>
                      <a:pt x="57" y="11"/>
                      <a:pt x="57" y="11"/>
                    </a:cubicBezTo>
                    <a:cubicBezTo>
                      <a:pt x="55" y="11"/>
                      <a:pt x="54" y="10"/>
                      <a:pt x="53" y="9"/>
                    </a:cubicBezTo>
                    <a:close/>
                  </a:path>
                </a:pathLst>
              </a:custGeom>
              <a:solidFill>
                <a:srgbClr val="7983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6" name="Oval 226">
                <a:extLst>
                  <a:ext uri="{FF2B5EF4-FFF2-40B4-BE49-F238E27FC236}">
                    <a16:creationId xmlns:a16="http://schemas.microsoft.com/office/drawing/2014/main" id="{BA2DE7CE-D9D7-F70D-B6A2-F2780B164E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2712" y="4322763"/>
                <a:ext cx="184150" cy="188913"/>
              </a:xfrm>
              <a:prstGeom prst="ellipse">
                <a:avLst/>
              </a:prstGeom>
              <a:solidFill>
                <a:srgbClr val="EAE8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7" name="Freeform 227">
                <a:extLst>
                  <a:ext uri="{FF2B5EF4-FFF2-40B4-BE49-F238E27FC236}">
                    <a16:creationId xmlns:a16="http://schemas.microsoft.com/office/drawing/2014/main" id="{00408316-31FA-3D58-8785-9D67655251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4937" y="4344988"/>
                <a:ext cx="142875" cy="144463"/>
              </a:xfrm>
              <a:custGeom>
                <a:avLst/>
                <a:gdLst>
                  <a:gd name="T0" fmla="*/ 90 w 90"/>
                  <a:gd name="T1" fmla="*/ 29 h 91"/>
                  <a:gd name="T2" fmla="*/ 59 w 90"/>
                  <a:gd name="T3" fmla="*/ 29 h 91"/>
                  <a:gd name="T4" fmla="*/ 59 w 90"/>
                  <a:gd name="T5" fmla="*/ 0 h 91"/>
                  <a:gd name="T6" fmla="*/ 28 w 90"/>
                  <a:gd name="T7" fmla="*/ 0 h 91"/>
                  <a:gd name="T8" fmla="*/ 28 w 90"/>
                  <a:gd name="T9" fmla="*/ 29 h 91"/>
                  <a:gd name="T10" fmla="*/ 0 w 90"/>
                  <a:gd name="T11" fmla="*/ 29 h 91"/>
                  <a:gd name="T12" fmla="*/ 0 w 90"/>
                  <a:gd name="T13" fmla="*/ 62 h 91"/>
                  <a:gd name="T14" fmla="*/ 28 w 90"/>
                  <a:gd name="T15" fmla="*/ 62 h 91"/>
                  <a:gd name="T16" fmla="*/ 28 w 90"/>
                  <a:gd name="T17" fmla="*/ 91 h 91"/>
                  <a:gd name="T18" fmla="*/ 59 w 90"/>
                  <a:gd name="T19" fmla="*/ 91 h 91"/>
                  <a:gd name="T20" fmla="*/ 59 w 90"/>
                  <a:gd name="T21" fmla="*/ 62 h 91"/>
                  <a:gd name="T22" fmla="*/ 90 w 90"/>
                  <a:gd name="T23" fmla="*/ 62 h 91"/>
                  <a:gd name="T24" fmla="*/ 90 w 90"/>
                  <a:gd name="T25" fmla="*/ 29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91">
                    <a:moveTo>
                      <a:pt x="90" y="29"/>
                    </a:moveTo>
                    <a:lnTo>
                      <a:pt x="59" y="29"/>
                    </a:lnTo>
                    <a:lnTo>
                      <a:pt x="59" y="0"/>
                    </a:lnTo>
                    <a:lnTo>
                      <a:pt x="28" y="0"/>
                    </a:lnTo>
                    <a:lnTo>
                      <a:pt x="28" y="29"/>
                    </a:lnTo>
                    <a:lnTo>
                      <a:pt x="0" y="29"/>
                    </a:lnTo>
                    <a:lnTo>
                      <a:pt x="0" y="62"/>
                    </a:lnTo>
                    <a:lnTo>
                      <a:pt x="28" y="62"/>
                    </a:lnTo>
                    <a:lnTo>
                      <a:pt x="28" y="91"/>
                    </a:lnTo>
                    <a:lnTo>
                      <a:pt x="59" y="91"/>
                    </a:lnTo>
                    <a:lnTo>
                      <a:pt x="59" y="62"/>
                    </a:lnTo>
                    <a:lnTo>
                      <a:pt x="90" y="62"/>
                    </a:lnTo>
                    <a:lnTo>
                      <a:pt x="90" y="29"/>
                    </a:lnTo>
                    <a:close/>
                  </a:path>
                </a:pathLst>
              </a:custGeom>
              <a:solidFill>
                <a:srgbClr val="F263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8" name="Oval 228">
                <a:extLst>
                  <a:ext uri="{FF2B5EF4-FFF2-40B4-BE49-F238E27FC236}">
                    <a16:creationId xmlns:a16="http://schemas.microsoft.com/office/drawing/2014/main" id="{80595727-6ABF-598B-BB46-53B5497E78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588" y="3459163"/>
                <a:ext cx="95250" cy="90488"/>
              </a:xfrm>
              <a:prstGeom prst="ellipse">
                <a:avLst/>
              </a:prstGeom>
              <a:solidFill>
                <a:srgbClr val="08B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9" name="Rectangle 229">
                <a:extLst>
                  <a:ext uri="{FF2B5EF4-FFF2-40B4-BE49-F238E27FC236}">
                    <a16:creationId xmlns:a16="http://schemas.microsoft.com/office/drawing/2014/main" id="{6D6C64DE-5049-D229-0A00-25651CD6E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887" y="3565526"/>
                <a:ext cx="68263" cy="63500"/>
              </a:xfrm>
              <a:prstGeom prst="rect">
                <a:avLst/>
              </a:prstGeom>
              <a:solidFill>
                <a:srgbClr val="7983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0" name="Rectangle 230">
                <a:extLst>
                  <a:ext uri="{FF2B5EF4-FFF2-40B4-BE49-F238E27FC236}">
                    <a16:creationId xmlns:a16="http://schemas.microsoft.com/office/drawing/2014/main" id="{15062E7B-BCDC-E603-C1EF-DF2A7F2C44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000" y="3632201"/>
                <a:ext cx="44450" cy="19050"/>
              </a:xfrm>
              <a:prstGeom prst="rect">
                <a:avLst/>
              </a:prstGeom>
              <a:solidFill>
                <a:srgbClr val="7983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1" name="Freeform 231">
                <a:extLst>
                  <a:ext uri="{FF2B5EF4-FFF2-40B4-BE49-F238E27FC236}">
                    <a16:creationId xmlns:a16="http://schemas.microsoft.com/office/drawing/2014/main" id="{A7B781FD-9DBD-8C80-2B46-972A385FA1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837" y="3371851"/>
                <a:ext cx="104775" cy="188913"/>
              </a:xfrm>
              <a:custGeom>
                <a:avLst/>
                <a:gdLst>
                  <a:gd name="T0" fmla="*/ 3 w 28"/>
                  <a:gd name="T1" fmla="*/ 37 h 50"/>
                  <a:gd name="T2" fmla="*/ 0 w 28"/>
                  <a:gd name="T3" fmla="*/ 26 h 50"/>
                  <a:gd name="T4" fmla="*/ 0 w 28"/>
                  <a:gd name="T5" fmla="*/ 15 h 50"/>
                  <a:gd name="T6" fmla="*/ 5 w 28"/>
                  <a:gd name="T7" fmla="*/ 9 h 50"/>
                  <a:gd name="T8" fmla="*/ 5 w 28"/>
                  <a:gd name="T9" fmla="*/ 0 h 50"/>
                  <a:gd name="T10" fmla="*/ 23 w 28"/>
                  <a:gd name="T11" fmla="*/ 0 h 50"/>
                  <a:gd name="T12" fmla="*/ 23 w 28"/>
                  <a:gd name="T13" fmla="*/ 9 h 50"/>
                  <a:gd name="T14" fmla="*/ 28 w 28"/>
                  <a:gd name="T15" fmla="*/ 15 h 50"/>
                  <a:gd name="T16" fmla="*/ 28 w 28"/>
                  <a:gd name="T17" fmla="*/ 45 h 50"/>
                  <a:gd name="T18" fmla="*/ 23 w 28"/>
                  <a:gd name="T19" fmla="*/ 50 h 50"/>
                  <a:gd name="T20" fmla="*/ 5 w 28"/>
                  <a:gd name="T21" fmla="*/ 50 h 50"/>
                  <a:gd name="T22" fmla="*/ 0 w 28"/>
                  <a:gd name="T23" fmla="*/ 47 h 50"/>
                  <a:gd name="T24" fmla="*/ 3 w 28"/>
                  <a:gd name="T25" fmla="*/ 37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" h="50">
                    <a:moveTo>
                      <a:pt x="3" y="37"/>
                    </a:moveTo>
                    <a:cubicBezTo>
                      <a:pt x="3" y="33"/>
                      <a:pt x="2" y="29"/>
                      <a:pt x="0" y="26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3" y="15"/>
                      <a:pt x="5" y="12"/>
                      <a:pt x="5" y="9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12"/>
                      <a:pt x="25" y="15"/>
                      <a:pt x="28" y="15"/>
                    </a:cubicBezTo>
                    <a:cubicBezTo>
                      <a:pt x="28" y="45"/>
                      <a:pt x="28" y="45"/>
                      <a:pt x="28" y="45"/>
                    </a:cubicBezTo>
                    <a:cubicBezTo>
                      <a:pt x="28" y="47"/>
                      <a:pt x="26" y="50"/>
                      <a:pt x="23" y="50"/>
                    </a:cubicBezTo>
                    <a:cubicBezTo>
                      <a:pt x="5" y="50"/>
                      <a:pt x="5" y="50"/>
                      <a:pt x="5" y="50"/>
                    </a:cubicBezTo>
                    <a:cubicBezTo>
                      <a:pt x="3" y="50"/>
                      <a:pt x="1" y="48"/>
                      <a:pt x="0" y="47"/>
                    </a:cubicBezTo>
                    <a:cubicBezTo>
                      <a:pt x="2" y="44"/>
                      <a:pt x="3" y="40"/>
                      <a:pt x="3" y="37"/>
                    </a:cubicBezTo>
                    <a:close/>
                  </a:path>
                </a:pathLst>
              </a:custGeom>
              <a:solidFill>
                <a:srgbClr val="7983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2" name="Rectangle 232">
                <a:extLst>
                  <a:ext uri="{FF2B5EF4-FFF2-40B4-BE49-F238E27FC236}">
                    <a16:creationId xmlns:a16="http://schemas.microsoft.com/office/drawing/2014/main" id="{715DB151-BCF5-9FB5-08C3-53DC1E3012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012" y="3349626"/>
                <a:ext cx="98425" cy="22225"/>
              </a:xfrm>
              <a:prstGeom prst="rect">
                <a:avLst/>
              </a:prstGeom>
              <a:solidFill>
                <a:srgbClr val="7983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3" name="Freeform 233">
                <a:extLst>
                  <a:ext uri="{FF2B5EF4-FFF2-40B4-BE49-F238E27FC236}">
                    <a16:creationId xmlns:a16="http://schemas.microsoft.com/office/drawing/2014/main" id="{CA769D22-6F3C-0335-536D-CFC35E1890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14300" y="3505201"/>
                <a:ext cx="173038" cy="247650"/>
              </a:xfrm>
              <a:custGeom>
                <a:avLst/>
                <a:gdLst>
                  <a:gd name="T0" fmla="*/ 22 w 46"/>
                  <a:gd name="T1" fmla="*/ 0 h 66"/>
                  <a:gd name="T2" fmla="*/ 22 w 46"/>
                  <a:gd name="T3" fmla="*/ 2 h 66"/>
                  <a:gd name="T4" fmla="*/ 37 w 46"/>
                  <a:gd name="T5" fmla="*/ 20 h 66"/>
                  <a:gd name="T6" fmla="*/ 31 w 46"/>
                  <a:gd name="T7" fmla="*/ 27 h 66"/>
                  <a:gd name="T8" fmla="*/ 32 w 46"/>
                  <a:gd name="T9" fmla="*/ 44 h 66"/>
                  <a:gd name="T10" fmla="*/ 46 w 46"/>
                  <a:gd name="T11" fmla="*/ 59 h 66"/>
                  <a:gd name="T12" fmla="*/ 44 w 46"/>
                  <a:gd name="T13" fmla="*/ 66 h 66"/>
                  <a:gd name="T14" fmla="*/ 22 w 46"/>
                  <a:gd name="T15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" h="66">
                    <a:moveTo>
                      <a:pt x="22" y="0"/>
                    </a:moveTo>
                    <a:cubicBezTo>
                      <a:pt x="22" y="1"/>
                      <a:pt x="22" y="1"/>
                      <a:pt x="22" y="2"/>
                    </a:cubicBezTo>
                    <a:cubicBezTo>
                      <a:pt x="22" y="11"/>
                      <a:pt x="28" y="18"/>
                      <a:pt x="37" y="20"/>
                    </a:cubicBezTo>
                    <a:cubicBezTo>
                      <a:pt x="34" y="22"/>
                      <a:pt x="32" y="24"/>
                      <a:pt x="31" y="27"/>
                    </a:cubicBezTo>
                    <a:cubicBezTo>
                      <a:pt x="29" y="33"/>
                      <a:pt x="30" y="39"/>
                      <a:pt x="32" y="44"/>
                    </a:cubicBezTo>
                    <a:cubicBezTo>
                      <a:pt x="35" y="50"/>
                      <a:pt x="40" y="55"/>
                      <a:pt x="46" y="59"/>
                    </a:cubicBezTo>
                    <a:cubicBezTo>
                      <a:pt x="44" y="66"/>
                      <a:pt x="44" y="66"/>
                      <a:pt x="44" y="66"/>
                    </a:cubicBezTo>
                    <a:cubicBezTo>
                      <a:pt x="13" y="58"/>
                      <a:pt x="0" y="24"/>
                      <a:pt x="22" y="0"/>
                    </a:cubicBezTo>
                    <a:close/>
                  </a:path>
                </a:pathLst>
              </a:custGeom>
              <a:solidFill>
                <a:srgbClr val="7983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4" name="Rectangle 234">
                <a:extLst>
                  <a:ext uri="{FF2B5EF4-FFF2-40B4-BE49-F238E27FC236}">
                    <a16:creationId xmlns:a16="http://schemas.microsoft.com/office/drawing/2014/main" id="{5C827BE6-703D-4F24-2728-4CEBFD66A9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588" y="3722688"/>
                <a:ext cx="95250" cy="65088"/>
              </a:xfrm>
              <a:prstGeom prst="rect">
                <a:avLst/>
              </a:prstGeom>
              <a:solidFill>
                <a:srgbClr val="7983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5" name="Freeform 235">
                <a:extLst>
                  <a:ext uri="{FF2B5EF4-FFF2-40B4-BE49-F238E27FC236}">
                    <a16:creationId xmlns:a16="http://schemas.microsoft.com/office/drawing/2014/main" id="{9156F67B-E57D-CF19-0216-4C93C01921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84138" y="3787776"/>
                <a:ext cx="358775" cy="38100"/>
              </a:xfrm>
              <a:custGeom>
                <a:avLst/>
                <a:gdLst>
                  <a:gd name="T0" fmla="*/ 0 w 95"/>
                  <a:gd name="T1" fmla="*/ 10 h 10"/>
                  <a:gd name="T2" fmla="*/ 95 w 95"/>
                  <a:gd name="T3" fmla="*/ 10 h 10"/>
                  <a:gd name="T4" fmla="*/ 86 w 95"/>
                  <a:gd name="T5" fmla="*/ 0 h 10"/>
                  <a:gd name="T6" fmla="*/ 9 w 95"/>
                  <a:gd name="T7" fmla="*/ 0 h 10"/>
                  <a:gd name="T8" fmla="*/ 0 w 95"/>
                  <a:gd name="T9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10">
                    <a:moveTo>
                      <a:pt x="0" y="10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95" y="5"/>
                      <a:pt x="91" y="0"/>
                      <a:pt x="86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5"/>
                      <a:pt x="0" y="10"/>
                    </a:cubicBezTo>
                    <a:close/>
                  </a:path>
                </a:pathLst>
              </a:custGeom>
              <a:solidFill>
                <a:srgbClr val="8088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6" name="Rectangle 236">
                <a:extLst>
                  <a:ext uri="{FF2B5EF4-FFF2-40B4-BE49-F238E27FC236}">
                    <a16:creationId xmlns:a16="http://schemas.microsoft.com/office/drawing/2014/main" id="{858ADF55-EB0E-4FE9-5729-1FFA43C8C1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737" y="3673476"/>
                <a:ext cx="180975" cy="301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7" name="Freeform 237">
                <a:extLst>
                  <a:ext uri="{FF2B5EF4-FFF2-40B4-BE49-F238E27FC236}">
                    <a16:creationId xmlns:a16="http://schemas.microsoft.com/office/drawing/2014/main" id="{E20B0FD0-D4A8-22C7-7776-CD087E6166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8025" y="2851151"/>
                <a:ext cx="819150" cy="1295400"/>
              </a:xfrm>
              <a:custGeom>
                <a:avLst/>
                <a:gdLst>
                  <a:gd name="T0" fmla="*/ 9 w 217"/>
                  <a:gd name="T1" fmla="*/ 0 h 343"/>
                  <a:gd name="T2" fmla="*/ 14 w 217"/>
                  <a:gd name="T3" fmla="*/ 183 h 343"/>
                  <a:gd name="T4" fmla="*/ 103 w 217"/>
                  <a:gd name="T5" fmla="*/ 234 h 343"/>
                  <a:gd name="T6" fmla="*/ 196 w 217"/>
                  <a:gd name="T7" fmla="*/ 343 h 343"/>
                  <a:gd name="T8" fmla="*/ 205 w 217"/>
                  <a:gd name="T9" fmla="*/ 206 h 343"/>
                  <a:gd name="T10" fmla="*/ 9 w 217"/>
                  <a:gd name="T11" fmla="*/ 0 h 3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7" h="343">
                    <a:moveTo>
                      <a:pt x="9" y="0"/>
                    </a:moveTo>
                    <a:cubicBezTo>
                      <a:pt x="9" y="0"/>
                      <a:pt x="0" y="104"/>
                      <a:pt x="14" y="183"/>
                    </a:cubicBezTo>
                    <a:cubicBezTo>
                      <a:pt x="18" y="203"/>
                      <a:pt x="73" y="212"/>
                      <a:pt x="103" y="234"/>
                    </a:cubicBezTo>
                    <a:cubicBezTo>
                      <a:pt x="153" y="272"/>
                      <a:pt x="188" y="323"/>
                      <a:pt x="196" y="343"/>
                    </a:cubicBezTo>
                    <a:cubicBezTo>
                      <a:pt x="217" y="334"/>
                      <a:pt x="217" y="242"/>
                      <a:pt x="205" y="206"/>
                    </a:cubicBezTo>
                    <a:cubicBezTo>
                      <a:pt x="193" y="182"/>
                      <a:pt x="9" y="0"/>
                      <a:pt x="9" y="0"/>
                    </a:cubicBezTo>
                  </a:path>
                </a:pathLst>
              </a:custGeom>
              <a:solidFill>
                <a:srgbClr val="BDD9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8" name="Freeform 238">
                <a:extLst>
                  <a:ext uri="{FF2B5EF4-FFF2-40B4-BE49-F238E27FC236}">
                    <a16:creationId xmlns:a16="http://schemas.microsoft.com/office/drawing/2014/main" id="{A57A5BAB-FBB8-9096-6357-7B9950BF5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8813" y="3255963"/>
                <a:ext cx="1184275" cy="871538"/>
              </a:xfrm>
              <a:custGeom>
                <a:avLst/>
                <a:gdLst>
                  <a:gd name="T0" fmla="*/ 746 w 746"/>
                  <a:gd name="T1" fmla="*/ 57 h 549"/>
                  <a:gd name="T2" fmla="*/ 288 w 746"/>
                  <a:gd name="T3" fmla="*/ 0 h 549"/>
                  <a:gd name="T4" fmla="*/ 0 w 746"/>
                  <a:gd name="T5" fmla="*/ 549 h 549"/>
                  <a:gd name="T6" fmla="*/ 373 w 746"/>
                  <a:gd name="T7" fmla="*/ 549 h 549"/>
                  <a:gd name="T8" fmla="*/ 746 w 746"/>
                  <a:gd name="T9" fmla="*/ 57 h 5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6" h="549">
                    <a:moveTo>
                      <a:pt x="746" y="57"/>
                    </a:moveTo>
                    <a:lnTo>
                      <a:pt x="288" y="0"/>
                    </a:lnTo>
                    <a:lnTo>
                      <a:pt x="0" y="549"/>
                    </a:lnTo>
                    <a:lnTo>
                      <a:pt x="373" y="549"/>
                    </a:lnTo>
                    <a:lnTo>
                      <a:pt x="746" y="57"/>
                    </a:lnTo>
                    <a:close/>
                  </a:path>
                </a:pathLst>
              </a:custGeom>
              <a:solidFill>
                <a:srgbClr val="2A31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0" name="Freeform 240">
                <a:extLst>
                  <a:ext uri="{FF2B5EF4-FFF2-40B4-BE49-F238E27FC236}">
                    <a16:creationId xmlns:a16="http://schemas.microsoft.com/office/drawing/2014/main" id="{B03AD9CF-B1CB-E752-7385-7E40C2C1E4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4900" y="3255963"/>
                <a:ext cx="738188" cy="871538"/>
              </a:xfrm>
              <a:custGeom>
                <a:avLst/>
                <a:gdLst>
                  <a:gd name="T0" fmla="*/ 3 w 196"/>
                  <a:gd name="T1" fmla="*/ 0 h 231"/>
                  <a:gd name="T2" fmla="*/ 3 w 196"/>
                  <a:gd name="T3" fmla="*/ 0 h 231"/>
                  <a:gd name="T4" fmla="*/ 0 w 196"/>
                  <a:gd name="T5" fmla="*/ 7 h 231"/>
                  <a:gd name="T6" fmla="*/ 97 w 196"/>
                  <a:gd name="T7" fmla="*/ 60 h 231"/>
                  <a:gd name="T8" fmla="*/ 10 w 196"/>
                  <a:gd name="T9" fmla="*/ 231 h 231"/>
                  <a:gd name="T10" fmla="*/ 39 w 196"/>
                  <a:gd name="T11" fmla="*/ 231 h 231"/>
                  <a:gd name="T12" fmla="*/ 196 w 196"/>
                  <a:gd name="T13" fmla="*/ 24 h 231"/>
                  <a:gd name="T14" fmla="*/ 152 w 196"/>
                  <a:gd name="T15" fmla="*/ 18 h 231"/>
                  <a:gd name="T16" fmla="*/ 150 w 196"/>
                  <a:gd name="T17" fmla="*/ 18 h 231"/>
                  <a:gd name="T18" fmla="*/ 122 w 196"/>
                  <a:gd name="T19" fmla="*/ 15 h 231"/>
                  <a:gd name="T20" fmla="*/ 3 w 196"/>
                  <a:gd name="T21" fmla="*/ 0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6" h="231">
                    <a:moveTo>
                      <a:pt x="3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0" y="15"/>
                      <a:pt x="88" y="33"/>
                      <a:pt x="97" y="60"/>
                    </a:cubicBezTo>
                    <a:cubicBezTo>
                      <a:pt x="106" y="89"/>
                      <a:pt x="39" y="190"/>
                      <a:pt x="10" y="231"/>
                    </a:cubicBezTo>
                    <a:cubicBezTo>
                      <a:pt x="39" y="231"/>
                      <a:pt x="39" y="231"/>
                      <a:pt x="39" y="231"/>
                    </a:cubicBezTo>
                    <a:cubicBezTo>
                      <a:pt x="196" y="24"/>
                      <a:pt x="196" y="24"/>
                      <a:pt x="196" y="24"/>
                    </a:cubicBezTo>
                    <a:cubicBezTo>
                      <a:pt x="152" y="18"/>
                      <a:pt x="152" y="18"/>
                      <a:pt x="152" y="18"/>
                    </a:cubicBezTo>
                    <a:cubicBezTo>
                      <a:pt x="150" y="18"/>
                      <a:pt x="150" y="18"/>
                      <a:pt x="150" y="18"/>
                    </a:cubicBezTo>
                    <a:cubicBezTo>
                      <a:pt x="122" y="15"/>
                      <a:pt x="122" y="15"/>
                      <a:pt x="122" y="15"/>
                    </a:cubicBezTo>
                    <a:cubicBezTo>
                      <a:pt x="3" y="0"/>
                      <a:pt x="3" y="0"/>
                      <a:pt x="3" y="0"/>
                    </a:cubicBezTo>
                  </a:path>
                </a:pathLst>
              </a:custGeom>
              <a:solidFill>
                <a:srgbClr val="272C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1" name="Freeform 241">
                <a:extLst>
                  <a:ext uri="{FF2B5EF4-FFF2-40B4-BE49-F238E27FC236}">
                    <a16:creationId xmlns:a16="http://schemas.microsoft.com/office/drawing/2014/main" id="{F0D9791E-F2C1-667D-C30C-E29091166F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5475" y="3217863"/>
                <a:ext cx="1217613" cy="909638"/>
              </a:xfrm>
              <a:custGeom>
                <a:avLst/>
                <a:gdLst>
                  <a:gd name="T0" fmla="*/ 292 w 767"/>
                  <a:gd name="T1" fmla="*/ 0 h 573"/>
                  <a:gd name="T2" fmla="*/ 0 w 767"/>
                  <a:gd name="T3" fmla="*/ 563 h 573"/>
                  <a:gd name="T4" fmla="*/ 21 w 767"/>
                  <a:gd name="T5" fmla="*/ 573 h 573"/>
                  <a:gd name="T6" fmla="*/ 309 w 767"/>
                  <a:gd name="T7" fmla="*/ 24 h 573"/>
                  <a:gd name="T8" fmla="*/ 767 w 767"/>
                  <a:gd name="T9" fmla="*/ 81 h 573"/>
                  <a:gd name="T10" fmla="*/ 741 w 767"/>
                  <a:gd name="T11" fmla="*/ 59 h 573"/>
                  <a:gd name="T12" fmla="*/ 292 w 767"/>
                  <a:gd name="T13" fmla="*/ 0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67" h="573">
                    <a:moveTo>
                      <a:pt x="292" y="0"/>
                    </a:moveTo>
                    <a:lnTo>
                      <a:pt x="0" y="563"/>
                    </a:lnTo>
                    <a:lnTo>
                      <a:pt x="21" y="573"/>
                    </a:lnTo>
                    <a:lnTo>
                      <a:pt x="309" y="24"/>
                    </a:lnTo>
                    <a:lnTo>
                      <a:pt x="767" y="81"/>
                    </a:lnTo>
                    <a:lnTo>
                      <a:pt x="741" y="59"/>
                    </a:lnTo>
                    <a:lnTo>
                      <a:pt x="292" y="0"/>
                    </a:lnTo>
                    <a:close/>
                  </a:path>
                </a:pathLst>
              </a:custGeom>
              <a:solidFill>
                <a:srgbClr val="374E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3" name="Freeform 263">
                <a:extLst>
                  <a:ext uri="{FF2B5EF4-FFF2-40B4-BE49-F238E27FC236}">
                    <a16:creationId xmlns:a16="http://schemas.microsoft.com/office/drawing/2014/main" id="{18DFBCE7-9037-3660-AA8C-6614609FA8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4875" y="3802063"/>
                <a:ext cx="584200" cy="434975"/>
              </a:xfrm>
              <a:custGeom>
                <a:avLst/>
                <a:gdLst>
                  <a:gd name="T0" fmla="*/ 14 w 155"/>
                  <a:gd name="T1" fmla="*/ 6 h 115"/>
                  <a:gd name="T2" fmla="*/ 64 w 155"/>
                  <a:gd name="T3" fmla="*/ 33 h 115"/>
                  <a:gd name="T4" fmla="*/ 64 w 155"/>
                  <a:gd name="T5" fmla="*/ 32 h 115"/>
                  <a:gd name="T6" fmla="*/ 27 w 155"/>
                  <a:gd name="T7" fmla="*/ 2 h 115"/>
                  <a:gd name="T8" fmla="*/ 100 w 155"/>
                  <a:gd name="T9" fmla="*/ 28 h 115"/>
                  <a:gd name="T10" fmla="*/ 115 w 155"/>
                  <a:gd name="T11" fmla="*/ 35 h 115"/>
                  <a:gd name="T12" fmla="*/ 107 w 155"/>
                  <a:gd name="T13" fmla="*/ 3 h 115"/>
                  <a:gd name="T14" fmla="*/ 148 w 155"/>
                  <a:gd name="T15" fmla="*/ 56 h 115"/>
                  <a:gd name="T16" fmla="*/ 153 w 155"/>
                  <a:gd name="T17" fmla="*/ 80 h 115"/>
                  <a:gd name="T18" fmla="*/ 124 w 155"/>
                  <a:gd name="T19" fmla="*/ 111 h 115"/>
                  <a:gd name="T20" fmla="*/ 58 w 155"/>
                  <a:gd name="T21" fmla="*/ 84 h 115"/>
                  <a:gd name="T22" fmla="*/ 8 w 155"/>
                  <a:gd name="T23" fmla="*/ 22 h 115"/>
                  <a:gd name="T24" fmla="*/ 54 w 155"/>
                  <a:gd name="T25" fmla="*/ 57 h 115"/>
                  <a:gd name="T26" fmla="*/ 10 w 155"/>
                  <a:gd name="T27" fmla="*/ 18 h 115"/>
                  <a:gd name="T28" fmla="*/ 60 w 155"/>
                  <a:gd name="T29" fmla="*/ 45 h 115"/>
                  <a:gd name="T30" fmla="*/ 14 w 155"/>
                  <a:gd name="T31" fmla="*/ 6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55" h="115">
                    <a:moveTo>
                      <a:pt x="14" y="6"/>
                    </a:moveTo>
                    <a:cubicBezTo>
                      <a:pt x="18" y="4"/>
                      <a:pt x="47" y="22"/>
                      <a:pt x="64" y="33"/>
                    </a:cubicBezTo>
                    <a:cubicBezTo>
                      <a:pt x="64" y="32"/>
                      <a:pt x="64" y="32"/>
                      <a:pt x="64" y="32"/>
                    </a:cubicBezTo>
                    <a:cubicBezTo>
                      <a:pt x="48" y="20"/>
                      <a:pt x="20" y="6"/>
                      <a:pt x="27" y="2"/>
                    </a:cubicBezTo>
                    <a:cubicBezTo>
                      <a:pt x="30" y="0"/>
                      <a:pt x="100" y="28"/>
                      <a:pt x="100" y="28"/>
                    </a:cubicBezTo>
                    <a:cubicBezTo>
                      <a:pt x="107" y="32"/>
                      <a:pt x="108" y="32"/>
                      <a:pt x="115" y="35"/>
                    </a:cubicBezTo>
                    <a:cubicBezTo>
                      <a:pt x="113" y="31"/>
                      <a:pt x="95" y="1"/>
                      <a:pt x="107" y="3"/>
                    </a:cubicBezTo>
                    <a:cubicBezTo>
                      <a:pt x="148" y="56"/>
                      <a:pt x="148" y="56"/>
                      <a:pt x="148" y="56"/>
                    </a:cubicBezTo>
                    <a:cubicBezTo>
                      <a:pt x="155" y="67"/>
                      <a:pt x="155" y="74"/>
                      <a:pt x="153" y="80"/>
                    </a:cubicBezTo>
                    <a:cubicBezTo>
                      <a:pt x="151" y="88"/>
                      <a:pt x="141" y="107"/>
                      <a:pt x="124" y="111"/>
                    </a:cubicBezTo>
                    <a:cubicBezTo>
                      <a:pt x="108" y="115"/>
                      <a:pt x="64" y="90"/>
                      <a:pt x="58" y="84"/>
                    </a:cubicBezTo>
                    <a:cubicBezTo>
                      <a:pt x="50" y="78"/>
                      <a:pt x="0" y="34"/>
                      <a:pt x="8" y="22"/>
                    </a:cubicBezTo>
                    <a:cubicBezTo>
                      <a:pt x="8" y="22"/>
                      <a:pt x="50" y="62"/>
                      <a:pt x="54" y="57"/>
                    </a:cubicBezTo>
                    <a:cubicBezTo>
                      <a:pt x="55" y="56"/>
                      <a:pt x="13" y="29"/>
                      <a:pt x="10" y="18"/>
                    </a:cubicBezTo>
                    <a:cubicBezTo>
                      <a:pt x="8" y="10"/>
                      <a:pt x="44" y="34"/>
                      <a:pt x="60" y="45"/>
                    </a:cubicBezTo>
                    <a:cubicBezTo>
                      <a:pt x="46" y="34"/>
                      <a:pt x="12" y="8"/>
                      <a:pt x="14" y="6"/>
                    </a:cubicBezTo>
                    <a:close/>
                  </a:path>
                </a:pathLst>
              </a:custGeom>
              <a:solidFill>
                <a:srgbClr val="F3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3B9485C-70B2-4965-2C68-4AD9FF740D9F}"/>
              </a:ext>
            </a:extLst>
          </p:cNvPr>
          <p:cNvSpPr txBox="1"/>
          <p:nvPr/>
        </p:nvSpPr>
        <p:spPr>
          <a:xfrm>
            <a:off x="6522405" y="2647718"/>
            <a:ext cx="49972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12285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733</Words>
  <Application>Microsoft Office PowerPoint</Application>
  <PresentationFormat>Widescreen</PresentationFormat>
  <Paragraphs>116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Cambria</vt:lpstr>
      <vt:lpstr>Century Gothic</vt:lpstr>
      <vt:lpstr>Georgia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Ponpriyanga Karthik</dc:creator>
  <cp:lastModifiedBy>omkar kumbhar</cp:lastModifiedBy>
  <cp:revision>9</cp:revision>
  <dcterms:created xsi:type="dcterms:W3CDTF">2020-10-16T07:23:10Z</dcterms:created>
  <dcterms:modified xsi:type="dcterms:W3CDTF">2025-02-09T19:41:00Z</dcterms:modified>
</cp:coreProperties>
</file>